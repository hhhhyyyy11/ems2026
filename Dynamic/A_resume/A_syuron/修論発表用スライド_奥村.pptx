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90" r:id="rId2"/>
  </p:sldMasterIdLst>
  <p:notesMasterIdLst>
    <p:notesMasterId r:id="rId28"/>
  </p:notesMasterIdLst>
  <p:handoutMasterIdLst>
    <p:handoutMasterId r:id="rId29"/>
  </p:handoutMasterIdLst>
  <p:sldIdLst>
    <p:sldId id="399" r:id="rId3"/>
    <p:sldId id="453" r:id="rId4"/>
    <p:sldId id="424" r:id="rId5"/>
    <p:sldId id="454" r:id="rId6"/>
    <p:sldId id="455" r:id="rId7"/>
    <p:sldId id="434" r:id="rId8"/>
    <p:sldId id="456" r:id="rId9"/>
    <p:sldId id="457" r:id="rId10"/>
    <p:sldId id="458" r:id="rId11"/>
    <p:sldId id="427" r:id="rId12"/>
    <p:sldId id="446" r:id="rId13"/>
    <p:sldId id="448" r:id="rId14"/>
    <p:sldId id="445" r:id="rId15"/>
    <p:sldId id="428" r:id="rId16"/>
    <p:sldId id="438" r:id="rId17"/>
    <p:sldId id="429" r:id="rId18"/>
    <p:sldId id="442" r:id="rId19"/>
    <p:sldId id="443" r:id="rId20"/>
    <p:sldId id="430" r:id="rId21"/>
    <p:sldId id="444" r:id="rId22"/>
    <p:sldId id="431" r:id="rId23"/>
    <p:sldId id="433" r:id="rId24"/>
    <p:sldId id="459" r:id="rId25"/>
    <p:sldId id="460" r:id="rId26"/>
    <p:sldId id="432" r:id="rId27"/>
  </p:sldIdLst>
  <p:sldSz cx="9144000" cy="6858000" type="screen4x3"/>
  <p:notesSz cx="9906000" cy="6769100"/>
  <p:defaultTextStyle>
    <a:defPPr>
      <a:defRPr lang="ja-JP"/>
    </a:defPPr>
    <a:lvl1pPr algn="ctr" rtl="0" fontAlgn="base">
      <a:spcBef>
        <a:spcPct val="0"/>
      </a:spcBef>
      <a:spcAft>
        <a:spcPct val="0"/>
      </a:spcAft>
      <a:defRPr kumimoji="1" sz="2400" kern="1200">
        <a:solidFill>
          <a:schemeClr val="tx1"/>
        </a:solidFill>
        <a:latin typeface="Arial" charset="0"/>
        <a:ea typeface="ＭＳ Ｐゴシック" charset="0"/>
        <a:cs typeface="ＭＳ Ｐゴシック" charset="0"/>
      </a:defRPr>
    </a:lvl1pPr>
    <a:lvl2pPr marL="457200" algn="ctr" rtl="0" fontAlgn="base">
      <a:spcBef>
        <a:spcPct val="0"/>
      </a:spcBef>
      <a:spcAft>
        <a:spcPct val="0"/>
      </a:spcAft>
      <a:defRPr kumimoji="1" sz="2400" kern="1200">
        <a:solidFill>
          <a:schemeClr val="tx1"/>
        </a:solidFill>
        <a:latin typeface="Arial" charset="0"/>
        <a:ea typeface="ＭＳ Ｐゴシック" charset="0"/>
        <a:cs typeface="ＭＳ Ｐゴシック" charset="0"/>
      </a:defRPr>
    </a:lvl2pPr>
    <a:lvl3pPr marL="914400" algn="ctr" rtl="0" fontAlgn="base">
      <a:spcBef>
        <a:spcPct val="0"/>
      </a:spcBef>
      <a:spcAft>
        <a:spcPct val="0"/>
      </a:spcAft>
      <a:defRPr kumimoji="1" sz="2400" kern="1200">
        <a:solidFill>
          <a:schemeClr val="tx1"/>
        </a:solidFill>
        <a:latin typeface="Arial" charset="0"/>
        <a:ea typeface="ＭＳ Ｐゴシック" charset="0"/>
        <a:cs typeface="ＭＳ Ｐゴシック" charset="0"/>
      </a:defRPr>
    </a:lvl3pPr>
    <a:lvl4pPr marL="1371600" algn="ctr" rtl="0" fontAlgn="base">
      <a:spcBef>
        <a:spcPct val="0"/>
      </a:spcBef>
      <a:spcAft>
        <a:spcPct val="0"/>
      </a:spcAft>
      <a:defRPr kumimoji="1" sz="2400" kern="1200">
        <a:solidFill>
          <a:schemeClr val="tx1"/>
        </a:solidFill>
        <a:latin typeface="Arial" charset="0"/>
        <a:ea typeface="ＭＳ Ｐゴシック" charset="0"/>
        <a:cs typeface="ＭＳ Ｐゴシック" charset="0"/>
      </a:defRPr>
    </a:lvl4pPr>
    <a:lvl5pPr marL="1828800" algn="ctr" rtl="0" fontAlgn="base">
      <a:spcBef>
        <a:spcPct val="0"/>
      </a:spcBef>
      <a:spcAft>
        <a:spcPct val="0"/>
      </a:spcAft>
      <a:defRPr kumimoji="1"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kumimoji="1"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kumimoji="1"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kumimoji="1"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kumimoji="1"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868F"/>
    <a:srgbClr val="008B3F"/>
    <a:srgbClr val="C5F78E"/>
    <a:srgbClr val="FFF3B2"/>
    <a:srgbClr val="E7AE38"/>
    <a:srgbClr val="FFE0A9"/>
    <a:srgbClr val="FFF6F8"/>
    <a:srgbClr val="FBFFEF"/>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946" autoAdjust="0"/>
    <p:restoredTop sz="72303" autoAdjust="0"/>
  </p:normalViewPr>
  <p:slideViewPr>
    <p:cSldViewPr>
      <p:cViewPr>
        <p:scale>
          <a:sx n="75" d="100"/>
          <a:sy n="75" d="100"/>
        </p:scale>
        <p:origin x="952" y="-32"/>
      </p:cViewPr>
      <p:guideLst>
        <p:guide orient="horz" pos="2160"/>
        <p:guide pos="2880"/>
      </p:guideLst>
    </p:cSldViewPr>
  </p:slideViewPr>
  <p:outlineViewPr>
    <p:cViewPr>
      <p:scale>
        <a:sx n="33" d="100"/>
        <a:sy n="33" d="100"/>
      </p:scale>
      <p:origin x="0" y="-3320"/>
    </p:cViewPr>
  </p:outlineViewPr>
  <p:notesTextViewPr>
    <p:cViewPr>
      <p:scale>
        <a:sx n="85" d="100"/>
        <a:sy n="85" d="100"/>
      </p:scale>
      <p:origin x="0" y="0"/>
    </p:cViewPr>
  </p:notesTextViewPr>
  <p:sorterViewPr>
    <p:cViewPr>
      <p:scale>
        <a:sx n="66" d="100"/>
        <a:sy n="66" d="100"/>
      </p:scale>
      <p:origin x="0" y="0"/>
    </p:cViewPr>
  </p:sorterViewPr>
  <p:notesViewPr>
    <p:cSldViewPr>
      <p:cViewPr varScale="1">
        <p:scale>
          <a:sx n="104" d="100"/>
          <a:sy n="104" d="100"/>
        </p:scale>
        <p:origin x="1048"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293220" cy="33954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610458" y="0"/>
            <a:ext cx="4293220" cy="339540"/>
          </a:xfrm>
          <a:prstGeom prst="rect">
            <a:avLst/>
          </a:prstGeom>
        </p:spPr>
        <p:txBody>
          <a:bodyPr vert="horz" lIns="91440" tIns="45720" rIns="91440" bIns="45720" rtlCol="0"/>
          <a:lstStyle>
            <a:lvl1pPr algn="r">
              <a:defRPr sz="1200"/>
            </a:lvl1pPr>
          </a:lstStyle>
          <a:p>
            <a:fld id="{72B2ABA7-E08F-8F40-94E4-BEED576FC5D3}" type="datetimeFigureOut">
              <a:rPr kumimoji="1" lang="ja-JP" altLang="en-US" smtClean="0"/>
              <a:t>2026/2/11</a:t>
            </a:fld>
            <a:endParaRPr kumimoji="1" lang="ja-JP" altLang="en-US"/>
          </a:p>
        </p:txBody>
      </p:sp>
      <p:sp>
        <p:nvSpPr>
          <p:cNvPr id="4" name="フッター プレースホルダー 3"/>
          <p:cNvSpPr>
            <a:spLocks noGrp="1"/>
          </p:cNvSpPr>
          <p:nvPr>
            <p:ph type="ftr" sz="quarter" idx="2"/>
          </p:nvPr>
        </p:nvSpPr>
        <p:spPr>
          <a:xfrm>
            <a:off x="0" y="6429562"/>
            <a:ext cx="4293220" cy="339539"/>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610458" y="6429562"/>
            <a:ext cx="4293220" cy="339539"/>
          </a:xfrm>
          <a:prstGeom prst="rect">
            <a:avLst/>
          </a:prstGeom>
        </p:spPr>
        <p:txBody>
          <a:bodyPr vert="horz" lIns="91440" tIns="45720" rIns="91440" bIns="45720" rtlCol="0" anchor="b"/>
          <a:lstStyle>
            <a:lvl1pPr algn="r">
              <a:defRPr sz="1200"/>
            </a:lvl1pPr>
          </a:lstStyle>
          <a:p>
            <a:fld id="{54904AF0-409D-6D4C-A481-8143CBFEE82D}" type="slidenum">
              <a:rPr kumimoji="1" lang="ja-JP" altLang="en-US" smtClean="0"/>
              <a:t>‹#›</a:t>
            </a:fld>
            <a:endParaRPr kumimoji="1" lang="ja-JP" altLang="en-US"/>
          </a:p>
        </p:txBody>
      </p:sp>
    </p:spTree>
    <p:extLst>
      <p:ext uri="{BB962C8B-B14F-4D97-AF65-F5344CB8AC3E}">
        <p14:creationId xmlns:p14="http://schemas.microsoft.com/office/powerpoint/2010/main" val="7517743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1"/>
            <a:ext cx="4293220" cy="338455"/>
          </a:xfrm>
          <a:prstGeom prst="rect">
            <a:avLst/>
          </a:prstGeom>
          <a:noFill/>
          <a:ln w="9525">
            <a:noFill/>
            <a:miter lim="800000"/>
            <a:headEnd/>
            <a:tailEnd/>
          </a:ln>
          <a:effectLst/>
        </p:spPr>
        <p:txBody>
          <a:bodyPr vert="horz" wrap="square" lIns="91914" tIns="45957" rIns="91914" bIns="45957" numCol="1" anchor="t" anchorCtr="0" compatLnSpc="1">
            <a:prstTxWarp prst="textNoShape">
              <a:avLst/>
            </a:prstTxWarp>
          </a:bodyPr>
          <a:lstStyle>
            <a:lvl1pPr algn="l" defTabSz="919163">
              <a:defRPr sz="1300">
                <a:latin typeface="Arial" charset="0"/>
                <a:ea typeface="ヒラギノ角ゴ Pro W3"/>
                <a:cs typeface="+mn-cs"/>
              </a:defRPr>
            </a:lvl1pPr>
          </a:lstStyle>
          <a:p>
            <a:pPr>
              <a:defRPr/>
            </a:pPr>
            <a:endParaRPr lang="en-US" altLang="ja-JP" dirty="0"/>
          </a:p>
        </p:txBody>
      </p:sp>
      <p:sp>
        <p:nvSpPr>
          <p:cNvPr id="13315" name="Rectangle 3"/>
          <p:cNvSpPr>
            <a:spLocks noGrp="1" noChangeArrowheads="1"/>
          </p:cNvSpPr>
          <p:nvPr>
            <p:ph type="dt" idx="1"/>
          </p:nvPr>
        </p:nvSpPr>
        <p:spPr bwMode="auto">
          <a:xfrm>
            <a:off x="5610458" y="1"/>
            <a:ext cx="4293220" cy="338455"/>
          </a:xfrm>
          <a:prstGeom prst="rect">
            <a:avLst/>
          </a:prstGeom>
          <a:noFill/>
          <a:ln w="9525">
            <a:noFill/>
            <a:miter lim="800000"/>
            <a:headEnd/>
            <a:tailEnd/>
          </a:ln>
          <a:effectLst/>
        </p:spPr>
        <p:txBody>
          <a:bodyPr vert="horz" wrap="square" lIns="91914" tIns="45957" rIns="91914" bIns="45957" numCol="1" anchor="t" anchorCtr="0" compatLnSpc="1">
            <a:prstTxWarp prst="textNoShape">
              <a:avLst/>
            </a:prstTxWarp>
          </a:bodyPr>
          <a:lstStyle>
            <a:lvl1pPr algn="r" defTabSz="919163">
              <a:defRPr sz="1300">
                <a:latin typeface="Arial" charset="0"/>
                <a:ea typeface="ヒラギノ角ゴ Pro W3"/>
                <a:cs typeface="+mn-cs"/>
              </a:defRPr>
            </a:lvl1pPr>
          </a:lstStyle>
          <a:p>
            <a:pPr>
              <a:defRPr/>
            </a:pPr>
            <a:endParaRPr lang="en-US" altLang="ja-JP" dirty="0"/>
          </a:p>
        </p:txBody>
      </p:sp>
      <p:sp>
        <p:nvSpPr>
          <p:cNvPr id="6148" name="Rectangle 4"/>
          <p:cNvSpPr>
            <a:spLocks noGrp="1" noRot="1" noChangeAspect="1" noChangeArrowheads="1" noTextEdit="1"/>
          </p:cNvSpPr>
          <p:nvPr>
            <p:ph type="sldImg" idx="2"/>
          </p:nvPr>
        </p:nvSpPr>
        <p:spPr bwMode="auto">
          <a:xfrm>
            <a:off x="3260725" y="508000"/>
            <a:ext cx="3384550" cy="2538413"/>
          </a:xfrm>
          <a:prstGeom prst="rect">
            <a:avLst/>
          </a:prstGeom>
          <a:noFill/>
          <a:ln w="9525">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 xmlns:a14="http://schemas.microsoft.com/office/drawing/2010/main" xmlns:mv="urn:schemas-microsoft-com:mac:vml" xmlns:mc="http://schemas.openxmlformats.org/markup-compatibility/2006">
                <a:solidFill>
                  <a:srgbClr val="FFFFFF"/>
                </a:solidFill>
              </a14:hiddenFill>
            </a:ext>
          </a:extLst>
        </p:spPr>
      </p:sp>
      <p:sp>
        <p:nvSpPr>
          <p:cNvPr id="13317" name="Rectangle 5"/>
          <p:cNvSpPr>
            <a:spLocks noGrp="1" noChangeArrowheads="1"/>
          </p:cNvSpPr>
          <p:nvPr>
            <p:ph type="body" sz="quarter" idx="3"/>
          </p:nvPr>
        </p:nvSpPr>
        <p:spPr bwMode="auto">
          <a:xfrm>
            <a:off x="989672" y="3216408"/>
            <a:ext cx="7926659" cy="3045010"/>
          </a:xfrm>
          <a:prstGeom prst="rect">
            <a:avLst/>
          </a:prstGeom>
          <a:noFill/>
          <a:ln w="9525">
            <a:noFill/>
            <a:miter lim="800000"/>
            <a:headEnd/>
            <a:tailEnd/>
          </a:ln>
          <a:effectLst/>
        </p:spPr>
        <p:txBody>
          <a:bodyPr vert="horz" wrap="square" lIns="91914" tIns="45957" rIns="91914" bIns="45957"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3318" name="Rectangle 6"/>
          <p:cNvSpPr>
            <a:spLocks noGrp="1" noChangeArrowheads="1"/>
          </p:cNvSpPr>
          <p:nvPr>
            <p:ph type="ftr" sz="quarter" idx="4"/>
          </p:nvPr>
        </p:nvSpPr>
        <p:spPr bwMode="auto">
          <a:xfrm>
            <a:off x="0" y="6429561"/>
            <a:ext cx="4293220" cy="338455"/>
          </a:xfrm>
          <a:prstGeom prst="rect">
            <a:avLst/>
          </a:prstGeom>
          <a:noFill/>
          <a:ln w="9525">
            <a:noFill/>
            <a:miter lim="800000"/>
            <a:headEnd/>
            <a:tailEnd/>
          </a:ln>
          <a:effectLst/>
        </p:spPr>
        <p:txBody>
          <a:bodyPr vert="horz" wrap="square" lIns="91914" tIns="45957" rIns="91914" bIns="45957" numCol="1" anchor="b" anchorCtr="0" compatLnSpc="1">
            <a:prstTxWarp prst="textNoShape">
              <a:avLst/>
            </a:prstTxWarp>
          </a:bodyPr>
          <a:lstStyle>
            <a:lvl1pPr algn="l" defTabSz="919163">
              <a:defRPr sz="1300">
                <a:latin typeface="Arial" charset="0"/>
                <a:ea typeface="ヒラギノ角ゴ Pro W3"/>
                <a:cs typeface="+mn-cs"/>
              </a:defRPr>
            </a:lvl1pPr>
          </a:lstStyle>
          <a:p>
            <a:pPr>
              <a:defRPr/>
            </a:pPr>
            <a:endParaRPr lang="en-US" altLang="ja-JP" dirty="0"/>
          </a:p>
        </p:txBody>
      </p:sp>
      <p:sp>
        <p:nvSpPr>
          <p:cNvPr id="13319" name="Rectangle 7"/>
          <p:cNvSpPr>
            <a:spLocks noGrp="1" noChangeArrowheads="1"/>
          </p:cNvSpPr>
          <p:nvPr>
            <p:ph type="sldNum" sz="quarter" idx="5"/>
          </p:nvPr>
        </p:nvSpPr>
        <p:spPr bwMode="auto">
          <a:xfrm>
            <a:off x="5610458" y="6429561"/>
            <a:ext cx="4293220" cy="338455"/>
          </a:xfrm>
          <a:prstGeom prst="rect">
            <a:avLst/>
          </a:prstGeom>
          <a:noFill/>
          <a:ln w="9525">
            <a:noFill/>
            <a:miter lim="800000"/>
            <a:headEnd/>
            <a:tailEnd/>
          </a:ln>
          <a:effectLst/>
        </p:spPr>
        <p:txBody>
          <a:bodyPr vert="horz" wrap="square" lIns="91914" tIns="45957" rIns="91914" bIns="45957" numCol="1" anchor="b" anchorCtr="0" compatLnSpc="1">
            <a:prstTxWarp prst="textNoShape">
              <a:avLst/>
            </a:prstTxWarp>
          </a:bodyPr>
          <a:lstStyle>
            <a:lvl1pPr algn="r" defTabSz="919163">
              <a:defRPr sz="1300">
                <a:ea typeface="ヒラギノ角ゴ Pro W3"/>
                <a:cs typeface="ヒラギノ角ゴ Pro W3"/>
              </a:defRPr>
            </a:lvl1pPr>
          </a:lstStyle>
          <a:p>
            <a:fld id="{8447DC19-0591-C04F-93C6-C58B8D07CA89}" type="slidenum">
              <a:rPr lang="en-US" altLang="ja-JP" smtClean="0"/>
              <a:pPr/>
              <a:t>‹#›</a:t>
            </a:fld>
            <a:endParaRPr lang="en-US" altLang="ja-JP" dirty="0"/>
          </a:p>
        </p:txBody>
      </p:sp>
    </p:spTree>
    <p:extLst>
      <p:ext uri="{BB962C8B-B14F-4D97-AF65-F5344CB8AC3E}">
        <p14:creationId xmlns:p14="http://schemas.microsoft.com/office/powerpoint/2010/main" val="4534712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charset="0"/>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太陽光発電による電力グリッドに対する数理モデルを用いた運用最適化手法</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という題目で、</a:t>
            </a:r>
            <a:endParaRPr lang="en-US" altLang="ja-JP" b="0" i="0" u="none" strike="noStrike" dirty="0">
              <a:solidFill>
                <a:srgbClr val="000000"/>
              </a:solidFill>
              <a:effectLst/>
              <a:latin typeface="-webkit-standard"/>
            </a:endParaRPr>
          </a:p>
          <a:p>
            <a:r>
              <a:rPr lang="en-US" altLang="ja-JP" b="0" i="0" u="none" strike="noStrike" dirty="0">
                <a:solidFill>
                  <a:srgbClr val="000000"/>
                </a:solidFill>
                <a:effectLst/>
                <a:latin typeface="-webkit-standard"/>
              </a:rPr>
              <a:t>CS14</a:t>
            </a:r>
            <a:r>
              <a:rPr lang="ja-JP" altLang="en-US" b="0" i="0" u="none" strike="noStrike">
                <a:solidFill>
                  <a:srgbClr val="000000"/>
                </a:solidFill>
                <a:effectLst/>
                <a:latin typeface="-webkit-standard"/>
              </a:rPr>
              <a:t>の奥村が発表いたします。</a:t>
            </a:r>
            <a:endParaRPr lang="en-US" altLang="ja-JP" b="0" i="0" u="none" strike="noStrike" dirty="0">
              <a:solidFill>
                <a:srgbClr val="000000"/>
              </a:solidFill>
              <a:effectLst/>
              <a:latin typeface="-webkit-standard"/>
            </a:endParaRPr>
          </a:p>
          <a:p>
            <a:endParaRPr kumimoji="1" lang="ja-JP" altLang="en-US"/>
          </a:p>
        </p:txBody>
      </p:sp>
      <p:sp>
        <p:nvSpPr>
          <p:cNvPr id="4" name="スライド番号プレースホルダー 3"/>
          <p:cNvSpPr>
            <a:spLocks noGrp="1"/>
          </p:cNvSpPr>
          <p:nvPr>
            <p:ph type="sldNum" sz="quarter" idx="5"/>
          </p:nvPr>
        </p:nvSpPr>
        <p:spPr/>
        <p:txBody>
          <a:bodyPr/>
          <a:lstStyle/>
          <a:p>
            <a:fld id="{8447DC19-0591-C04F-93C6-C58B8D07CA89}" type="slidenum">
              <a:rPr lang="en-US" altLang="ja-JP" smtClean="0"/>
              <a:pPr/>
              <a:t>1</a:t>
            </a:fld>
            <a:endParaRPr lang="en-US" altLang="ja-JP" dirty="0"/>
          </a:p>
        </p:txBody>
      </p:sp>
    </p:spTree>
    <p:extLst>
      <p:ext uri="{BB962C8B-B14F-4D97-AF65-F5344CB8AC3E}">
        <p14:creationId xmlns:p14="http://schemas.microsoft.com/office/powerpoint/2010/main" val="2296522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0" i="0" u="none" strike="noStrike">
                <a:solidFill>
                  <a:srgbClr val="000000"/>
                </a:solidFill>
                <a:effectLst/>
                <a:latin typeface="-webkit-standard"/>
              </a:rPr>
              <a:t>まず研究背景です。 近年、世界的な脱炭素の潮流に加え、太陽光発電の主力電源化や，蓄電池の導入，市場連動型料金プランの普及が進んでいます。</a:t>
            </a:r>
            <a:endParaRPr lang="en-US" altLang="ja-JP" b="0" i="0" u="none" strike="noStrike" dirty="0">
              <a:solidFill>
                <a:srgbClr val="000000"/>
              </a:solidFill>
              <a:effectLst/>
              <a:latin typeface="-webkit-standard"/>
            </a:endParaRPr>
          </a:p>
          <a:p>
            <a:r>
              <a:rPr lang="ja-JP" altLang="en-US" b="0" i="0" u="none" strike="noStrike">
                <a:solidFill>
                  <a:srgbClr val="000000"/>
                </a:solidFill>
                <a:effectLst/>
                <a:latin typeface="-webkit-standard"/>
              </a:rPr>
              <a:t> これに伴い，特に電力需要の大きい「工場」において，</a:t>
            </a:r>
            <a:endParaRPr lang="en-US" altLang="ja-JP" b="0" i="0" u="none" strike="noStrike" dirty="0">
              <a:solidFill>
                <a:srgbClr val="000000"/>
              </a:solidFill>
              <a:effectLst/>
              <a:latin typeface="-webkit-standard"/>
            </a:endParaRPr>
          </a:p>
          <a:p>
            <a:r>
              <a:rPr lang="ja-JP" altLang="en-US" b="0" i="0" u="none" strike="noStrike">
                <a:solidFill>
                  <a:srgbClr val="000000"/>
                </a:solidFill>
                <a:effectLst/>
                <a:latin typeface="-webkit-standard"/>
              </a:rPr>
              <a:t>屋根を活用した太陽光発電や蓄電池を活用して，いかに効率的に電力運用計画をたてるかが肝要となっています。</a:t>
            </a:r>
            <a:endParaRPr lang="en-US" altLang="ja-JP" b="0" i="0" u="none" strike="noStrike" dirty="0">
              <a:solidFill>
                <a:srgbClr val="000000"/>
              </a:solidFill>
              <a:effectLst/>
              <a:latin typeface="-webkit-standard"/>
            </a:endParaRPr>
          </a:p>
          <a:p>
            <a:r>
              <a:rPr lang="ja-JP" altLang="en-US" b="0" i="0" u="none" strike="noStrike">
                <a:solidFill>
                  <a:srgbClr val="000000"/>
                </a:solidFill>
                <a:effectLst/>
                <a:latin typeface="-webkit-standard"/>
              </a:rPr>
              <a:t>こうした電力システムの最適化に関しては、岩瀬や秋山らによる先行研究があります。 </a:t>
            </a:r>
            <a:endParaRPr lang="en-US" altLang="ja-JP" b="0" i="0" u="none" strike="noStrike" dirty="0">
              <a:solidFill>
                <a:srgbClr val="000000"/>
              </a:solidFill>
              <a:effectLst/>
              <a:latin typeface="-webkit-standard"/>
            </a:endParaRPr>
          </a:p>
          <a:p>
            <a:r>
              <a:rPr lang="ja-JP" altLang="en-US" b="0" i="0" u="none" strike="noStrike">
                <a:solidFill>
                  <a:srgbClr val="000000"/>
                </a:solidFill>
                <a:effectLst/>
                <a:latin typeface="-webkit-standard"/>
              </a:rPr>
              <a:t>彼らは離島である</a:t>
            </a:r>
            <a:r>
              <a:rPr lang="en-US" altLang="ja-JP" b="0" i="0" u="none" strike="noStrike" dirty="0">
                <a:solidFill>
                  <a:srgbClr val="000000"/>
                </a:solidFill>
                <a:effectLst/>
                <a:latin typeface="-webkit-standard"/>
              </a:rPr>
              <a:t>l</a:t>
            </a:r>
            <a:r>
              <a:rPr lang="ja-JP" altLang="en-US" b="0" i="0" u="none" strike="noStrike">
                <a:solidFill>
                  <a:srgbClr val="000000"/>
                </a:solidFill>
                <a:effectLst/>
                <a:latin typeface="-webkit-standard"/>
              </a:rPr>
              <a:t>兵庫県の沼島という地域グリッドを対象に「線形計画モデル」を作成し、</a:t>
            </a:r>
            <a:endParaRPr lang="en-US" altLang="ja-JP" b="0" i="0" u="none" strike="noStrike" dirty="0">
              <a:solidFill>
                <a:srgbClr val="000000"/>
              </a:solidFill>
              <a:effectLst/>
              <a:latin typeface="-webkit-standard"/>
            </a:endParaRPr>
          </a:p>
          <a:p>
            <a:r>
              <a:rPr lang="ja-JP" altLang="en-US" b="0" i="0" u="none" strike="noStrike">
                <a:solidFill>
                  <a:srgbClr val="000000"/>
                </a:solidFill>
                <a:effectLst/>
                <a:latin typeface="-webkit-standard"/>
              </a:rPr>
              <a:t>システム導入による「省エネ効果」や「</a:t>
            </a:r>
            <a:r>
              <a:rPr lang="en-US" altLang="ja-JP" b="0" i="0" u="none" strike="noStrike" dirty="0">
                <a:solidFill>
                  <a:srgbClr val="000000"/>
                </a:solidFill>
                <a:effectLst/>
                <a:latin typeface="-webkit-standard"/>
              </a:rPr>
              <a:t>CO2</a:t>
            </a:r>
            <a:r>
              <a:rPr lang="ja-JP" altLang="en-US" b="0" i="0" u="none" strike="noStrike">
                <a:solidFill>
                  <a:srgbClr val="000000"/>
                </a:solidFill>
                <a:effectLst/>
                <a:latin typeface="-webkit-standard"/>
              </a:rPr>
              <a:t>削減効果」を定量的に評価しました。</a:t>
            </a:r>
            <a:endParaRPr lang="en-US" altLang="ja-JP" b="0" i="0" u="none" strike="noStrike" dirty="0">
              <a:solidFill>
                <a:srgbClr val="000000"/>
              </a:solidFill>
              <a:effectLst/>
              <a:latin typeface="-webkit-standard"/>
            </a:endParaRPr>
          </a:p>
          <a:p>
            <a:r>
              <a:rPr lang="ja-JP" altLang="en-US" b="0" i="0" u="none" strike="noStrike">
                <a:solidFill>
                  <a:srgbClr val="000000"/>
                </a:solidFill>
                <a:effectLst/>
                <a:latin typeface="-webkit-standard"/>
              </a:rPr>
              <a:t>しかし工場のような実運用の場では，「費用をいかに抑えるか」と言った観点や「限られた時間で運用計画を導出する」という観点が重要になってきます。</a:t>
            </a:r>
            <a:endParaRPr lang="en-US" altLang="ja-JP" b="0" i="0" u="none" strike="noStrike" dirty="0">
              <a:solidFill>
                <a:srgbClr val="000000"/>
              </a:solidFill>
              <a:effectLst/>
              <a:latin typeface="-webkit-standard"/>
            </a:endParaRPr>
          </a:p>
          <a:p>
            <a:r>
              <a:rPr lang="ja-JP" altLang="en-US" b="0" i="0" u="none" strike="noStrike">
                <a:solidFill>
                  <a:srgbClr val="000000"/>
                </a:solidFill>
                <a:effectLst/>
                <a:latin typeface="-webkit-standard"/>
              </a:rPr>
              <a:t>そこで本研究では、徳島県のとある工場を対象に，次の</a:t>
            </a:r>
            <a:r>
              <a:rPr lang="en-US" altLang="ja-JP" b="0" i="0" u="none" strike="noStrike" dirty="0">
                <a:solidFill>
                  <a:srgbClr val="000000"/>
                </a:solidFill>
                <a:effectLst/>
                <a:latin typeface="-webkit-standard"/>
              </a:rPr>
              <a:t>2</a:t>
            </a:r>
            <a:r>
              <a:rPr lang="ja-JP" altLang="en-US" b="0" i="0" u="none" strike="noStrike">
                <a:solidFill>
                  <a:srgbClr val="000000"/>
                </a:solidFill>
                <a:effectLst/>
                <a:latin typeface="-webkit-standard"/>
              </a:rPr>
              <a:t>つのアプローチを取りました。 </a:t>
            </a:r>
            <a:endParaRPr lang="en-US" altLang="ja-JP" b="0" i="0" u="none" strike="noStrike" dirty="0">
              <a:solidFill>
                <a:srgbClr val="000000"/>
              </a:solidFill>
              <a:effectLst/>
              <a:latin typeface="-webkit-standard"/>
            </a:endParaRPr>
          </a:p>
          <a:p>
            <a:r>
              <a:rPr lang="en-US" altLang="ja-JP" b="0" i="0" u="none" strike="noStrike" dirty="0">
                <a:solidFill>
                  <a:srgbClr val="000000"/>
                </a:solidFill>
                <a:effectLst/>
                <a:latin typeface="-webkit-standard"/>
              </a:rPr>
              <a:t>1</a:t>
            </a:r>
            <a:r>
              <a:rPr lang="ja-JP" altLang="en-US" b="0" i="0" u="none" strike="noStrike">
                <a:solidFill>
                  <a:srgbClr val="000000"/>
                </a:solidFill>
                <a:effectLst/>
                <a:latin typeface="-webkit-standard"/>
              </a:rPr>
              <a:t>つは既存のノウハウである「線形計画モデル」を工場用に構築したもの。 </a:t>
            </a:r>
            <a:endParaRPr lang="en-US" altLang="ja-JP" b="0" i="0" u="none" strike="noStrike" dirty="0">
              <a:solidFill>
                <a:srgbClr val="000000"/>
              </a:solidFill>
              <a:effectLst/>
              <a:latin typeface="-webkit-standard"/>
            </a:endParaRPr>
          </a:p>
          <a:p>
            <a:r>
              <a:rPr lang="ja-JP" altLang="en-US" b="0" i="0" u="none" strike="noStrike">
                <a:solidFill>
                  <a:srgbClr val="000000"/>
                </a:solidFill>
                <a:effectLst/>
                <a:latin typeface="-webkit-standard"/>
              </a:rPr>
              <a:t>もう</a:t>
            </a:r>
            <a:r>
              <a:rPr lang="en-US" altLang="ja-JP" b="0" i="0" u="none" strike="noStrike" dirty="0">
                <a:solidFill>
                  <a:srgbClr val="000000"/>
                </a:solidFill>
                <a:effectLst/>
                <a:latin typeface="-webkit-standard"/>
              </a:rPr>
              <a:t>1</a:t>
            </a:r>
            <a:r>
              <a:rPr lang="ja-JP" altLang="en-US" b="0" i="0" u="none" strike="noStrike">
                <a:solidFill>
                  <a:srgbClr val="000000"/>
                </a:solidFill>
                <a:effectLst/>
                <a:latin typeface="-webkit-standard"/>
              </a:rPr>
              <a:t>つは、新たに作成した「動的計画モデル」です。 この特性の異なる</a:t>
            </a:r>
            <a:r>
              <a:rPr lang="en-US" altLang="ja-JP" b="0" i="0" u="none" strike="noStrike" dirty="0">
                <a:solidFill>
                  <a:srgbClr val="000000"/>
                </a:solidFill>
                <a:effectLst/>
                <a:latin typeface="-webkit-standard"/>
              </a:rPr>
              <a:t>2</a:t>
            </a:r>
            <a:r>
              <a:rPr lang="ja-JP" altLang="en-US" b="0" i="0" u="none" strike="noStrike">
                <a:solidFill>
                  <a:srgbClr val="000000"/>
                </a:solidFill>
                <a:effectLst/>
                <a:latin typeface="-webkit-standard"/>
              </a:rPr>
              <a:t>つのモデルを作成し、解の精度と計算速度を比較・検証することを本研究の目的としました，</a:t>
            </a:r>
            <a:endParaRPr lang="en-US" altLang="ja-JP" b="0" i="0" u="none" strike="noStrike" dirty="0">
              <a:solidFill>
                <a:srgbClr val="000000"/>
              </a:solidFill>
              <a:effectLst/>
              <a:latin typeface="-webkit-standard"/>
            </a:endParaRPr>
          </a:p>
          <a:p>
            <a:r>
              <a:rPr kumimoji="1" lang="en-US" altLang="ja-JP" b="0" i="0" u="none" strike="noStrike" dirty="0">
                <a:solidFill>
                  <a:srgbClr val="000000"/>
                </a:solidFill>
                <a:effectLst/>
                <a:latin typeface="-webkit-standard"/>
              </a:rPr>
              <a:t>(1:40)</a:t>
            </a:r>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2</a:t>
            </a:fld>
            <a:endParaRPr lang="en-US" altLang="ja-JP" dirty="0"/>
          </a:p>
        </p:txBody>
      </p:sp>
    </p:spTree>
    <p:extLst>
      <p:ext uri="{BB962C8B-B14F-4D97-AF65-F5344CB8AC3E}">
        <p14:creationId xmlns:p14="http://schemas.microsoft.com/office/powerpoint/2010/main" val="30302488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本研究で対象とするシステム構成です。 徳島県内のある工場をモデルとしており、太陽光発電機、蓄電池、そして空調・照明・機械といった電力を消費する機器，外部の商用電力系統で構成されています。商用電力系統では買電・売電が可能で，その単価は市場と連動して変動します。</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読みが同じであるため「かいでん」，「うりでん」と呼ぶことにします</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図中の青で示した部分は定数</a:t>
            </a:r>
            <a:r>
              <a:rPr kumimoji="1" lang="ja-JP" altLang="en-US" sz="1200" b="0" i="0" u="none" strike="noStrike" kern="1200">
                <a:solidFill>
                  <a:srgbClr val="000000"/>
                </a:solidFill>
                <a:effectLst/>
                <a:latin typeface="-webkit-standard"/>
                <a:ea typeface="ＭＳ Ｐ明朝" pitchFamily="18" charset="-128"/>
                <a:cs typeface="ＭＳ Ｐ明朝" charset="0"/>
              </a:rPr>
              <a:t>で，赤で示したものが変数となります。</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(2:30)</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3</a:t>
            </a:fld>
            <a:endParaRPr lang="en-US" altLang="ja-JP" dirty="0"/>
          </a:p>
        </p:txBody>
      </p:sp>
    </p:spTree>
    <p:extLst>
      <p:ext uri="{BB962C8B-B14F-4D97-AF65-F5344CB8AC3E}">
        <p14:creationId xmlns:p14="http://schemas.microsoft.com/office/powerpoint/2010/main" val="6224926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このシステムの目的は</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費用を最小化すること</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です。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主要な制約条件を記載しております。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制約条件としては、電力の収支のバランスや蓄電池容量のスペックに加え、契約電力に基づく</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平均買電力量の制限</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があります。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b="0" i="0" u="none" strike="noStrike" kern="1200" dirty="0">
                <a:solidFill>
                  <a:srgbClr val="000000"/>
                </a:solidFill>
                <a:effectLst/>
                <a:latin typeface="-webkit-standard"/>
                <a:ea typeface="ＭＳ Ｐ明朝" pitchFamily="18" charset="-128"/>
                <a:cs typeface="ＭＳ Ｐ明朝" charset="0"/>
              </a:rPr>
              <a:t>(3:15)</a:t>
            </a:r>
            <a:endParaRPr kumimoji="1" lang="en-US" altLang="ja-JP" sz="1200" kern="1200" dirty="0">
              <a:solidFill>
                <a:schemeClr val="tx1"/>
              </a:solidFill>
              <a:effectLst/>
              <a:latin typeface="Arial" charset="0"/>
              <a:ea typeface="ＭＳ Ｐ明朝" pitchFamily="18" charset="-128"/>
              <a:cs typeface="ＭＳ Ｐ明朝" charset="0"/>
            </a:endParaRPr>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4</a:t>
            </a:fld>
            <a:endParaRPr lang="en-US" altLang="ja-JP" dirty="0"/>
          </a:p>
        </p:txBody>
      </p:sp>
    </p:spTree>
    <p:extLst>
      <p:ext uri="{BB962C8B-B14F-4D97-AF65-F5344CB8AC3E}">
        <p14:creationId xmlns:p14="http://schemas.microsoft.com/office/powerpoint/2010/main" val="70721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こちらの制約について補足ですが，この制約は「平均」というのが大事である時点でピンポイントに電力を大量に購入したとしても</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残りの期間に電力の購入量を抑えられれば需要電力を抑えることができます。</a:t>
            </a:r>
            <a:endParaRPr kumimoji="1" lang="en-US" altLang="ja-JP"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5</a:t>
            </a:fld>
            <a:endParaRPr lang="en-US" altLang="ja-JP" dirty="0"/>
          </a:p>
        </p:txBody>
      </p:sp>
    </p:spTree>
    <p:extLst>
      <p:ext uri="{BB962C8B-B14F-4D97-AF65-F5344CB8AC3E}">
        <p14:creationId xmlns:p14="http://schemas.microsoft.com/office/powerpoint/2010/main" val="275774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モデル化にあたり、線形計画モデル，動的計画モデルともに時間を離散化して扱います。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本研究では、</a:t>
            </a:r>
            <a:r>
              <a:rPr lang="en-US" altLang="ja-JP" b="0" i="0" u="none" strike="noStrike" dirty="0">
                <a:solidFill>
                  <a:srgbClr val="000000"/>
                </a:solidFill>
                <a:effectLst/>
                <a:latin typeface="-webkit-standard"/>
              </a:rPr>
              <a:t>2</a:t>
            </a:r>
            <a:r>
              <a:rPr lang="ja-JP" altLang="en-US" b="0" i="0" u="none" strike="noStrike">
                <a:solidFill>
                  <a:srgbClr val="000000"/>
                </a:solidFill>
                <a:effectLst/>
                <a:latin typeface="-webkit-standard"/>
              </a:rPr>
              <a:t>週間という期間を</a:t>
            </a:r>
            <a:r>
              <a:rPr lang="en-US" altLang="ja-JP" b="0" i="0" u="none" strike="noStrike" dirty="0">
                <a:solidFill>
                  <a:srgbClr val="000000"/>
                </a:solidFill>
                <a:effectLst/>
                <a:latin typeface="-webkit-standard"/>
              </a:rPr>
              <a:t>1</a:t>
            </a:r>
            <a:r>
              <a:rPr lang="ja-JP" altLang="en-US" b="0" i="0" u="none" strike="noStrike">
                <a:solidFill>
                  <a:srgbClr val="000000"/>
                </a:solidFill>
                <a:effectLst/>
                <a:latin typeface="-webkit-standard"/>
              </a:rPr>
              <a:t>分ごとに分割し、それぞれを期と呼ぶことにします．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kern="1200">
                <a:solidFill>
                  <a:schemeClr val="tx1"/>
                </a:solidFill>
                <a:effectLst/>
                <a:latin typeface="Arial" charset="0"/>
                <a:ea typeface="ＭＳ Ｐ明朝" pitchFamily="18" charset="-128"/>
                <a:cs typeface="ＭＳ Ｐ明朝" charset="0"/>
              </a:rPr>
              <a:t>太陽光発電量や充放電量など期間で定義される変数は「各期における総量」として定義し，</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kern="1200">
                <a:solidFill>
                  <a:schemeClr val="tx1"/>
                </a:solidFill>
                <a:effectLst/>
                <a:latin typeface="Arial" charset="0"/>
                <a:ea typeface="ＭＳ Ｐ明朝" pitchFamily="18" charset="-128"/>
                <a:cs typeface="ＭＳ Ｐ明朝" charset="0"/>
              </a:rPr>
              <a:t>蓄電池の残量のように，時点で定義される変数は「各期の末尾」で定義します。</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dirty="0"/>
              <a:t>(3:50)</a:t>
            </a:r>
            <a:endParaRPr kumimoji="1"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6</a:t>
            </a:fld>
            <a:endParaRPr lang="en-US" altLang="ja-JP" dirty="0"/>
          </a:p>
        </p:txBody>
      </p:sp>
    </p:spTree>
    <p:extLst>
      <p:ext uri="{BB962C8B-B14F-4D97-AF65-F5344CB8AC3E}">
        <p14:creationId xmlns:p14="http://schemas.microsoft.com/office/powerpoint/2010/main" val="2329613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b="0" i="0" u="none" strike="noStrike">
                <a:solidFill>
                  <a:schemeClr val="tx1"/>
                </a:solidFill>
                <a:effectLst/>
                <a:latin typeface="Arial" charset="0"/>
              </a:rPr>
              <a:t>ここからは各々のモデルについて定式化の概略を説明します。</a:t>
            </a:r>
            <a:endParaRPr kumimoji="1" lang="en-US" altLang="ja-JP" b="0" i="0" u="none" strike="noStrike" dirty="0">
              <a:solidFill>
                <a:schemeClr val="tx1"/>
              </a:solidFill>
              <a:effectLst/>
              <a:latin typeface="Arial"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一つ目の手法は</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線形計画モデル</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です。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このモデルでは変数を連続値として扱い、スライドの上記のような制約を</a:t>
            </a:r>
            <a:r>
              <a:rPr lang="en-US" altLang="ja-JP" b="0" i="0" u="none" strike="noStrike" dirty="0">
                <a:solidFill>
                  <a:srgbClr val="000000"/>
                </a:solidFill>
                <a:effectLst/>
                <a:latin typeface="-webkit-standard"/>
              </a:rPr>
              <a:t>(click)</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ja-JP" b="0" i="0" u="none" strike="noStrike" dirty="0">
                <a:solidFill>
                  <a:srgbClr val="000000"/>
                </a:solidFill>
                <a:effectLst/>
                <a:latin typeface="-webkit-standard"/>
              </a:rPr>
              <a:t>(</a:t>
            </a:r>
            <a:endParaRPr lang="ja-JP" altLang="en-US"/>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7</a:t>
            </a:fld>
            <a:endParaRPr lang="en-US" altLang="ja-JP" dirty="0"/>
          </a:p>
        </p:txBody>
      </p:sp>
    </p:spTree>
    <p:extLst>
      <p:ext uri="{BB962C8B-B14F-4D97-AF65-F5344CB8AC3E}">
        <p14:creationId xmlns:p14="http://schemas.microsoft.com/office/powerpoint/2010/main" val="2194945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目的関数や制約条件として表します。</a:t>
            </a:r>
            <a:endParaRPr kumimoji="1" lang="en-US" altLang="ja-JP" dirty="0"/>
          </a:p>
          <a:p>
            <a:r>
              <a:rPr kumimoji="1" lang="ja-JP" altLang="en-US"/>
              <a:t>例えば，目的関数はこちらのように，買電の料金から売電の料金を差し引いたものとなっています。</a:t>
            </a:r>
            <a:endParaRPr kumimoji="1" lang="en-US" altLang="ja-JP" dirty="0"/>
          </a:p>
          <a:p>
            <a:r>
              <a:rPr kumimoji="1" lang="ja-JP" altLang="en-US"/>
              <a:t>具体的な変数の説明は省略しますが，全ての制約条件，目的関数が線形な不等式・等式で表されることが確認できるかと思います。</a:t>
            </a:r>
            <a:endParaRPr kumimoji="1" lang="en-US" altLang="ja-JP" dirty="0"/>
          </a:p>
          <a:p>
            <a:r>
              <a:rPr kumimoji="1" lang="en-US" altLang="ja-JP" dirty="0"/>
              <a:t>(04:40)</a:t>
            </a:r>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8</a:t>
            </a:fld>
            <a:endParaRPr lang="en-US" altLang="ja-JP" dirty="0"/>
          </a:p>
        </p:txBody>
      </p:sp>
    </p:spTree>
    <p:extLst>
      <p:ext uri="{BB962C8B-B14F-4D97-AF65-F5344CB8AC3E}">
        <p14:creationId xmlns:p14="http://schemas.microsoft.com/office/powerpoint/2010/main" val="1270679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二つ目の手法は</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動的計画モデル</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です。 </a:t>
            </a:r>
            <a:endParaRPr lang="en-US" altLang="ja-JP" b="0" i="0" u="none" strike="noStrike" dirty="0">
              <a:solidFill>
                <a:srgbClr val="000000"/>
              </a:solidFill>
              <a:effectLst/>
              <a:latin typeface="-webkit-standard"/>
            </a:endParaRPr>
          </a:p>
          <a:p>
            <a:pPr algn="l"/>
            <a:r>
              <a:rPr lang="ja-JP" altLang="en-US" b="0" i="0" u="none" strike="noStrike">
                <a:solidFill>
                  <a:srgbClr val="000000"/>
                </a:solidFill>
                <a:effectLst/>
              </a:rPr>
              <a:t>動的計画法では</a:t>
            </a:r>
            <a:r>
              <a:rPr lang="en-US" altLang="ja-JP" b="0" i="0" u="none" strike="noStrike" dirty="0">
                <a:solidFill>
                  <a:srgbClr val="000000"/>
                </a:solidFill>
                <a:effectLst/>
              </a:rPr>
              <a:t>『</a:t>
            </a:r>
            <a:r>
              <a:rPr lang="ja-JP" altLang="en-US" b="0" i="0" u="none" strike="noStrike">
                <a:solidFill>
                  <a:srgbClr val="000000"/>
                </a:solidFill>
                <a:effectLst/>
              </a:rPr>
              <a:t>状態</a:t>
            </a:r>
            <a:r>
              <a:rPr lang="en-US" altLang="ja-JP" b="0" i="0" u="none" strike="noStrike" dirty="0">
                <a:solidFill>
                  <a:srgbClr val="000000"/>
                </a:solidFill>
                <a:effectLst/>
              </a:rPr>
              <a:t>』</a:t>
            </a:r>
            <a:r>
              <a:rPr lang="ja-JP" altLang="en-US" b="0" i="0" u="none" strike="noStrike">
                <a:solidFill>
                  <a:srgbClr val="000000"/>
                </a:solidFill>
                <a:effectLst/>
              </a:rPr>
              <a:t>を定義する必要がありますが、</a:t>
            </a:r>
            <a:endParaRPr lang="en-US" altLang="ja-JP" b="0" i="0" u="none" strike="noStrike" dirty="0">
              <a:solidFill>
                <a:srgbClr val="000000"/>
              </a:solidFill>
              <a:effectLst/>
            </a:endParaRPr>
          </a:p>
          <a:p>
            <a:pPr algn="l"/>
            <a:r>
              <a:rPr lang="ja-JP" altLang="en-US" b="0" i="0" u="none" strike="noStrike">
                <a:solidFill>
                  <a:srgbClr val="000000"/>
                </a:solidFill>
                <a:effectLst/>
              </a:rPr>
              <a:t>すべての変数を状態として定義すると計算量が爆発的に増えてしまいます。</a:t>
            </a:r>
            <a:endParaRPr lang="en-US" altLang="ja-JP" b="0" i="0" u="none" strike="noStrike" dirty="0">
              <a:solidFill>
                <a:srgbClr val="000000"/>
              </a:solidFill>
              <a:effectLst/>
            </a:endParaRPr>
          </a:p>
          <a:p>
            <a:pPr algn="l"/>
            <a:r>
              <a:rPr lang="ja-JP" altLang="en-US" b="0" i="0" u="none" strike="noStrike">
                <a:solidFill>
                  <a:srgbClr val="000000"/>
                </a:solidFill>
                <a:effectLst/>
              </a:rPr>
              <a:t>そこで，このシステムではこちらの導線を出入りする電力のうち，</a:t>
            </a:r>
            <a:endParaRPr lang="en-US" altLang="ja-JP" b="0" i="0" u="none" strike="noStrike" dirty="0">
              <a:solidFill>
                <a:srgbClr val="000000"/>
              </a:solidFill>
              <a:effectLst/>
            </a:endParaRPr>
          </a:p>
          <a:p>
            <a:pPr algn="l"/>
            <a:r>
              <a:rPr lang="ja-JP" altLang="en-US" b="0" i="0" u="none" strike="noStrike">
                <a:solidFill>
                  <a:srgbClr val="000000"/>
                </a:solidFill>
                <a:effectLst/>
              </a:rPr>
              <a:t>商用電力系統に流れる電力量と，蓄電池に流れる電力量のみが変数であるという性質をもつことに注目します。</a:t>
            </a:r>
            <a:endParaRPr lang="en-US" altLang="ja-JP" b="0" i="0" u="none" strike="noStrike" dirty="0">
              <a:solidFill>
                <a:srgbClr val="000000"/>
              </a:solidFill>
              <a:effectLst/>
            </a:endParaRPr>
          </a:p>
          <a:p>
            <a:pPr algn="l"/>
            <a:r>
              <a:rPr lang="ja-JP" altLang="en-US" b="0" i="0" u="none" strike="noStrike">
                <a:solidFill>
                  <a:srgbClr val="000000"/>
                </a:solidFill>
                <a:effectLst/>
              </a:rPr>
              <a:t>この性質から一方の電力量他方の電力量も自ずとわかるということがいえるため，本モデルでは</a:t>
            </a:r>
            <a:r>
              <a:rPr kumimoji="1" lang="ja-JP" altLang="en-US" b="0" i="0" u="none" strike="noStrike">
                <a:solidFill>
                  <a:srgbClr val="000000"/>
                </a:solidFill>
                <a:effectLst/>
              </a:rPr>
              <a:t>蓄電池の残量のみを状態として定義することにします。</a:t>
            </a:r>
            <a:endParaRPr kumimoji="1" lang="en-US" altLang="ja-JP" b="0" i="0" u="none" strike="noStrike" dirty="0">
              <a:solidFill>
                <a:srgbClr val="000000"/>
              </a:solidFill>
              <a:effectLst/>
            </a:endParaRPr>
          </a:p>
          <a:p>
            <a:pPr algn="l"/>
            <a:r>
              <a:rPr kumimoji="1" lang="en-US" altLang="ja-JP" b="0" i="0" u="none" strike="noStrike" dirty="0">
                <a:solidFill>
                  <a:srgbClr val="000000"/>
                </a:solidFill>
                <a:effectLst/>
              </a:rPr>
              <a:t>(05:30)</a:t>
            </a:r>
            <a:endParaRPr lang="en-US" altLang="ja-JP" b="0" i="0" u="none" strike="noStrike" dirty="0">
              <a:solidFill>
                <a:srgbClr val="000000"/>
              </a:solidFill>
              <a:effectLst/>
            </a:endParaRPr>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9</a:t>
            </a:fld>
            <a:endParaRPr lang="en-US" altLang="ja-JP" dirty="0"/>
          </a:p>
        </p:txBody>
      </p:sp>
    </p:spTree>
    <p:extLst>
      <p:ext uri="{BB962C8B-B14F-4D97-AF65-F5344CB8AC3E}">
        <p14:creationId xmlns:p14="http://schemas.microsoft.com/office/powerpoint/2010/main" val="40713364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具体的な離散化のイメージです、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線形計画モデルでは連続量として扱っていた蓄電池の残量を連続値ではなく、</a:t>
            </a:r>
            <a:r>
              <a:rPr lang="en-US" altLang="ja-JP" b="0" i="0" u="none" strike="noStrike" dirty="0">
                <a:solidFill>
                  <a:srgbClr val="000000"/>
                </a:solidFill>
                <a:effectLst/>
                <a:latin typeface="-webkit-standard"/>
              </a:rPr>
              <a:t>0.2kWh</a:t>
            </a:r>
            <a:r>
              <a:rPr lang="ja-JP" altLang="en-US" b="0" i="0" u="none" strike="noStrike">
                <a:solidFill>
                  <a:srgbClr val="000000"/>
                </a:solidFill>
                <a:effectLst/>
                <a:latin typeface="-webkit-standard"/>
              </a:rPr>
              <a:t>刻みなどの離散的な状態として定義します。</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kern="1200">
                <a:solidFill>
                  <a:schemeClr val="tx1"/>
                </a:solidFill>
                <a:effectLst/>
                <a:latin typeface="Arial" charset="0"/>
                <a:ea typeface="ＭＳ Ｐ明朝" pitchFamily="18" charset="-128"/>
              </a:rPr>
              <a:t>スライド中の丸が状態を表し，</a:t>
            </a:r>
            <a:r>
              <a:rPr kumimoji="1" lang="en-US" altLang="ja-JP" sz="1200" kern="1200" dirty="0">
                <a:solidFill>
                  <a:schemeClr val="tx1"/>
                </a:solidFill>
                <a:effectLst/>
                <a:latin typeface="Arial" charset="0"/>
                <a:ea typeface="ＭＳ Ｐ明朝" pitchFamily="18" charset="-128"/>
              </a:rPr>
              <a:t>k</a:t>
            </a:r>
            <a:r>
              <a:rPr kumimoji="1" lang="ja-JP" altLang="en-US" sz="1200" kern="1200">
                <a:solidFill>
                  <a:schemeClr val="tx1"/>
                </a:solidFill>
                <a:effectLst/>
                <a:latin typeface="Arial" charset="0"/>
                <a:ea typeface="ＭＳ Ｐ明朝" pitchFamily="18" charset="-128"/>
              </a:rPr>
              <a:t>期目の末尾のある状態を状態</a:t>
            </a:r>
            <a:r>
              <a:rPr kumimoji="1" lang="en-US" altLang="ja-JP" sz="1200" kern="1200" dirty="0">
                <a:solidFill>
                  <a:schemeClr val="tx1"/>
                </a:solidFill>
                <a:effectLst/>
                <a:latin typeface="Arial" charset="0"/>
                <a:ea typeface="ＭＳ Ｐ明朝" pitchFamily="18" charset="-128"/>
              </a:rPr>
              <a:t>s_{k}</a:t>
            </a:r>
            <a:r>
              <a:rPr kumimoji="1" lang="ja-JP" altLang="en-US" sz="1200" kern="1200">
                <a:solidFill>
                  <a:schemeClr val="tx1"/>
                </a:solidFill>
                <a:effectLst/>
                <a:latin typeface="Arial" charset="0"/>
                <a:ea typeface="ＭＳ Ｐ明朝" pitchFamily="18" charset="-128"/>
              </a:rPr>
              <a:t>と呼びます。</a:t>
            </a:r>
            <a:r>
              <a:rPr kumimoji="1" lang="en-US" altLang="ja-JP" sz="1200" kern="1200" dirty="0">
                <a:solidFill>
                  <a:schemeClr val="tx1"/>
                </a:solidFill>
                <a:effectLst/>
                <a:latin typeface="Arial" charset="0"/>
                <a:ea typeface="ＭＳ Ｐ明朝" pitchFamily="18" charset="-128"/>
              </a:rPr>
              <a:t>(06:00)</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10</a:t>
            </a:fld>
            <a:endParaRPr lang="en-US" altLang="ja-JP" dirty="0"/>
          </a:p>
        </p:txBody>
      </p:sp>
    </p:spTree>
    <p:extLst>
      <p:ext uri="{BB962C8B-B14F-4D97-AF65-F5344CB8AC3E}">
        <p14:creationId xmlns:p14="http://schemas.microsoft.com/office/powerpoint/2010/main" val="4175033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このモデルでは時間を追うごとの状態遷移をグラフ構造として捉えます。 </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ただし，任意の状態遷移を認めるのではなく，制約条件を満たす状態遷移のみが存在します。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b="0" i="0" u="none" strike="noStrike" kern="1200" dirty="0">
                <a:solidFill>
                  <a:srgbClr val="000000"/>
                </a:solidFill>
                <a:effectLst/>
                <a:latin typeface="-webkit-standard"/>
                <a:ea typeface="ＭＳ Ｐ明朝" pitchFamily="18" charset="-128"/>
                <a:cs typeface="ＭＳ Ｐ明朝" charset="0"/>
              </a:rPr>
              <a:t>(06:30)</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11</a:t>
            </a:fld>
            <a:endParaRPr lang="en-US" altLang="ja-JP" dirty="0"/>
          </a:p>
        </p:txBody>
      </p:sp>
    </p:spTree>
    <p:extLst>
      <p:ext uri="{BB962C8B-B14F-4D97-AF65-F5344CB8AC3E}">
        <p14:creationId xmlns:p14="http://schemas.microsoft.com/office/powerpoint/2010/main" val="2272640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なお，線形計画モデルでで登場した</a:t>
            </a:r>
            <a:r>
              <a:rPr lang="en-US" altLang="ja-JP" b="0" i="0" u="none" strike="noStrike" dirty="0">
                <a:solidFill>
                  <a:srgbClr val="000000"/>
                </a:solidFill>
                <a:effectLst/>
                <a:latin typeface="-webkit-standard"/>
              </a:rPr>
              <a:t>『30</a:t>
            </a:r>
            <a:r>
              <a:rPr lang="ja-JP" altLang="en-US" b="0" i="0" u="none" strike="noStrike">
                <a:solidFill>
                  <a:srgbClr val="000000"/>
                </a:solidFill>
                <a:effectLst/>
                <a:latin typeface="-webkit-standard"/>
              </a:rPr>
              <a:t>分間の平均電力に関する制約</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つまり，</a:t>
            </a:r>
            <a:r>
              <a:rPr lang="en-US" altLang="ja-JP" b="0" i="0" u="none" strike="noStrike" dirty="0">
                <a:solidFill>
                  <a:srgbClr val="000000"/>
                </a:solidFill>
                <a:effectLst/>
                <a:latin typeface="-webkit-standard"/>
              </a:rPr>
              <a:t>30</a:t>
            </a:r>
            <a:r>
              <a:rPr lang="ja-JP" altLang="en-US" b="0" i="0" u="none" strike="noStrike">
                <a:solidFill>
                  <a:srgbClr val="000000"/>
                </a:solidFill>
                <a:effectLst/>
                <a:latin typeface="-webkit-standard"/>
              </a:rPr>
              <a:t>分間の平均買電力に関する制約ですが，動的計画法で扱うには</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過去の期の情報を状態として持つ必要があり、計算量が爆発します。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そのため本研究の動的計画モデルでは、これを</a:t>
            </a:r>
            <a:r>
              <a:rPr lang="en-US" altLang="ja-JP" b="0" i="0" u="none" strike="noStrike" dirty="0">
                <a:solidFill>
                  <a:srgbClr val="000000"/>
                </a:solidFill>
                <a:effectLst/>
                <a:latin typeface="-webkit-standard"/>
              </a:rPr>
              <a:t>『30</a:t>
            </a:r>
            <a:r>
              <a:rPr lang="ja-JP" altLang="en-US" b="0" i="0" u="none" strike="noStrike">
                <a:solidFill>
                  <a:srgbClr val="000000"/>
                </a:solidFill>
                <a:effectLst/>
                <a:latin typeface="-webkit-standard"/>
              </a:rPr>
              <a:t>分の平均ではなく全ての期について</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買電電力量が一定以下</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という、より厳しい</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制約に置き換えて実装しました。</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ja-JP" dirty="0"/>
              <a:t>(07:10)</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12</a:t>
            </a:fld>
            <a:endParaRPr lang="en-US" altLang="ja-JP" dirty="0"/>
          </a:p>
        </p:txBody>
      </p:sp>
    </p:spTree>
    <p:extLst>
      <p:ext uri="{BB962C8B-B14F-4D97-AF65-F5344CB8AC3E}">
        <p14:creationId xmlns:p14="http://schemas.microsoft.com/office/powerpoint/2010/main" val="24295289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求解の方法ですが，</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まずは，ある期の状態から、次の期の状態へ遷移する際、そ</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の遷移に伴うコストを計算します，この際の各々の期のコストはその状態遷移で生じた金銭の</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kern="1200">
                <a:solidFill>
                  <a:schemeClr val="tx1"/>
                </a:solidFill>
                <a:effectLst/>
                <a:latin typeface="Arial" charset="0"/>
                <a:ea typeface="ＭＳ Ｐ明朝" pitchFamily="18" charset="-128"/>
                <a:cs typeface="ＭＳ Ｐ明朝" charset="0"/>
              </a:rPr>
              <a:t>正味の支出です．</a:t>
            </a:r>
            <a:endParaRPr kumimoji="1" lang="en-US" altLang="ja-JP" sz="1200" b="0" i="0" u="none" strike="noStrike"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b="0" i="0" u="none" strike="noStrike" kern="1200">
                <a:solidFill>
                  <a:schemeClr val="tx1"/>
                </a:solidFill>
                <a:effectLst/>
                <a:latin typeface="Arial" charset="0"/>
                <a:ea typeface="ＭＳ Ｐ明朝" pitchFamily="18" charset="-128"/>
              </a:rPr>
              <a:t>最適解の導出には</a:t>
            </a:r>
            <a:r>
              <a:rPr lang="en-US" altLang="ja-JP" b="0" i="0" u="none" strike="noStrike" dirty="0">
                <a:solidFill>
                  <a:srgbClr val="000000"/>
                </a:solidFill>
                <a:effectLst/>
                <a:latin typeface="-webkit-standard"/>
              </a:rPr>
              <a:t>Bellman</a:t>
            </a:r>
            <a:r>
              <a:rPr lang="ja-JP" altLang="en-US" b="0" i="0" u="none" strike="noStrike">
                <a:solidFill>
                  <a:srgbClr val="000000"/>
                </a:solidFill>
                <a:effectLst/>
                <a:latin typeface="-webkit-standard"/>
              </a:rPr>
              <a:t>の最適性の原理を用います。 </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最終期から逆順に、累積コストが暫定的に最小となる経路を再帰的に計算することで、全期間を通じた最適な運用計画を決定します。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b="0" i="0" u="none" strike="noStrike" kern="1200" dirty="0">
                <a:solidFill>
                  <a:srgbClr val="000000"/>
                </a:solidFill>
                <a:effectLst/>
                <a:latin typeface="-webkit-standard"/>
                <a:ea typeface="ＭＳ Ｐ明朝" pitchFamily="18" charset="-128"/>
                <a:cs typeface="ＭＳ Ｐ明朝" charset="0"/>
              </a:rPr>
              <a:t>(07:50)</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13</a:t>
            </a:fld>
            <a:endParaRPr lang="en-US" altLang="ja-JP" dirty="0"/>
          </a:p>
        </p:txBody>
      </p:sp>
    </p:spTree>
    <p:extLst>
      <p:ext uri="{BB962C8B-B14F-4D97-AF65-F5344CB8AC3E}">
        <p14:creationId xmlns:p14="http://schemas.microsoft.com/office/powerpoint/2010/main" val="4235494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計算機実験の設定です。 対象期間は</a:t>
            </a:r>
            <a:r>
              <a:rPr lang="en-US" altLang="ja-JP" b="0" i="0" u="none" strike="noStrike" dirty="0">
                <a:solidFill>
                  <a:srgbClr val="000000"/>
                </a:solidFill>
                <a:effectLst/>
                <a:latin typeface="-webkit-standard"/>
              </a:rPr>
              <a:t>2025</a:t>
            </a:r>
            <a:r>
              <a:rPr lang="ja-JP" altLang="en-US" b="0" i="0" u="none" strike="noStrike">
                <a:solidFill>
                  <a:srgbClr val="000000"/>
                </a:solidFill>
                <a:effectLst/>
                <a:latin typeface="-webkit-standard"/>
              </a:rPr>
              <a:t>年</a:t>
            </a:r>
            <a:r>
              <a:rPr lang="en-US" altLang="ja-JP" b="0" i="0" u="none" strike="noStrike" dirty="0">
                <a:solidFill>
                  <a:srgbClr val="000000"/>
                </a:solidFill>
                <a:effectLst/>
                <a:latin typeface="-webkit-standard"/>
              </a:rPr>
              <a:t>7</a:t>
            </a:r>
            <a:r>
              <a:rPr lang="ja-JP" altLang="en-US" b="0" i="0" u="none" strike="noStrike">
                <a:solidFill>
                  <a:srgbClr val="000000"/>
                </a:solidFill>
                <a:effectLst/>
                <a:latin typeface="-webkit-standard"/>
              </a:rPr>
              <a:t>月の</a:t>
            </a:r>
            <a:r>
              <a:rPr lang="en-US" altLang="ja-JP" b="0" i="0" u="none" strike="noStrike" dirty="0">
                <a:solidFill>
                  <a:srgbClr val="000000"/>
                </a:solidFill>
                <a:effectLst/>
                <a:latin typeface="-webkit-standard"/>
              </a:rPr>
              <a:t>1</a:t>
            </a:r>
            <a:r>
              <a:rPr lang="ja-JP" altLang="en-US" b="0" i="0" u="none" strike="noStrike">
                <a:solidFill>
                  <a:srgbClr val="000000"/>
                </a:solidFill>
                <a:effectLst/>
                <a:latin typeface="-webkit-standard"/>
              </a:rPr>
              <a:t>週間です。 工場の実データを基にした発電・需要データを用い、</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ja-JP" b="0" i="0" u="none" strike="noStrike" dirty="0">
                <a:solidFill>
                  <a:srgbClr val="000000"/>
                </a:solidFill>
                <a:effectLst/>
                <a:latin typeface="-webkit-standard"/>
              </a:rPr>
              <a:t>2</a:t>
            </a:r>
            <a:r>
              <a:rPr lang="ja-JP" altLang="en-US" b="0" i="0" u="none" strike="noStrike">
                <a:solidFill>
                  <a:srgbClr val="000000"/>
                </a:solidFill>
                <a:effectLst/>
                <a:latin typeface="-webkit-standard"/>
              </a:rPr>
              <a:t>つのモデルの挙動を比較しました．</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ja-JP" b="0" i="0" u="none" strike="noStrike" dirty="0">
                <a:solidFill>
                  <a:srgbClr val="000000"/>
                </a:solidFill>
                <a:effectLst/>
                <a:latin typeface="-webkit-standard"/>
              </a:rPr>
              <a:t>2</a:t>
            </a:r>
            <a:r>
              <a:rPr lang="ja-JP" altLang="en-US" b="0" i="0" u="none" strike="noStrike">
                <a:solidFill>
                  <a:srgbClr val="000000"/>
                </a:solidFill>
                <a:effectLst/>
                <a:latin typeface="-webkit-standard"/>
              </a:rPr>
              <a:t>つのモデルのでは、蓄電池の残量を離散かしているか否かや，</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ja-JP" b="0" i="0" u="none" strike="noStrike" dirty="0">
                <a:solidFill>
                  <a:srgbClr val="000000"/>
                </a:solidFill>
                <a:effectLst/>
                <a:latin typeface="-webkit-standard"/>
              </a:rPr>
              <a:t>『30</a:t>
            </a:r>
            <a:r>
              <a:rPr lang="ja-JP" altLang="en-US" b="0" i="0" u="none" strike="noStrike">
                <a:solidFill>
                  <a:srgbClr val="000000"/>
                </a:solidFill>
                <a:effectLst/>
                <a:latin typeface="-webkit-standard"/>
              </a:rPr>
              <a:t>分間の平均電力ではなく</a:t>
            </a:r>
            <a:r>
              <a:rPr lang="en-US" altLang="ja-JP" b="0" i="0" u="none" strike="noStrike" dirty="0">
                <a:solidFill>
                  <a:srgbClr val="000000"/>
                </a:solidFill>
                <a:effectLst/>
                <a:latin typeface="-webkit-standard"/>
              </a:rPr>
              <a:t>1</a:t>
            </a:r>
            <a:r>
              <a:rPr lang="ja-JP" altLang="en-US" b="0" i="0" u="none" strike="noStrike">
                <a:solidFill>
                  <a:srgbClr val="000000"/>
                </a:solidFill>
                <a:effectLst/>
                <a:latin typeface="-webkit-standard"/>
              </a:rPr>
              <a:t>分ごとの買電電力量が一定以下</a:t>
            </a:r>
            <a:r>
              <a:rPr lang="en-US" altLang="ja-JP" b="0" i="0" u="none" strike="noStrike" dirty="0">
                <a:solidFill>
                  <a:srgbClr val="000000"/>
                </a:solidFill>
                <a:effectLst/>
                <a:latin typeface="-webkit-standard"/>
              </a:rPr>
              <a:t>』</a:t>
            </a:r>
            <a:r>
              <a:rPr lang="ja-JP" altLang="en-US" b="0" i="0" u="none" strike="noStrike">
                <a:solidFill>
                  <a:srgbClr val="000000"/>
                </a:solidFill>
                <a:effectLst/>
                <a:latin typeface="-webkit-standard"/>
              </a:rPr>
              <a:t>という点が異なります。</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rPr>
              <a:t>(08:20)</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14</a:t>
            </a:fld>
            <a:endParaRPr lang="en-US" altLang="ja-JP" dirty="0"/>
          </a:p>
        </p:txBody>
      </p:sp>
    </p:spTree>
    <p:extLst>
      <p:ext uri="{BB962C8B-B14F-4D97-AF65-F5344CB8AC3E}">
        <p14:creationId xmlns:p14="http://schemas.microsoft.com/office/powerpoint/2010/main" val="3149767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本実験では，もちいる入力データは予測値ではなく，すでに確定している値と仮定して計算を行います．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なお，消費電力量について</a:t>
            </a:r>
            <a:r>
              <a:rPr lang="en-US" altLang="ja-JP" b="0" i="0" u="none" strike="noStrike" dirty="0">
                <a:solidFill>
                  <a:srgbClr val="000000"/>
                </a:solidFill>
                <a:effectLst/>
                <a:latin typeface="-webkit-standard"/>
              </a:rPr>
              <a:t>7</a:t>
            </a:r>
            <a:r>
              <a:rPr lang="ja-JP" altLang="en-US" b="0" i="0" u="none" strike="noStrike">
                <a:solidFill>
                  <a:srgbClr val="000000"/>
                </a:solidFill>
                <a:effectLst/>
                <a:latin typeface="-webkit-standard"/>
              </a:rPr>
              <a:t>月</a:t>
            </a:r>
            <a:r>
              <a:rPr lang="en-US" altLang="ja-JP" b="0" i="0" u="none" strike="noStrike" dirty="0">
                <a:solidFill>
                  <a:srgbClr val="000000"/>
                </a:solidFill>
                <a:effectLst/>
                <a:latin typeface="-webkit-standard"/>
              </a:rPr>
              <a:t>5</a:t>
            </a:r>
            <a:r>
              <a:rPr lang="ja-JP" altLang="en-US" b="0" i="0" u="none" strike="noStrike">
                <a:solidFill>
                  <a:srgbClr val="000000"/>
                </a:solidFill>
                <a:effectLst/>
                <a:latin typeface="-webkit-standard"/>
              </a:rPr>
              <a:t>日と</a:t>
            </a:r>
            <a:r>
              <a:rPr lang="en-US" altLang="ja-JP" b="0" i="0" u="none" strike="noStrike" dirty="0">
                <a:solidFill>
                  <a:srgbClr val="000000"/>
                </a:solidFill>
                <a:effectLst/>
                <a:latin typeface="-webkit-standard"/>
              </a:rPr>
              <a:t>6</a:t>
            </a:r>
            <a:r>
              <a:rPr lang="ja-JP" altLang="en-US" b="0" i="0" u="none" strike="noStrike">
                <a:solidFill>
                  <a:srgbClr val="000000"/>
                </a:solidFill>
                <a:effectLst/>
                <a:latin typeface="-webkit-standard"/>
              </a:rPr>
              <a:t>日は休日であり，が小さくなっています。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売買電については，日本卸売電力取引所の役低価格を参考にしており，</a:t>
            </a:r>
            <a:r>
              <a:rPr lang="en-US" altLang="ja-JP" b="0" i="0" u="none" strike="noStrike" dirty="0">
                <a:solidFill>
                  <a:srgbClr val="000000"/>
                </a:solidFill>
                <a:effectLst/>
                <a:latin typeface="-webkit-standard"/>
              </a:rPr>
              <a:t>30</a:t>
            </a:r>
            <a:r>
              <a:rPr lang="ja-JP" altLang="en-US" b="0" i="0" u="none" strike="noStrike">
                <a:solidFill>
                  <a:srgbClr val="000000"/>
                </a:solidFill>
                <a:effectLst/>
                <a:latin typeface="-webkit-standard"/>
              </a:rPr>
              <a:t>分ごとに売買電単価が変わるものとします。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ja-JP" b="0" i="0" u="none" strike="noStrike" dirty="0">
                <a:solidFill>
                  <a:srgbClr val="000000"/>
                </a:solidFill>
                <a:effectLst/>
                <a:latin typeface="-webkit-standard"/>
              </a:rPr>
              <a:t>(08:50)</a:t>
            </a: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15</a:t>
            </a:fld>
            <a:endParaRPr lang="en-US" altLang="ja-JP" dirty="0"/>
          </a:p>
        </p:txBody>
      </p:sp>
    </p:spTree>
    <p:extLst>
      <p:ext uri="{BB962C8B-B14F-4D97-AF65-F5344CB8AC3E}">
        <p14:creationId xmlns:p14="http://schemas.microsoft.com/office/powerpoint/2010/main" val="2315637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まず、線形計画モデルによる結果です。 赤色が系統との売買電力を示しており、正の値が買電、負の値が売電です。 </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売電に注目すると，市場価格が高い昼間の時間帯に、集中的に売電を行っていることが確認できます。</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kern="1200">
                <a:solidFill>
                  <a:schemeClr val="tx1"/>
                </a:solidFill>
                <a:effectLst/>
                <a:latin typeface="Arial" charset="0"/>
                <a:ea typeface="ＭＳ Ｐ明朝" pitchFamily="18" charset="-128"/>
                <a:cs typeface="ＭＳ Ｐ明朝" charset="0"/>
              </a:rPr>
              <a:t>例えば，</a:t>
            </a:r>
            <a:r>
              <a:rPr kumimoji="1" lang="en-US" altLang="ja-JP" sz="1200" kern="1200" dirty="0">
                <a:solidFill>
                  <a:schemeClr val="tx1"/>
                </a:solidFill>
                <a:effectLst/>
                <a:latin typeface="Arial" charset="0"/>
                <a:ea typeface="ＭＳ Ｐ明朝" pitchFamily="18" charset="-128"/>
                <a:cs typeface="ＭＳ Ｐ明朝" charset="0"/>
              </a:rPr>
              <a:t>2025</a:t>
            </a:r>
            <a:r>
              <a:rPr kumimoji="1" lang="ja-JP" altLang="en-US" sz="1200" kern="1200">
                <a:solidFill>
                  <a:schemeClr val="tx1"/>
                </a:solidFill>
                <a:effectLst/>
                <a:latin typeface="Arial" charset="0"/>
                <a:ea typeface="ＭＳ Ｐ明朝" pitchFamily="18" charset="-128"/>
                <a:cs typeface="ＭＳ Ｐ明朝" charset="0"/>
              </a:rPr>
              <a:t>年の</a:t>
            </a:r>
            <a:r>
              <a:rPr kumimoji="1" lang="en-US" altLang="ja-JP" sz="1200" kern="1200" dirty="0">
                <a:solidFill>
                  <a:schemeClr val="tx1"/>
                </a:solidFill>
                <a:effectLst/>
                <a:latin typeface="Arial" charset="0"/>
                <a:ea typeface="ＭＳ Ｐ明朝" pitchFamily="18" charset="-128"/>
                <a:cs typeface="ＭＳ Ｐ明朝" charset="0"/>
              </a:rPr>
              <a:t>7</a:t>
            </a:r>
            <a:r>
              <a:rPr kumimoji="1" lang="ja-JP" altLang="en-US" sz="1200" kern="1200">
                <a:solidFill>
                  <a:schemeClr val="tx1"/>
                </a:solidFill>
                <a:effectLst/>
                <a:latin typeface="Arial" charset="0"/>
                <a:ea typeface="ＭＳ Ｐ明朝" pitchFamily="18" charset="-128"/>
                <a:cs typeface="ＭＳ Ｐ明朝" charset="0"/>
              </a:rPr>
              <a:t>月日の午後に注目すると売電を大量に行っていますが，この期の売電単価は高くなっていることが確認できます．</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(09:20)</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16</a:t>
            </a:fld>
            <a:endParaRPr lang="en-US" altLang="ja-JP" dirty="0"/>
          </a:p>
        </p:txBody>
      </p:sp>
    </p:spTree>
    <p:extLst>
      <p:ext uri="{BB962C8B-B14F-4D97-AF65-F5344CB8AC3E}">
        <p14:creationId xmlns:p14="http://schemas.microsoft.com/office/powerpoint/2010/main" val="1398768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対象期間の</a:t>
            </a:r>
            <a:r>
              <a:rPr lang="en-US" altLang="ja-JP" b="0" i="0" u="none" strike="noStrike" dirty="0">
                <a:solidFill>
                  <a:srgbClr val="000000"/>
                </a:solidFill>
                <a:effectLst/>
                <a:latin typeface="-webkit-standard"/>
              </a:rPr>
              <a:t>1</a:t>
            </a:r>
            <a:r>
              <a:rPr lang="ja-JP" altLang="en-US" b="0" i="0" u="none" strike="noStrike">
                <a:solidFill>
                  <a:srgbClr val="000000"/>
                </a:solidFill>
                <a:effectLst/>
                <a:latin typeface="-webkit-standard"/>
              </a:rPr>
              <a:t>日めの最初の</a:t>
            </a:r>
            <a:r>
              <a:rPr lang="en-US" altLang="ja-JP" b="0" i="0" u="none" strike="noStrike" dirty="0">
                <a:solidFill>
                  <a:srgbClr val="000000"/>
                </a:solidFill>
                <a:effectLst/>
                <a:latin typeface="-webkit-standard"/>
              </a:rPr>
              <a:t>3</a:t>
            </a:r>
            <a:r>
              <a:rPr lang="ja-JP" altLang="en-US" b="0" i="0" u="none" strike="noStrike">
                <a:solidFill>
                  <a:srgbClr val="000000"/>
                </a:solidFill>
                <a:effectLst/>
                <a:latin typeface="-webkit-standard"/>
              </a:rPr>
              <a:t>時間分の期間を拡大した図です。 グラフを見ると、</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集中的に電力を購入している期間とそうでない期間が</a:t>
            </a:r>
            <a:r>
              <a:rPr lang="en-US" altLang="ja-JP" b="0" i="0" u="none" strike="noStrike" dirty="0">
                <a:solidFill>
                  <a:srgbClr val="000000"/>
                </a:solidFill>
                <a:effectLst/>
                <a:latin typeface="-webkit-standard"/>
              </a:rPr>
              <a:t>30</a:t>
            </a:r>
            <a:r>
              <a:rPr lang="ja-JP" altLang="en-US" b="0" i="0" u="none" strike="noStrike">
                <a:solidFill>
                  <a:srgbClr val="000000"/>
                </a:solidFill>
                <a:effectLst/>
                <a:latin typeface="-webkit-standard"/>
              </a:rPr>
              <a:t>分周期で周期的に現れていることが確認できます。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kern="1200">
                <a:solidFill>
                  <a:schemeClr val="tx1"/>
                </a:solidFill>
                <a:effectLst/>
                <a:latin typeface="Arial" charset="0"/>
                <a:ea typeface="ＭＳ Ｐ明朝" pitchFamily="18" charset="-128"/>
                <a:cs typeface="ＭＳ Ｐ明朝" charset="0"/>
              </a:rPr>
              <a:t>これは</a:t>
            </a:r>
            <a:r>
              <a:rPr kumimoji="1" lang="en-US" altLang="ja-JP" sz="1200" kern="1200" dirty="0">
                <a:solidFill>
                  <a:schemeClr val="tx1"/>
                </a:solidFill>
                <a:effectLst/>
                <a:latin typeface="Arial" charset="0"/>
                <a:ea typeface="ＭＳ Ｐ明朝" pitchFamily="18" charset="-128"/>
                <a:cs typeface="ＭＳ Ｐ明朝" charset="0"/>
              </a:rPr>
              <a:t>30</a:t>
            </a:r>
            <a:r>
              <a:rPr kumimoji="1" lang="ja-JP" altLang="en-US" sz="1200" kern="1200">
                <a:solidFill>
                  <a:schemeClr val="tx1"/>
                </a:solidFill>
                <a:effectLst/>
                <a:latin typeface="Arial" charset="0"/>
                <a:ea typeface="ＭＳ Ｐ明朝" pitchFamily="18" charset="-128"/>
                <a:cs typeface="ＭＳ Ｐ明朝" charset="0"/>
              </a:rPr>
              <a:t>分の平均の電力量が規定値以下であればよい</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kern="1200">
                <a:solidFill>
                  <a:schemeClr val="tx1"/>
                </a:solidFill>
                <a:effectLst/>
                <a:latin typeface="Arial" charset="0"/>
                <a:ea typeface="ＭＳ Ｐ明朝" pitchFamily="18" charset="-128"/>
                <a:cs typeface="ＭＳ Ｐ明朝" charset="0"/>
              </a:rPr>
              <a:t>という制約の特性を活かし，特定の時期にピンポイントに買電をしています．</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30</a:t>
            </a:r>
            <a:r>
              <a:rPr kumimoji="1" lang="ja-JP" altLang="en-US" sz="1200" kern="1200">
                <a:solidFill>
                  <a:schemeClr val="tx1"/>
                </a:solidFill>
                <a:effectLst/>
                <a:latin typeface="Arial" charset="0"/>
                <a:ea typeface="ＭＳ Ｐ明朝" pitchFamily="18" charset="-128"/>
                <a:cs typeface="ＭＳ Ｐ明朝" charset="0"/>
              </a:rPr>
              <a:t>分間の売買電単価が等しいにも関わらず，</a:t>
            </a:r>
            <a:r>
              <a:rPr kumimoji="1" lang="en-US" altLang="ja-JP" sz="1200" kern="1200" dirty="0">
                <a:solidFill>
                  <a:schemeClr val="tx1"/>
                </a:solidFill>
                <a:effectLst/>
                <a:latin typeface="Arial" charset="0"/>
                <a:ea typeface="ＭＳ Ｐ明朝" pitchFamily="18" charset="-128"/>
                <a:cs typeface="ＭＳ Ｐ明朝" charset="0"/>
              </a:rPr>
              <a:t>30</a:t>
            </a:r>
            <a:r>
              <a:rPr kumimoji="1" lang="ja-JP" altLang="en-US" sz="1200" kern="1200">
                <a:solidFill>
                  <a:schemeClr val="tx1"/>
                </a:solidFill>
                <a:effectLst/>
                <a:latin typeface="Arial" charset="0"/>
                <a:ea typeface="ＭＳ Ｐ明朝" pitchFamily="18" charset="-128"/>
                <a:cs typeface="ＭＳ Ｐ明朝" charset="0"/>
              </a:rPr>
              <a:t>分間の中でも後半でピンポインドで</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kern="1200">
                <a:solidFill>
                  <a:schemeClr val="tx1"/>
                </a:solidFill>
                <a:effectLst/>
                <a:latin typeface="Arial" charset="0"/>
                <a:ea typeface="ＭＳ Ｐ明朝" pitchFamily="18" charset="-128"/>
                <a:cs typeface="ＭＳ Ｐ明朝" charset="0"/>
              </a:rPr>
              <a:t>買電をしているのは，こちらの定数が効いて，．放っておくと蓄電池の残量が目減りするを抑えるためであると考えられます。</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(10:00)</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17</a:t>
            </a:fld>
            <a:endParaRPr lang="en-US" altLang="ja-JP" dirty="0"/>
          </a:p>
        </p:txBody>
      </p:sp>
    </p:spTree>
    <p:extLst>
      <p:ext uri="{BB962C8B-B14F-4D97-AF65-F5344CB8AC3E}">
        <p14:creationId xmlns:p14="http://schemas.microsoft.com/office/powerpoint/2010/main" val="23805095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蓄電池残量の推移です。 売電を行う直前や，</a:t>
            </a:r>
            <a:r>
              <a:rPr lang="en-US" altLang="ja-JP" b="0" i="0" u="none" strike="noStrike" dirty="0">
                <a:solidFill>
                  <a:srgbClr val="000000"/>
                </a:solidFill>
                <a:effectLst/>
                <a:latin typeface="-webkit-standard"/>
              </a:rPr>
              <a:t>7</a:t>
            </a:r>
            <a:r>
              <a:rPr lang="ja-JP" altLang="en-US" b="0" i="0" u="none" strike="noStrike">
                <a:solidFill>
                  <a:srgbClr val="000000"/>
                </a:solidFill>
                <a:effectLst/>
                <a:latin typeface="-webkit-standard"/>
              </a:rPr>
              <a:t>月</a:t>
            </a:r>
            <a:r>
              <a:rPr lang="en-US" altLang="ja-JP" b="0" i="0" u="none" strike="noStrike" dirty="0">
                <a:solidFill>
                  <a:srgbClr val="000000"/>
                </a:solidFill>
                <a:effectLst/>
                <a:latin typeface="-webkit-standard"/>
              </a:rPr>
              <a:t>5</a:t>
            </a:r>
            <a:r>
              <a:rPr lang="ja-JP" altLang="en-US" b="0" i="0" u="none" strike="noStrike">
                <a:solidFill>
                  <a:srgbClr val="000000"/>
                </a:solidFill>
                <a:effectLst/>
                <a:latin typeface="-webkit-standard"/>
              </a:rPr>
              <a:t>日と</a:t>
            </a:r>
            <a:r>
              <a:rPr lang="en-US" altLang="ja-JP" b="0" i="0" u="none" strike="noStrike" dirty="0">
                <a:solidFill>
                  <a:srgbClr val="000000"/>
                </a:solidFill>
                <a:effectLst/>
                <a:latin typeface="-webkit-standard"/>
              </a:rPr>
              <a:t>7</a:t>
            </a:r>
            <a:r>
              <a:rPr lang="ja-JP" altLang="en-US" b="0" i="0" u="none" strike="noStrike">
                <a:solidFill>
                  <a:srgbClr val="000000"/>
                </a:solidFill>
                <a:effectLst/>
                <a:latin typeface="-webkit-standard"/>
              </a:rPr>
              <a:t>月</a:t>
            </a:r>
            <a:r>
              <a:rPr lang="en-US" altLang="ja-JP" b="0" i="0" u="none" strike="noStrike" dirty="0">
                <a:solidFill>
                  <a:srgbClr val="000000"/>
                </a:solidFill>
                <a:effectLst/>
                <a:latin typeface="-webkit-standard"/>
              </a:rPr>
              <a:t>6</a:t>
            </a:r>
            <a:r>
              <a:rPr lang="ja-JP" altLang="en-US" b="0" i="0" u="none" strike="noStrike">
                <a:solidFill>
                  <a:srgbClr val="000000"/>
                </a:solidFill>
                <a:effectLst/>
                <a:latin typeface="-webkit-standard"/>
              </a:rPr>
              <a:t>日といった消費電力量が小さい期間で電力を溜め、</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売電単価が高いタイミングで放電して残量が減るという、直感的な動作を逸脱しない充放電の挙動が確認できました。</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ja-JP" b="0" i="0" u="none" strike="noStrike" dirty="0">
                <a:solidFill>
                  <a:srgbClr val="000000"/>
                </a:solidFill>
                <a:effectLst/>
                <a:latin typeface="-webkit-standard"/>
              </a:rPr>
              <a:t>(10:30)</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18</a:t>
            </a:fld>
            <a:endParaRPr lang="en-US" altLang="ja-JP" dirty="0"/>
          </a:p>
        </p:txBody>
      </p:sp>
    </p:spTree>
    <p:extLst>
      <p:ext uri="{BB962C8B-B14F-4D97-AF65-F5344CB8AC3E}">
        <p14:creationId xmlns:p14="http://schemas.microsoft.com/office/powerpoint/2010/main" val="35749428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次に、動的計画モデルの結果です。 </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売電のタイミングの全体的な傾向は線形計画モデルと類似していますが、</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線形計画モデルのような，瞬時的に大量に電力を購入する挙動は見られません．</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これは先述の通り、制約条件を</a:t>
            </a:r>
            <a:r>
              <a:rPr lang="en-US" altLang="ja-JP" b="0" i="0" u="none" strike="noStrike" dirty="0">
                <a:solidFill>
                  <a:srgbClr val="000000"/>
                </a:solidFill>
                <a:effectLst/>
                <a:latin typeface="-webkit-standard"/>
              </a:rPr>
              <a:t>30</a:t>
            </a:r>
            <a:r>
              <a:rPr lang="ja-JP" altLang="en-US" b="0" i="0" u="none" strike="noStrike">
                <a:solidFill>
                  <a:srgbClr val="000000"/>
                </a:solidFill>
                <a:effectLst/>
                <a:latin typeface="-webkit-standard"/>
              </a:rPr>
              <a:t>分間の最大需要電力の制約を</a:t>
            </a:r>
            <a:r>
              <a:rPr lang="en-US" altLang="ja-JP" b="0" i="0" u="none" strike="noStrike" dirty="0">
                <a:solidFill>
                  <a:srgbClr val="000000"/>
                </a:solidFill>
                <a:effectLst/>
                <a:latin typeface="-webkit-standard"/>
              </a:rPr>
              <a:t>1</a:t>
            </a:r>
            <a:r>
              <a:rPr lang="ja-JP" altLang="en-US" b="0" i="0" u="none" strike="noStrike">
                <a:solidFill>
                  <a:srgbClr val="000000"/>
                </a:solidFill>
                <a:effectLst/>
                <a:latin typeface="-webkit-standard"/>
              </a:rPr>
              <a:t>分間の最大買電力の制約に置き換えた影響によるものです。</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ja-JP" dirty="0"/>
              <a:t>(11:00)</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19</a:t>
            </a:fld>
            <a:endParaRPr lang="en-US" altLang="ja-JP" dirty="0"/>
          </a:p>
        </p:txBody>
      </p:sp>
    </p:spTree>
    <p:extLst>
      <p:ext uri="{BB962C8B-B14F-4D97-AF65-F5344CB8AC3E}">
        <p14:creationId xmlns:p14="http://schemas.microsoft.com/office/powerpoint/2010/main" val="3574003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次に動的計画にによる蓄電池残量の推移です。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線形計画モデルの結果と比較しても、概ね同様の挙動を示しており、</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離散化を行っても遜色ない運用計画が作成できていることがわかります</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ja-JP" dirty="0"/>
              <a:t>(11:20)</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20</a:t>
            </a:fld>
            <a:endParaRPr lang="en-US" altLang="ja-JP" dirty="0"/>
          </a:p>
        </p:txBody>
      </p:sp>
    </p:spTree>
    <p:extLst>
      <p:ext uri="{BB962C8B-B14F-4D97-AF65-F5344CB8AC3E}">
        <p14:creationId xmlns:p14="http://schemas.microsoft.com/office/powerpoint/2010/main" val="149949365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次に作成した</a:t>
            </a:r>
            <a:r>
              <a:rPr lang="en-US" altLang="ja-JP" b="0" i="0" u="none" strike="noStrike" dirty="0">
                <a:solidFill>
                  <a:srgbClr val="000000"/>
                </a:solidFill>
                <a:effectLst/>
                <a:latin typeface="-webkit-standard"/>
              </a:rPr>
              <a:t>2</a:t>
            </a:r>
            <a:r>
              <a:rPr lang="ja-JP" altLang="en-US" b="0" i="0" u="none" strike="noStrike">
                <a:solidFill>
                  <a:srgbClr val="000000"/>
                </a:solidFill>
                <a:effectLst/>
                <a:latin typeface="-webkit-standard"/>
              </a:rPr>
              <a:t>つのモデルの計算時間です。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横軸はそれぞれ，</a:t>
            </a:r>
            <a:r>
              <a:rPr lang="en-US" altLang="ja-JP" b="0" i="0" u="none" strike="noStrike" dirty="0">
                <a:solidFill>
                  <a:srgbClr val="000000"/>
                </a:solidFill>
                <a:effectLst/>
                <a:latin typeface="-webkit-standard"/>
              </a:rPr>
              <a:t>0.5</a:t>
            </a:r>
            <a:r>
              <a:rPr lang="ja-JP" altLang="en-US" b="0" i="0" u="none" strike="noStrike">
                <a:solidFill>
                  <a:srgbClr val="000000"/>
                </a:solidFill>
                <a:effectLst/>
                <a:latin typeface="-webkit-standard"/>
              </a:rPr>
              <a:t>週間分から２週間分までの期の数を表し，縦軸は</a:t>
            </a:r>
            <a:r>
              <a:rPr lang="en-US" altLang="ja-JP" b="0" i="0" u="none" strike="noStrike" dirty="0">
                <a:solidFill>
                  <a:srgbClr val="000000"/>
                </a:solidFill>
                <a:effectLst/>
                <a:latin typeface="-webkit-standard"/>
              </a:rPr>
              <a:t>CPU</a:t>
            </a:r>
            <a:r>
              <a:rPr lang="ja-JP" altLang="en-US" b="0" i="0" u="none" strike="noStrike">
                <a:solidFill>
                  <a:srgbClr val="000000"/>
                </a:solidFill>
                <a:effectLst/>
                <a:latin typeface="-webkit-standard"/>
              </a:rPr>
              <a:t>時間です。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赤が線形計画モデルで青が動的計画もでるを表すのですが，</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動的計画モデルの方が増加量が穏やかであることがわかります。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よって長期的な期間について電力運用計画をたてる際は動的計画モデルのほうが有効であると考えられます。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(12:00)</a:t>
            </a: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21</a:t>
            </a:fld>
            <a:endParaRPr lang="en-US" altLang="ja-JP" dirty="0"/>
          </a:p>
        </p:txBody>
      </p:sp>
    </p:spTree>
    <p:extLst>
      <p:ext uri="{BB962C8B-B14F-4D97-AF65-F5344CB8AC3E}">
        <p14:creationId xmlns:p14="http://schemas.microsoft.com/office/powerpoint/2010/main" val="40142458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lang="ja-JP" altLang="en-US" b="0" i="0" u="none" strike="noStrike">
                <a:solidFill>
                  <a:srgbClr val="000000"/>
                </a:solidFill>
                <a:effectLst/>
              </a:rPr>
              <a:t>まとめです。 本研究では、実工場をモデルに</a:t>
            </a:r>
            <a:r>
              <a:rPr lang="en-US" altLang="ja-JP" b="0" i="0" u="none" strike="noStrike" dirty="0">
                <a:solidFill>
                  <a:srgbClr val="000000"/>
                </a:solidFill>
                <a:effectLst/>
              </a:rPr>
              <a:t>2</a:t>
            </a:r>
            <a:r>
              <a:rPr lang="ja-JP" altLang="en-US" b="0" i="0" u="none" strike="noStrike">
                <a:solidFill>
                  <a:srgbClr val="000000"/>
                </a:solidFill>
                <a:effectLst/>
              </a:rPr>
              <a:t>つの手法を適用し、</a:t>
            </a:r>
            <a:endParaRPr lang="en-US" altLang="ja-JP" b="0" i="0" u="none" strike="noStrike" dirty="0">
              <a:solidFill>
                <a:srgbClr val="000000"/>
              </a:solidFill>
              <a:effectLst/>
            </a:endParaRPr>
          </a:p>
          <a:p>
            <a:pPr algn="l"/>
            <a:r>
              <a:rPr lang="ja-JP" altLang="en-US" b="0" i="0" u="none" strike="noStrike">
                <a:solidFill>
                  <a:srgbClr val="000000"/>
                </a:solidFill>
                <a:effectLst/>
              </a:rPr>
              <a:t>双方が合理的な運用計画を導出できることを確認しました。</a:t>
            </a:r>
            <a:endParaRPr lang="en-US" altLang="ja-JP" b="0" i="0" u="none" strike="noStrike" dirty="0">
              <a:solidFill>
                <a:srgbClr val="000000"/>
              </a:solidFill>
              <a:effectLst/>
            </a:endParaRPr>
          </a:p>
          <a:p>
            <a:pPr algn="l"/>
            <a:r>
              <a:rPr lang="ja-JP" altLang="en-US" b="0" i="0" u="none" strike="noStrike">
                <a:solidFill>
                  <a:srgbClr val="000000"/>
                </a:solidFill>
                <a:effectLst/>
              </a:rPr>
              <a:t>特に，新たに作成した，動的計画モデルは期の数に対して計算時間が線形に増加し，</a:t>
            </a:r>
            <a:endParaRPr lang="en-US" altLang="ja-JP" b="0" i="0" u="none" strike="noStrike" dirty="0">
              <a:solidFill>
                <a:srgbClr val="000000"/>
              </a:solidFill>
              <a:effectLst/>
            </a:endParaRPr>
          </a:p>
          <a:p>
            <a:pPr algn="l"/>
            <a:r>
              <a:rPr lang="ja-JP" altLang="en-US" b="0" i="0" u="none" strike="noStrike">
                <a:solidFill>
                  <a:srgbClr val="000000"/>
                </a:solidFill>
                <a:effectLst/>
              </a:rPr>
              <a:t>長期間の電力んよう計画に適することが確認されました．</a:t>
            </a:r>
            <a:endParaRPr lang="en-US" altLang="ja-JP" b="0" i="0" u="none" strike="noStrike" dirty="0">
              <a:solidFill>
                <a:srgbClr val="000000"/>
              </a:solidFill>
              <a:effectLst/>
            </a:endParaRPr>
          </a:p>
          <a:p>
            <a:pPr algn="l"/>
            <a:r>
              <a:rPr lang="ja-JP" altLang="en-US" b="0" i="0" u="none" strike="noStrike">
                <a:solidFill>
                  <a:srgbClr val="000000"/>
                </a:solidFill>
                <a:effectLst/>
              </a:rPr>
              <a:t>今後の課題として、本研究では発電量や需要を既知としましたが、実際は確定値ではなく予測値として扱うのが</a:t>
            </a:r>
            <a:endParaRPr lang="en-US" altLang="ja-JP" b="0" i="0" u="none" strike="noStrike" dirty="0">
              <a:solidFill>
                <a:srgbClr val="000000"/>
              </a:solidFill>
              <a:effectLst/>
            </a:endParaRPr>
          </a:p>
          <a:p>
            <a:pPr algn="l"/>
            <a:r>
              <a:rPr lang="ja-JP" altLang="en-US" b="0" i="0" u="none" strike="noStrike">
                <a:solidFill>
                  <a:srgbClr val="000000"/>
                </a:solidFill>
                <a:effectLst/>
              </a:rPr>
              <a:t>実用的であるためそれを考慮した，より強固なモデルへの拡張が挙げられます。</a:t>
            </a:r>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22</a:t>
            </a:fld>
            <a:endParaRPr lang="en-US" altLang="ja-JP" dirty="0"/>
          </a:p>
        </p:txBody>
      </p:sp>
    </p:spTree>
    <p:extLst>
      <p:ext uri="{BB962C8B-B14F-4D97-AF65-F5344CB8AC3E}">
        <p14:creationId xmlns:p14="http://schemas.microsoft.com/office/powerpoint/2010/main" val="3151446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下の表は期の数を</a:t>
            </a:r>
            <a:r>
              <a:rPr lang="en-US" altLang="ja-JP" b="0" i="0" u="none" strike="noStrike" dirty="0">
                <a:solidFill>
                  <a:srgbClr val="000000"/>
                </a:solidFill>
                <a:effectLst/>
                <a:latin typeface="-webkit-standard"/>
              </a:rPr>
              <a:t>10080</a:t>
            </a:r>
            <a:r>
              <a:rPr lang="ja-JP" altLang="en-US" b="0" i="0" u="none" strike="noStrike">
                <a:solidFill>
                  <a:srgbClr val="000000"/>
                </a:solidFill>
                <a:effectLst/>
                <a:latin typeface="-webkit-standard"/>
              </a:rPr>
              <a:t>とした際の動的計画の解の精度と</a:t>
            </a:r>
            <a:r>
              <a:rPr lang="en-US" altLang="ja-JP" b="0" i="0" u="none" strike="noStrike" dirty="0">
                <a:solidFill>
                  <a:srgbClr val="000000"/>
                </a:solidFill>
                <a:effectLst/>
                <a:latin typeface="-webkit-standard"/>
              </a:rPr>
              <a:t>CPU</a:t>
            </a:r>
            <a:r>
              <a:rPr lang="ja-JP" altLang="en-US" b="0" i="0" u="none" strike="noStrike">
                <a:solidFill>
                  <a:srgbClr val="000000"/>
                </a:solidFill>
                <a:effectLst/>
                <a:latin typeface="-webkit-standard"/>
              </a:rPr>
              <a:t>時間の関係。動的計画モデルについて蓄電池の残量の刻み幅を細かくするほど</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線形計画モデルの解に近づきますが、計算時間とのトレードオフとなります。</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23</a:t>
            </a:fld>
            <a:endParaRPr lang="en-US" altLang="ja-JP" dirty="0"/>
          </a:p>
        </p:txBody>
      </p:sp>
    </p:spTree>
    <p:extLst>
      <p:ext uri="{BB962C8B-B14F-4D97-AF65-F5344CB8AC3E}">
        <p14:creationId xmlns:p14="http://schemas.microsoft.com/office/powerpoint/2010/main" val="16453177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求解の方法ですが，</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まずは，ある期の状態から、次の期の状態へ遷移する際、そ</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の遷移に伴うコストを計算します，この際の各々の期のコストはその状態遷移で生じた金銭の</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kern="1200">
                <a:solidFill>
                  <a:schemeClr val="tx1"/>
                </a:solidFill>
                <a:effectLst/>
                <a:latin typeface="Arial" charset="0"/>
                <a:ea typeface="ＭＳ Ｐ明朝" pitchFamily="18" charset="-128"/>
                <a:cs typeface="ＭＳ Ｐ明朝" charset="0"/>
              </a:rPr>
              <a:t>正味の支出です．</a:t>
            </a:r>
            <a:endParaRPr kumimoji="1" lang="en-US" altLang="ja-JP" sz="1200" b="0" i="0" u="none" strike="noStrike"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sz="1200" b="0" i="0" u="none" strike="noStrike" kern="1200">
                <a:solidFill>
                  <a:schemeClr val="tx1"/>
                </a:solidFill>
                <a:effectLst/>
                <a:latin typeface="Arial" charset="0"/>
                <a:ea typeface="ＭＳ Ｐ明朝" pitchFamily="18" charset="-128"/>
              </a:rPr>
              <a:t>最適解の導出には</a:t>
            </a:r>
            <a:r>
              <a:rPr lang="en-US" altLang="ja-JP" b="0" i="0" u="none" strike="noStrike" dirty="0">
                <a:solidFill>
                  <a:srgbClr val="000000"/>
                </a:solidFill>
                <a:effectLst/>
                <a:latin typeface="-webkit-standard"/>
              </a:rPr>
              <a:t>Bellman</a:t>
            </a:r>
            <a:r>
              <a:rPr lang="ja-JP" altLang="en-US" b="0" i="0" u="none" strike="noStrike">
                <a:solidFill>
                  <a:srgbClr val="000000"/>
                </a:solidFill>
                <a:effectLst/>
                <a:latin typeface="-webkit-standard"/>
              </a:rPr>
              <a:t>の最適性の原理を用います。 </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ja-JP" altLang="en-US" b="0" i="0" u="none" strike="noStrike">
                <a:solidFill>
                  <a:srgbClr val="000000"/>
                </a:solidFill>
                <a:effectLst/>
                <a:latin typeface="-webkit-standard"/>
              </a:rPr>
              <a:t>最終期から逆順に、累積コストが暫定的に最小となる経路を再帰的に計算することで、全期間を通じた最適な運用計画を決定します。</a:t>
            </a:r>
            <a:endParaRPr lang="en-US" altLang="ja-JP" b="0" i="0" u="none" strike="noStrike" dirty="0">
              <a:solidFill>
                <a:srgbClr val="000000"/>
              </a:solidFill>
              <a:effectLst/>
              <a:latin typeface="-webkit-standard"/>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b="0" i="0" u="none" strike="noStrike" kern="1200" dirty="0">
                <a:solidFill>
                  <a:srgbClr val="000000"/>
                </a:solidFill>
                <a:effectLst/>
                <a:latin typeface="-webkit-standard"/>
                <a:ea typeface="ＭＳ Ｐ明朝" pitchFamily="18" charset="-128"/>
                <a:cs typeface="ＭＳ Ｐ明朝" charset="0"/>
              </a:rPr>
              <a:t>(07:50)</a:t>
            </a: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24</a:t>
            </a:fld>
            <a:endParaRPr lang="en-US" altLang="ja-JP" dirty="0"/>
          </a:p>
        </p:txBody>
      </p:sp>
    </p:spTree>
    <p:extLst>
      <p:ext uri="{BB962C8B-B14F-4D97-AF65-F5344CB8AC3E}">
        <p14:creationId xmlns:p14="http://schemas.microsoft.com/office/powerpoint/2010/main" val="39355171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lang="ja-JP" altLang="en-US" b="0" i="0" u="none" strike="noStrike">
                <a:solidFill>
                  <a:srgbClr val="000000"/>
                </a:solidFill>
                <a:effectLst/>
              </a:rPr>
              <a:t>以上の結果から得られた、モデル選定の指針です。</a:t>
            </a:r>
          </a:p>
          <a:p>
            <a:pPr algn="l"/>
            <a:r>
              <a:rPr lang="ja-JP" altLang="en-US" b="1" i="0" u="none" strike="noStrike">
                <a:solidFill>
                  <a:srgbClr val="000000"/>
                </a:solidFill>
                <a:effectLst/>
              </a:rPr>
              <a:t>線形計画モデル（</a:t>
            </a:r>
            <a:r>
              <a:rPr lang="en-US" altLang="ja-JP" b="1" i="0" u="none" strike="noStrike" dirty="0">
                <a:solidFill>
                  <a:srgbClr val="000000"/>
                </a:solidFill>
                <a:effectLst/>
              </a:rPr>
              <a:t>LP</a:t>
            </a:r>
            <a:r>
              <a:rPr lang="ja-JP" altLang="en-US" b="1" i="0" u="none" strike="noStrike">
                <a:solidFill>
                  <a:srgbClr val="000000"/>
                </a:solidFill>
                <a:effectLst/>
              </a:rPr>
              <a:t>）は、 厳密解が得られ、かつ</a:t>
            </a:r>
            <a:r>
              <a:rPr lang="en-US" altLang="ja-JP" b="1" i="0" u="none" strike="noStrike" dirty="0">
                <a:solidFill>
                  <a:srgbClr val="000000"/>
                </a:solidFill>
                <a:effectLst/>
              </a:rPr>
              <a:t>『</a:t>
            </a:r>
            <a:r>
              <a:rPr lang="ja-JP" altLang="en-US" b="1" i="0" u="none" strike="noStrike">
                <a:solidFill>
                  <a:srgbClr val="000000"/>
                </a:solidFill>
                <a:effectLst/>
              </a:rPr>
              <a:t>最大需要電力</a:t>
            </a:r>
            <a:r>
              <a:rPr lang="en-US" altLang="ja-JP" b="1" i="0" u="none" strike="noStrike" dirty="0">
                <a:solidFill>
                  <a:srgbClr val="000000"/>
                </a:solidFill>
                <a:effectLst/>
              </a:rPr>
              <a:t>』</a:t>
            </a:r>
            <a:r>
              <a:rPr lang="ja-JP" altLang="en-US" b="1" i="0" u="none" strike="noStrike">
                <a:solidFill>
                  <a:srgbClr val="000000"/>
                </a:solidFill>
                <a:effectLst/>
              </a:rPr>
              <a:t>のような複数期にまたがる複雑な制約</a:t>
            </a:r>
            <a:r>
              <a:rPr lang="ja-JP" altLang="en-US" b="0" i="0" u="none" strike="noStrike">
                <a:solidFill>
                  <a:srgbClr val="000000"/>
                </a:solidFill>
                <a:effectLst/>
              </a:rPr>
              <a:t>を柔軟に記述できます。 </a:t>
            </a:r>
            <a:endParaRPr lang="en-US" altLang="ja-JP" b="0" i="0" u="none" strike="noStrike" dirty="0">
              <a:solidFill>
                <a:srgbClr val="000000"/>
              </a:solidFill>
              <a:effectLst/>
            </a:endParaRPr>
          </a:p>
          <a:p>
            <a:pPr algn="l"/>
            <a:r>
              <a:rPr lang="ja-JP" altLang="en-US" b="0" i="0" u="none" strike="noStrike">
                <a:solidFill>
                  <a:srgbClr val="000000"/>
                </a:solidFill>
                <a:effectLst/>
              </a:rPr>
              <a:t>一方で、問題の規模によっては計算時間が非線形に増大するリスクがあります。</a:t>
            </a:r>
            <a:endParaRPr lang="en-US" altLang="ja-JP" b="0" i="0" u="none" strike="noStrike" dirty="0">
              <a:solidFill>
                <a:srgbClr val="000000"/>
              </a:solidFill>
              <a:effectLst/>
            </a:endParaRPr>
          </a:p>
          <a:p>
            <a:pPr algn="l"/>
            <a:r>
              <a:rPr lang="ja-JP" altLang="en-US" b="0" i="0" u="none" strike="noStrike">
                <a:solidFill>
                  <a:srgbClr val="000000"/>
                </a:solidFill>
                <a:effectLst/>
              </a:rPr>
              <a:t> よって、</a:t>
            </a:r>
            <a:r>
              <a:rPr lang="ja-JP" altLang="en-US" b="1" i="0" u="none" strike="noStrike">
                <a:solidFill>
                  <a:srgbClr val="000000"/>
                </a:solidFill>
                <a:effectLst/>
              </a:rPr>
              <a:t>短期間で高精度な運用計画</a:t>
            </a:r>
            <a:r>
              <a:rPr lang="ja-JP" altLang="en-US" b="0" i="0" u="none" strike="noStrike">
                <a:solidFill>
                  <a:srgbClr val="000000"/>
                </a:solidFill>
                <a:effectLst/>
              </a:rPr>
              <a:t>を立てる場合に適しています。</a:t>
            </a:r>
          </a:p>
          <a:p>
            <a:pPr algn="l"/>
            <a:r>
              <a:rPr lang="ja-JP" altLang="en-US" b="1" i="0" u="none" strike="noStrike">
                <a:solidFill>
                  <a:srgbClr val="000000"/>
                </a:solidFill>
                <a:effectLst/>
              </a:rPr>
              <a:t>動的計画モデルは、 計算時間が期間の数に対して線形に増加</a:t>
            </a:r>
            <a:r>
              <a:rPr lang="ja-JP" altLang="en-US" b="0" i="0" u="none" strike="noStrike">
                <a:solidFill>
                  <a:srgbClr val="000000"/>
                </a:solidFill>
                <a:effectLst/>
              </a:rPr>
              <a:t>するため、</a:t>
            </a:r>
            <a:endParaRPr lang="en-US" altLang="ja-JP" b="0" i="0" u="none" strike="noStrike" dirty="0">
              <a:solidFill>
                <a:srgbClr val="000000"/>
              </a:solidFill>
              <a:effectLst/>
            </a:endParaRPr>
          </a:p>
          <a:p>
            <a:pPr algn="l"/>
            <a:r>
              <a:rPr lang="ja-JP" altLang="en-US" b="0" i="0" u="none" strike="noStrike">
                <a:solidFill>
                  <a:srgbClr val="000000"/>
                </a:solidFill>
                <a:effectLst/>
              </a:rPr>
              <a:t>スケーラビリティに優れます。 ただし、複数の期をまたぐような制約を入れると計算量が爆発するため、</a:t>
            </a:r>
            <a:endParaRPr lang="en-US" altLang="ja-JP" b="0" i="0" u="none" strike="noStrike" dirty="0">
              <a:solidFill>
                <a:srgbClr val="000000"/>
              </a:solidFill>
              <a:effectLst/>
            </a:endParaRPr>
          </a:p>
          <a:p>
            <a:pPr algn="l"/>
            <a:r>
              <a:rPr lang="ja-JP" altLang="en-US" b="0" i="0" u="none" strike="noStrike">
                <a:solidFill>
                  <a:srgbClr val="000000"/>
                </a:solidFill>
                <a:effectLst/>
              </a:rPr>
              <a:t>制約の緩和が必要です。 よって、制約をある程度単純化できる場合の</a:t>
            </a:r>
            <a:r>
              <a:rPr lang="ja-JP" altLang="en-US" b="1" i="0" u="none" strike="noStrike">
                <a:solidFill>
                  <a:srgbClr val="000000"/>
                </a:solidFill>
                <a:effectLst/>
              </a:rPr>
              <a:t>長期間のシミュレーション</a:t>
            </a:r>
            <a:r>
              <a:rPr lang="ja-JP" altLang="en-US" b="0" i="0" u="none" strike="noStrike">
                <a:solidFill>
                  <a:srgbClr val="000000"/>
                </a:solidFill>
                <a:effectLst/>
              </a:rPr>
              <a:t>に適しています。</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sz="1200" kern="1200" dirty="0">
              <a:solidFill>
                <a:schemeClr val="tx1"/>
              </a:solidFill>
              <a:effectLst/>
              <a:latin typeface="Arial" charset="0"/>
              <a:ea typeface="ＭＳ Ｐ明朝" pitchFamily="18" charset="-128"/>
              <a:cs typeface="ＭＳ Ｐ明朝"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en-US" altLang="ja-JP" sz="1200" kern="1200" dirty="0">
                <a:solidFill>
                  <a:schemeClr val="tx1"/>
                </a:solidFill>
                <a:effectLst/>
                <a:latin typeface="Arial" charset="0"/>
                <a:ea typeface="ＭＳ Ｐ明朝" pitchFamily="18" charset="-128"/>
                <a:cs typeface="ＭＳ Ｐ明朝" charset="0"/>
              </a:rPr>
              <a:t> </a:t>
            </a: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pPr marL="0" marR="0" lvl="0" indent="0" algn="l" defTabSz="914400" rtl="0" eaLnBrk="0" fontAlgn="base" latinLnBrk="0" hangingPunct="0">
              <a:lnSpc>
                <a:spcPct val="100000"/>
              </a:lnSpc>
              <a:spcBef>
                <a:spcPct val="30000"/>
              </a:spcBef>
              <a:spcAft>
                <a:spcPct val="0"/>
              </a:spcAft>
              <a:buClrTx/>
              <a:buSzTx/>
              <a:buFontTx/>
              <a:buNone/>
              <a:tabLst/>
              <a:defRPr/>
            </a:pPr>
            <a:endParaRPr lang="ja-JP" altLang="en-US"/>
          </a:p>
          <a:p>
            <a:endParaRPr kumimoji="1" lang="ja-JP" altLang="en-US" dirty="0"/>
          </a:p>
        </p:txBody>
      </p:sp>
      <p:sp>
        <p:nvSpPr>
          <p:cNvPr id="4" name="スライド番号プレースホルダー 3"/>
          <p:cNvSpPr>
            <a:spLocks noGrp="1"/>
          </p:cNvSpPr>
          <p:nvPr>
            <p:ph type="sldNum" sz="quarter" idx="10"/>
          </p:nvPr>
        </p:nvSpPr>
        <p:spPr/>
        <p:txBody>
          <a:bodyPr/>
          <a:lstStyle/>
          <a:p>
            <a:fld id="{8447DC19-0591-C04F-93C6-C58B8D07CA89}" type="slidenum">
              <a:rPr lang="en-US" altLang="ja-JP" smtClean="0"/>
              <a:pPr/>
              <a:t>25</a:t>
            </a:fld>
            <a:endParaRPr lang="en-US" altLang="ja-JP" dirty="0"/>
          </a:p>
        </p:txBody>
      </p:sp>
    </p:spTree>
    <p:extLst>
      <p:ext uri="{BB962C8B-B14F-4D97-AF65-F5344CB8AC3E}">
        <p14:creationId xmlns:p14="http://schemas.microsoft.com/office/powerpoint/2010/main" val="2475649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122238" y="6553200"/>
            <a:ext cx="8424862" cy="0"/>
          </a:xfrm>
          <a:prstGeom prst="line">
            <a:avLst/>
          </a:prstGeom>
          <a:noFill/>
          <a:ln w="25400">
            <a:solidFill>
              <a:schemeClr val="tx1"/>
            </a:solidFill>
            <a:round/>
            <a:headEnd/>
            <a:tailEnd/>
          </a:ln>
        </p:spPr>
        <p:txBody>
          <a:bodyPr/>
          <a:lstStyle/>
          <a:p>
            <a:pPr>
              <a:defRPr/>
            </a:pPr>
            <a:endParaRPr lang="ja-JP" altLang="en-US" dirty="0">
              <a:ea typeface="ヒラギノ角ゴ Pro W3"/>
              <a:cs typeface="ヒラギノ角ゴ Pro W3"/>
            </a:endParaRPr>
          </a:p>
        </p:txBody>
      </p:sp>
      <p:sp>
        <p:nvSpPr>
          <p:cNvPr id="5" name="Rectangle 9"/>
          <p:cNvSpPr>
            <a:spLocks noChangeArrowheads="1"/>
          </p:cNvSpPr>
          <p:nvPr/>
        </p:nvSpPr>
        <p:spPr bwMode="auto">
          <a:xfrm>
            <a:off x="8296275" y="6315075"/>
            <a:ext cx="792163" cy="476250"/>
          </a:xfrm>
          <a:prstGeom prst="rect">
            <a:avLst/>
          </a:prstGeom>
          <a:noFill/>
          <a:ln w="9525">
            <a:noFill/>
            <a:miter lim="800000"/>
            <a:headEnd/>
            <a:tailEnd/>
          </a:ln>
        </p:spPr>
        <p:txBody>
          <a:bodyPr/>
          <a:lstStyle/>
          <a:p>
            <a:pPr algn="r"/>
            <a:fld id="{CDF8992A-FA6D-E443-B868-2F5FD594F615}" type="slidenum">
              <a:rPr lang="en-US" altLang="ja-JP" b="1" smtClean="0">
                <a:solidFill>
                  <a:srgbClr val="000000"/>
                </a:solidFill>
                <a:latin typeface="ヒラギノ角ゴ Pro W3"/>
                <a:ea typeface="ヒラギノ角ゴ Pro W3"/>
                <a:cs typeface="ヒラギノ角ゴ Pro W3"/>
              </a:rPr>
              <a:pPr algn="r"/>
              <a:t>‹#›</a:t>
            </a:fld>
            <a:endParaRPr lang="en-US" altLang="ja-JP" b="1" dirty="0">
              <a:solidFill>
                <a:srgbClr val="000000"/>
              </a:solidFill>
              <a:latin typeface="ヒラギノ角ゴ Pro W3"/>
              <a:ea typeface="ヒラギノ角ゴ Pro W3"/>
              <a:cs typeface="ヒラギノ角ゴ Pro W3"/>
            </a:endParaRPr>
          </a:p>
        </p:txBody>
      </p:sp>
      <p:sp>
        <p:nvSpPr>
          <p:cNvPr id="6" name="Line 11"/>
          <p:cNvSpPr>
            <a:spLocks noChangeShapeType="1"/>
          </p:cNvSpPr>
          <p:nvPr/>
        </p:nvSpPr>
        <p:spPr bwMode="auto">
          <a:xfrm>
            <a:off x="193675" y="981075"/>
            <a:ext cx="8693150" cy="0"/>
          </a:xfrm>
          <a:prstGeom prst="line">
            <a:avLst/>
          </a:prstGeom>
          <a:noFill/>
          <a:ln w="19050">
            <a:solidFill>
              <a:schemeClr val="tx1"/>
            </a:solidFill>
            <a:round/>
            <a:headEnd/>
            <a:tailEnd/>
          </a:ln>
        </p:spPr>
        <p:txBody>
          <a:bodyPr wrap="none" anchor="ctr"/>
          <a:lstStyle/>
          <a:p>
            <a:pPr>
              <a:defRPr/>
            </a:pPr>
            <a:endParaRPr lang="ja-JP" altLang="en-US" dirty="0">
              <a:ea typeface="ヒラギノ角ゴ Pro W3"/>
              <a:cs typeface="ヒラギノ角ゴ Pro W3"/>
            </a:endParaRPr>
          </a:p>
        </p:txBody>
      </p:sp>
      <p:sp>
        <p:nvSpPr>
          <p:cNvPr id="143365" name="Rectangle 5"/>
          <p:cNvSpPr>
            <a:spLocks noGrp="1" noChangeArrowheads="1"/>
          </p:cNvSpPr>
          <p:nvPr>
            <p:ph type="ctrTitle"/>
          </p:nvPr>
        </p:nvSpPr>
        <p:spPr>
          <a:xfrm>
            <a:off x="685800" y="1196975"/>
            <a:ext cx="7772400" cy="1470025"/>
          </a:xfrm>
        </p:spPr>
        <p:txBody>
          <a:bodyPr/>
          <a:lstStyle>
            <a:lvl1pPr>
              <a:defRPr>
                <a:latin typeface="ヒラギノ角ゴ Pro W3"/>
              </a:defRPr>
            </a:lvl1pPr>
          </a:lstStyle>
          <a:p>
            <a:r>
              <a:rPr lang="ja-JP" altLang="en-US" dirty="0"/>
              <a:t>マスタ タイトルの書式設定</a:t>
            </a:r>
          </a:p>
        </p:txBody>
      </p:sp>
      <p:sp>
        <p:nvSpPr>
          <p:cNvPr id="143366" name="Rectangle 6"/>
          <p:cNvSpPr>
            <a:spLocks noGrp="1" noChangeArrowheads="1"/>
          </p:cNvSpPr>
          <p:nvPr>
            <p:ph type="subTitle" idx="1"/>
          </p:nvPr>
        </p:nvSpPr>
        <p:spPr>
          <a:xfrm>
            <a:off x="1527175" y="3284538"/>
            <a:ext cx="5616575" cy="1968500"/>
          </a:xfrm>
        </p:spPr>
        <p:txBody>
          <a:bodyPr/>
          <a:lstStyle>
            <a:lvl1pPr marL="0" indent="0" algn="ctr">
              <a:buFontTx/>
              <a:buNone/>
              <a:defRPr>
                <a:latin typeface="ヒラギノ角ゴ Pro W3"/>
              </a:defRPr>
            </a:lvl1pPr>
          </a:lstStyle>
          <a:p>
            <a:r>
              <a:rPr lang="ja-JP" altLang="en-US" dirty="0"/>
              <a:t>マスタ サブタイトルの書式設定</a:t>
            </a:r>
          </a:p>
        </p:txBody>
      </p:sp>
    </p:spTree>
    <p:extLst>
      <p:ext uri="{BB962C8B-B14F-4D97-AF65-F5344CB8AC3E}">
        <p14:creationId xmlns:p14="http://schemas.microsoft.com/office/powerpoint/2010/main" val="1153606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68313" y="125413"/>
            <a:ext cx="8218487" cy="614362"/>
          </a:xfrm>
        </p:spPr>
        <p:txBody>
          <a:bodyPr/>
          <a:lstStyle>
            <a:lvl1pPr>
              <a:defRPr b="1"/>
            </a:lvl1pPr>
          </a:lstStyle>
          <a:p>
            <a:r>
              <a:rPr lang="ja-JP" altLang="en-US" dirty="0"/>
              <a:t>マスタ タイトルの書式設定</a:t>
            </a:r>
          </a:p>
        </p:txBody>
      </p:sp>
      <p:sp>
        <p:nvSpPr>
          <p:cNvPr id="3" name="コンテンツ プレースホルダ 2"/>
          <p:cNvSpPr>
            <a:spLocks noGrp="1"/>
          </p:cNvSpPr>
          <p:nvPr>
            <p:ph idx="1"/>
          </p:nvPr>
        </p:nvSpPr>
        <p:spPr/>
        <p:txBody>
          <a:bodyPr/>
          <a:lstStyle>
            <a:lvl1pPr>
              <a:buFont typeface="Wingdings" pitchFamily="2" charset="2"/>
              <a:buChar char="n"/>
              <a:defRPr/>
            </a:lvl1pPr>
            <a:lvl2pPr>
              <a:buFont typeface="Wingdings" pitchFamily="2" charset="2"/>
              <a:buChar char="u"/>
              <a:defRPr/>
            </a:lvl2pPr>
            <a:lvl3pPr>
              <a:buFont typeface="Wingdings" pitchFamily="2" charset="2"/>
              <a:buChar char="l"/>
              <a:defRPr/>
            </a:lvl3pPr>
            <a:lvl4pPr>
              <a:buFont typeface="Wingdings" pitchFamily="2" charset="2"/>
              <a:buChar char="p"/>
              <a:defRPr b="1"/>
            </a:lvl4pPr>
            <a:lvl5pPr>
              <a:buFont typeface="Arial" pitchFamily="34" charset="0"/>
              <a:buChar char="•"/>
              <a:defRPr/>
            </a:lvl5pPr>
          </a:lstStyle>
          <a:p>
            <a:pPr lvl="0"/>
            <a:r>
              <a:rPr lang="ja-JP" altLang="en-US" dirty="0"/>
              <a:t>マスタ テキストの書式設定</a:t>
            </a:r>
            <a:endParaRPr lang="en-US" altLang="ja-JP" dirty="0"/>
          </a:p>
          <a:p>
            <a:pPr lvl="1"/>
            <a:r>
              <a:rPr lang="ja-JP" altLang="en-US" dirty="0"/>
              <a:t>第 </a:t>
            </a:r>
            <a:r>
              <a:rPr lang="en-US" altLang="ja-JP" dirty="0"/>
              <a:t>2 </a:t>
            </a:r>
            <a:r>
              <a:rPr lang="ja-JP" altLang="en-US" dirty="0"/>
              <a:t>レベル</a:t>
            </a:r>
            <a:endParaRPr lang="en-US" altLang="ja-JP" dirty="0"/>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Tree>
    <p:extLst>
      <p:ext uri="{BB962C8B-B14F-4D97-AF65-F5344CB8AC3E}">
        <p14:creationId xmlns:p14="http://schemas.microsoft.com/office/powerpoint/2010/main" val="2383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a:xfrm>
            <a:off x="468313" y="125413"/>
            <a:ext cx="8218487" cy="614362"/>
          </a:xfrm>
        </p:spPr>
        <p:txBody>
          <a:bodyPr/>
          <a:lstStyle/>
          <a:p>
            <a:r>
              <a:rPr lang="ja-JP" altLang="en-US"/>
              <a:t>マスタ タイトルの書式設定</a:t>
            </a:r>
          </a:p>
        </p:txBody>
      </p:sp>
    </p:spTree>
    <p:extLst>
      <p:ext uri="{BB962C8B-B14F-4D97-AF65-F5344CB8AC3E}">
        <p14:creationId xmlns:p14="http://schemas.microsoft.com/office/powerpoint/2010/main" val="2429696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0252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itle">
  <p:cSld name="タイトル スライド">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122238" y="6553200"/>
            <a:ext cx="8424862" cy="0"/>
          </a:xfrm>
          <a:prstGeom prst="line">
            <a:avLst/>
          </a:prstGeom>
          <a:noFill/>
          <a:ln w="25400">
            <a:solidFill>
              <a:schemeClr val="tx1"/>
            </a:solidFill>
            <a:round/>
            <a:headEnd/>
            <a:tailEnd/>
          </a:ln>
        </p:spPr>
        <p:txBody>
          <a:bodyPr/>
          <a:lstStyle/>
          <a:p>
            <a:pPr>
              <a:defRPr/>
            </a:pPr>
            <a:endParaRPr lang="ja-JP" altLang="en-US" dirty="0">
              <a:ea typeface="ヒラギノ角ゴ Pro W3"/>
              <a:cs typeface="ヒラギノ角ゴ Pro W3"/>
            </a:endParaRPr>
          </a:p>
        </p:txBody>
      </p:sp>
      <p:sp>
        <p:nvSpPr>
          <p:cNvPr id="143365" name="Rectangle 5"/>
          <p:cNvSpPr>
            <a:spLocks noGrp="1" noChangeArrowheads="1"/>
          </p:cNvSpPr>
          <p:nvPr>
            <p:ph type="ctrTitle"/>
          </p:nvPr>
        </p:nvSpPr>
        <p:spPr>
          <a:xfrm>
            <a:off x="685800" y="1196975"/>
            <a:ext cx="7772400" cy="1470025"/>
          </a:xfrm>
        </p:spPr>
        <p:txBody>
          <a:bodyPr/>
          <a:lstStyle>
            <a:lvl1pPr>
              <a:defRPr>
                <a:latin typeface="ヒラギノ角ゴ Pro W3"/>
              </a:defRPr>
            </a:lvl1pPr>
          </a:lstStyle>
          <a:p>
            <a:r>
              <a:rPr lang="ja-JP" altLang="en-US" dirty="0"/>
              <a:t>マスタ タイトルの書式設定</a:t>
            </a:r>
          </a:p>
        </p:txBody>
      </p:sp>
      <p:sp>
        <p:nvSpPr>
          <p:cNvPr id="143366" name="Rectangle 6"/>
          <p:cNvSpPr>
            <a:spLocks noGrp="1" noChangeArrowheads="1"/>
          </p:cNvSpPr>
          <p:nvPr>
            <p:ph type="subTitle" idx="1"/>
          </p:nvPr>
        </p:nvSpPr>
        <p:spPr>
          <a:xfrm>
            <a:off x="1527175" y="3284538"/>
            <a:ext cx="5616575" cy="1968500"/>
          </a:xfrm>
        </p:spPr>
        <p:txBody>
          <a:bodyPr/>
          <a:lstStyle>
            <a:lvl1pPr marL="0" indent="0" algn="ctr">
              <a:buFontTx/>
              <a:buNone/>
              <a:defRPr>
                <a:latin typeface="ヒラギノ角ゴ Pro W3"/>
              </a:defRPr>
            </a:lvl1pPr>
          </a:lstStyle>
          <a:p>
            <a:r>
              <a:rPr lang="ja-JP" altLang="en-US" dirty="0"/>
              <a:t>マスタ サブタイトルの書式設定</a:t>
            </a:r>
          </a:p>
        </p:txBody>
      </p:sp>
    </p:spTree>
    <p:extLst>
      <p:ext uri="{BB962C8B-B14F-4D97-AF65-F5344CB8AC3E}">
        <p14:creationId xmlns:p14="http://schemas.microsoft.com/office/powerpoint/2010/main" val="560349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546538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8313" y="125413"/>
            <a:ext cx="8218487" cy="614362"/>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xmlns:mv="urn:schemas-microsoft-com:mac:vml" xmlns:mc="http://schemas.openxmlformats.org/markup-compatibility/2006">
                <a:solidFill>
                  <a:srgbClr val="FFFFFF"/>
                </a:solidFill>
              </a14:hiddenFill>
            </a:ext>
            <a:ext uri="{91240B29-F687-4f45-9708-019B960494DF}">
              <a14:hiddenLine xmlns="" xmlns:a14="http://schemas.microsoft.com/office/drawing/2010/main" xmlns:mv="urn:schemas-microsoft-com:mac:vml" xmlns:mc="http://schemas.openxmlformats.org/markup-compatibility/2006"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dirty="0"/>
              <a:t>マスタ</a:t>
            </a:r>
            <a:r>
              <a:rPr lang="en-US" altLang="ja-JP" dirty="0"/>
              <a:t> </a:t>
            </a:r>
            <a:r>
              <a:rPr lang="ja-JP" altLang="en-US" dirty="0"/>
              <a:t>タイトルの書式設定</a:t>
            </a:r>
          </a:p>
        </p:txBody>
      </p:sp>
      <p:sp>
        <p:nvSpPr>
          <p:cNvPr id="1027" name="Rectangle 3"/>
          <p:cNvSpPr>
            <a:spLocks noGrp="1" noChangeArrowheads="1"/>
          </p:cNvSpPr>
          <p:nvPr>
            <p:ph type="body" idx="1"/>
          </p:nvPr>
        </p:nvSpPr>
        <p:spPr bwMode="auto">
          <a:xfrm>
            <a:off x="457200" y="977900"/>
            <a:ext cx="8229600" cy="5337175"/>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xmlns:mv="urn:schemas-microsoft-com:mac:vml" xmlns:mc="http://schemas.openxmlformats.org/markup-compatibility/2006">
                <a:solidFill>
                  <a:srgbClr val="FFFFFF"/>
                </a:solidFill>
              </a14:hiddenFill>
            </a:ext>
            <a:ext uri="{91240B29-F687-4f45-9708-019B960494DF}">
              <a14:hiddenLine xmlns="" xmlns:a14="http://schemas.microsoft.com/office/drawing/2010/main" xmlns:mv="urn:schemas-microsoft-com:mac:vml" xmlns:mc="http://schemas.openxmlformats.org/markup-compatibility/2006"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dirty="0"/>
              <a:t>マスタ</a:t>
            </a:r>
            <a:r>
              <a:rPr lang="en-US" altLang="ja-JP" dirty="0"/>
              <a:t> </a:t>
            </a:r>
            <a:r>
              <a:rPr lang="ja-JP" altLang="en-US" dirty="0"/>
              <a:t>テキストの書式設定</a:t>
            </a:r>
            <a:endParaRPr lang="en-US" altLang="ja-JP" dirty="0"/>
          </a:p>
          <a:p>
            <a:pPr lvl="1"/>
            <a:r>
              <a:rPr lang="ja-JP" altLang="en-US" dirty="0"/>
              <a:t>第</a:t>
            </a:r>
            <a:r>
              <a:rPr lang="en-US" altLang="ja-JP" dirty="0"/>
              <a:t> 2 </a:t>
            </a:r>
            <a:r>
              <a:rPr lang="ja-JP" altLang="en-US" dirty="0"/>
              <a:t>レベル</a:t>
            </a:r>
            <a:endParaRPr lang="en-US" altLang="ja-JP" dirty="0"/>
          </a:p>
          <a:p>
            <a:pPr lvl="2"/>
            <a:r>
              <a:rPr lang="ja-JP" altLang="en-US" dirty="0"/>
              <a:t>第</a:t>
            </a:r>
            <a:r>
              <a:rPr lang="en-US" altLang="ja-JP" dirty="0"/>
              <a:t> 3 </a:t>
            </a:r>
            <a:r>
              <a:rPr lang="ja-JP" altLang="en-US" dirty="0"/>
              <a:t>レベル</a:t>
            </a:r>
            <a:endParaRPr lang="en-US" altLang="ja-JP" dirty="0"/>
          </a:p>
          <a:p>
            <a:pPr lvl="3"/>
            <a:r>
              <a:rPr lang="ja-JP" altLang="en-US" dirty="0"/>
              <a:t>第</a:t>
            </a:r>
            <a:r>
              <a:rPr lang="en-US" altLang="ja-JP" dirty="0"/>
              <a:t> 4 </a:t>
            </a:r>
            <a:r>
              <a:rPr lang="ja-JP" altLang="en-US" dirty="0"/>
              <a:t>レベル</a:t>
            </a:r>
            <a:endParaRPr lang="en-US" altLang="ja-JP" dirty="0"/>
          </a:p>
          <a:p>
            <a:pPr lvl="4"/>
            <a:r>
              <a:rPr lang="ja-JP" altLang="en-US" dirty="0"/>
              <a:t>第</a:t>
            </a:r>
            <a:r>
              <a:rPr lang="en-US" altLang="ja-JP" dirty="0"/>
              <a:t> 5 </a:t>
            </a:r>
            <a:r>
              <a:rPr lang="ja-JP" altLang="en-US" dirty="0"/>
              <a:t>レベル</a:t>
            </a:r>
          </a:p>
        </p:txBody>
      </p:sp>
      <p:sp>
        <p:nvSpPr>
          <p:cNvPr id="1028" name="Line 4"/>
          <p:cNvSpPr>
            <a:spLocks noChangeShapeType="1"/>
          </p:cNvSpPr>
          <p:nvPr/>
        </p:nvSpPr>
        <p:spPr bwMode="auto">
          <a:xfrm>
            <a:off x="358775" y="836613"/>
            <a:ext cx="8424863" cy="0"/>
          </a:xfrm>
          <a:prstGeom prst="line">
            <a:avLst/>
          </a:prstGeom>
          <a:noFill/>
          <a:ln w="50800">
            <a:solidFill>
              <a:srgbClr val="000000"/>
            </a:solidFill>
            <a:round/>
            <a:headEnd/>
            <a:tailEnd/>
          </a:ln>
        </p:spPr>
        <p:txBody>
          <a:bodyPr/>
          <a:lstStyle/>
          <a:p>
            <a:pPr>
              <a:defRPr/>
            </a:pPr>
            <a:endParaRPr lang="ja-JP" altLang="en-US" dirty="0">
              <a:ea typeface="ヒラギノ角ゴ Pro W3"/>
              <a:cs typeface="ヒラギノ角ゴ Pro W3"/>
            </a:endParaRPr>
          </a:p>
        </p:txBody>
      </p:sp>
      <p:sp>
        <p:nvSpPr>
          <p:cNvPr id="1029" name="Rectangle 5"/>
          <p:cNvSpPr>
            <a:spLocks noChangeArrowheads="1"/>
          </p:cNvSpPr>
          <p:nvPr/>
        </p:nvSpPr>
        <p:spPr bwMode="auto">
          <a:xfrm>
            <a:off x="8332788" y="6315075"/>
            <a:ext cx="792162" cy="476250"/>
          </a:xfrm>
          <a:prstGeom prst="rect">
            <a:avLst/>
          </a:prstGeom>
          <a:noFill/>
          <a:ln w="9525">
            <a:noFill/>
            <a:miter lim="800000"/>
            <a:headEnd/>
            <a:tailEnd/>
          </a:ln>
        </p:spPr>
        <p:txBody>
          <a:bodyPr/>
          <a:lstStyle/>
          <a:p>
            <a:pPr algn="r"/>
            <a:fld id="{6AF01A38-442F-364C-AC92-CA57464A36C1}" type="slidenum">
              <a:rPr lang="en-US" altLang="ja-JP" b="1">
                <a:solidFill>
                  <a:srgbClr val="000000"/>
                </a:solidFill>
                <a:ea typeface="ヒラギノ角ゴ Pro W3"/>
                <a:cs typeface="ヒラギノ角ゴ Pro W3"/>
              </a:rPr>
              <a:pPr algn="r"/>
              <a:t>‹#›</a:t>
            </a:fld>
            <a:endParaRPr lang="en-US" altLang="ja-JP" b="1" dirty="0">
              <a:solidFill>
                <a:srgbClr val="000000"/>
              </a:solidFill>
              <a:ea typeface="ヒラギノ角ゴ Pro W3"/>
              <a:cs typeface="ヒラギノ角ゴ Pro W3"/>
            </a:endParaRPr>
          </a:p>
        </p:txBody>
      </p:sp>
      <p:sp>
        <p:nvSpPr>
          <p:cNvPr id="1030" name="Line 6"/>
          <p:cNvSpPr>
            <a:spLocks noChangeShapeType="1"/>
          </p:cNvSpPr>
          <p:nvPr/>
        </p:nvSpPr>
        <p:spPr bwMode="auto">
          <a:xfrm>
            <a:off x="122238" y="6553200"/>
            <a:ext cx="8424862" cy="0"/>
          </a:xfrm>
          <a:prstGeom prst="line">
            <a:avLst/>
          </a:prstGeom>
          <a:noFill/>
          <a:ln w="25400">
            <a:solidFill>
              <a:srgbClr val="000000"/>
            </a:solidFill>
            <a:round/>
            <a:headEnd/>
            <a:tailEnd/>
          </a:ln>
        </p:spPr>
        <p:txBody>
          <a:bodyPr/>
          <a:lstStyle/>
          <a:p>
            <a:pPr>
              <a:defRPr/>
            </a:pPr>
            <a:endParaRPr lang="ja-JP" altLang="en-US" dirty="0">
              <a:ea typeface="ヒラギノ角ゴ Pro W3"/>
              <a:cs typeface="ヒラギノ角ゴ Pro W3"/>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rtl="0" eaLnBrk="0" fontAlgn="base" hangingPunct="0">
        <a:spcBef>
          <a:spcPct val="0"/>
        </a:spcBef>
        <a:spcAft>
          <a:spcPct val="0"/>
        </a:spcAft>
        <a:defRPr kumimoji="1" sz="3200" b="1">
          <a:solidFill>
            <a:schemeClr val="tx2"/>
          </a:solidFill>
          <a:latin typeface="ヒラギノ角ゴ Pro W3"/>
          <a:ea typeface="ヒラギノ角ゴ Pro W3"/>
          <a:cs typeface="ヒラギノ角ゴ Pro W3"/>
        </a:defRPr>
      </a:lvl1pPr>
      <a:lvl2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2pPr>
      <a:lvl3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3pPr>
      <a:lvl4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4pPr>
      <a:lvl5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5pPr>
      <a:lvl6pPr marL="457200" algn="ctr" rtl="0" fontAlgn="base">
        <a:spcBef>
          <a:spcPct val="0"/>
        </a:spcBef>
        <a:spcAft>
          <a:spcPct val="0"/>
        </a:spcAft>
        <a:defRPr kumimoji="1" sz="3200">
          <a:solidFill>
            <a:schemeClr val="tx2"/>
          </a:solidFill>
          <a:latin typeface="Arial" charset="0"/>
          <a:ea typeface="ＭＳ Ｐゴシック" pitchFamily="50" charset="-128"/>
        </a:defRPr>
      </a:lvl6pPr>
      <a:lvl7pPr marL="914400" algn="ctr" rtl="0" fontAlgn="base">
        <a:spcBef>
          <a:spcPct val="0"/>
        </a:spcBef>
        <a:spcAft>
          <a:spcPct val="0"/>
        </a:spcAft>
        <a:defRPr kumimoji="1" sz="3200">
          <a:solidFill>
            <a:schemeClr val="tx2"/>
          </a:solidFill>
          <a:latin typeface="Arial" charset="0"/>
          <a:ea typeface="ＭＳ Ｐゴシック" pitchFamily="50" charset="-128"/>
        </a:defRPr>
      </a:lvl7pPr>
      <a:lvl8pPr marL="1371600" algn="ctr" rtl="0" fontAlgn="base">
        <a:spcBef>
          <a:spcPct val="0"/>
        </a:spcBef>
        <a:spcAft>
          <a:spcPct val="0"/>
        </a:spcAft>
        <a:defRPr kumimoji="1" sz="3200">
          <a:solidFill>
            <a:schemeClr val="tx2"/>
          </a:solidFill>
          <a:latin typeface="Arial" charset="0"/>
          <a:ea typeface="ＭＳ Ｐゴシック" pitchFamily="50" charset="-128"/>
        </a:defRPr>
      </a:lvl8pPr>
      <a:lvl9pPr marL="1828800" algn="ctr" rtl="0" fontAlgn="base">
        <a:spcBef>
          <a:spcPct val="0"/>
        </a:spcBef>
        <a:spcAft>
          <a:spcPct val="0"/>
        </a:spcAft>
        <a:defRPr kumimoji="1" sz="3200">
          <a:solidFill>
            <a:schemeClr val="tx2"/>
          </a:solidFill>
          <a:latin typeface="Arial" charset="0"/>
          <a:ea typeface="ＭＳ Ｐゴシック" pitchFamily="50" charset="-128"/>
        </a:defRPr>
      </a:lvl9pPr>
    </p:titleStyle>
    <p:bodyStyle>
      <a:lvl1pPr marL="342900" indent="-342900" algn="l" rtl="0" eaLnBrk="0" fontAlgn="base" hangingPunct="0">
        <a:spcBef>
          <a:spcPct val="20000"/>
        </a:spcBef>
        <a:spcAft>
          <a:spcPct val="0"/>
        </a:spcAft>
        <a:buFont typeface="Wingdings" charset="0"/>
        <a:buChar char="n"/>
        <a:defRPr kumimoji="1" sz="3200" b="1">
          <a:solidFill>
            <a:schemeClr val="tx1"/>
          </a:solidFill>
          <a:latin typeface="+mn-lt"/>
          <a:ea typeface="ヒラギノ角ゴ Pro W3"/>
          <a:cs typeface="ヒラギノ角ゴ Pro W3"/>
        </a:defRPr>
      </a:lvl1pPr>
      <a:lvl2pPr marL="742950" indent="-285750" algn="l" rtl="0" eaLnBrk="0" fontAlgn="base" hangingPunct="0">
        <a:spcBef>
          <a:spcPct val="20000"/>
        </a:spcBef>
        <a:spcAft>
          <a:spcPct val="0"/>
        </a:spcAft>
        <a:buFont typeface="Wingdings" charset="0"/>
        <a:buChar char="u"/>
        <a:defRPr kumimoji="1" sz="2800" b="1">
          <a:solidFill>
            <a:schemeClr val="tx1"/>
          </a:solidFill>
          <a:latin typeface="+mn-lt"/>
          <a:ea typeface="ヒラギノ角ゴ Pro W3"/>
        </a:defRPr>
      </a:lvl2pPr>
      <a:lvl3pPr marL="1143000" indent="-228600" algn="l" rtl="0" eaLnBrk="0" fontAlgn="base" hangingPunct="0">
        <a:spcBef>
          <a:spcPct val="20000"/>
        </a:spcBef>
        <a:spcAft>
          <a:spcPct val="0"/>
        </a:spcAft>
        <a:buFont typeface="Wingdings" charset="0"/>
        <a:buChar char="l"/>
        <a:defRPr kumimoji="1" sz="2400" b="1">
          <a:solidFill>
            <a:schemeClr val="tx1"/>
          </a:solidFill>
          <a:latin typeface="+mn-lt"/>
          <a:ea typeface="ヒラギノ角ゴ Pro W3"/>
        </a:defRPr>
      </a:lvl3pPr>
      <a:lvl4pPr marL="1600200" indent="-228600" algn="l" rtl="0" eaLnBrk="0" fontAlgn="base" hangingPunct="0">
        <a:spcBef>
          <a:spcPct val="20000"/>
        </a:spcBef>
        <a:spcAft>
          <a:spcPct val="0"/>
        </a:spcAft>
        <a:buFont typeface="Wingdings" charset="0"/>
        <a:buChar char="p"/>
        <a:defRPr kumimoji="1" sz="2000" b="1">
          <a:solidFill>
            <a:schemeClr val="tx1"/>
          </a:solidFill>
          <a:latin typeface="+mn-lt"/>
          <a:ea typeface="ヒラギノ角ゴ Pro W3"/>
        </a:defRPr>
      </a:lvl4pPr>
      <a:lvl5pPr marL="2057400" indent="-228600" algn="l" rtl="0" eaLnBrk="0" fontAlgn="base" hangingPunct="0">
        <a:spcBef>
          <a:spcPct val="20000"/>
        </a:spcBef>
        <a:spcAft>
          <a:spcPct val="0"/>
        </a:spcAft>
        <a:buFont typeface="Arial" charset="0"/>
        <a:buChar char="•"/>
        <a:defRPr kumimoji="1" sz="2000" b="1">
          <a:solidFill>
            <a:schemeClr val="tx1"/>
          </a:solidFill>
          <a:latin typeface="+mn-lt"/>
          <a:ea typeface="ヒラギノ角ゴ Pro W3"/>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8313" y="125413"/>
            <a:ext cx="8229600" cy="614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a:t>
            </a:r>
            <a:r>
              <a:rPr lang="en-US" altLang="ja-JP"/>
              <a:t> </a:t>
            </a:r>
            <a:r>
              <a:rPr lang="ja-JP" altLang="en-US"/>
              <a:t>タイトルの書式設定</a:t>
            </a:r>
          </a:p>
        </p:txBody>
      </p:sp>
      <p:sp>
        <p:nvSpPr>
          <p:cNvPr id="1027" name="Rectangle 3"/>
          <p:cNvSpPr>
            <a:spLocks noGrp="1" noChangeArrowheads="1"/>
          </p:cNvSpPr>
          <p:nvPr>
            <p:ph type="body" idx="1"/>
          </p:nvPr>
        </p:nvSpPr>
        <p:spPr bwMode="auto">
          <a:xfrm>
            <a:off x="457200" y="977900"/>
            <a:ext cx="8229600" cy="53371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a:t>
            </a:r>
            <a:r>
              <a:rPr lang="en-US" altLang="ja-JP"/>
              <a:t> </a:t>
            </a:r>
            <a:r>
              <a:rPr lang="ja-JP" altLang="en-US"/>
              <a:t>テキストの書式設定</a:t>
            </a:r>
            <a:endParaRPr lang="en-US" altLang="ja-JP"/>
          </a:p>
          <a:p>
            <a:pPr lvl="1"/>
            <a:r>
              <a:rPr lang="ja-JP" altLang="en-US"/>
              <a:t>第</a:t>
            </a:r>
            <a:r>
              <a:rPr lang="en-US" altLang="ja-JP"/>
              <a:t> 2 </a:t>
            </a:r>
            <a:r>
              <a:rPr lang="ja-JP" altLang="en-US"/>
              <a:t>レベル</a:t>
            </a:r>
            <a:endParaRPr lang="en-US" altLang="ja-JP"/>
          </a:p>
          <a:p>
            <a:pPr lvl="2"/>
            <a:r>
              <a:rPr lang="ja-JP" altLang="en-US"/>
              <a:t>第</a:t>
            </a:r>
            <a:r>
              <a:rPr lang="en-US" altLang="ja-JP"/>
              <a:t> 3 </a:t>
            </a:r>
            <a:r>
              <a:rPr lang="ja-JP" altLang="en-US"/>
              <a:t>レベル</a:t>
            </a:r>
            <a:endParaRPr lang="en-US" altLang="ja-JP"/>
          </a:p>
          <a:p>
            <a:pPr lvl="3"/>
            <a:r>
              <a:rPr lang="ja-JP" altLang="en-US"/>
              <a:t>第</a:t>
            </a:r>
            <a:r>
              <a:rPr lang="en-US" altLang="ja-JP"/>
              <a:t> 4 </a:t>
            </a:r>
            <a:r>
              <a:rPr lang="ja-JP" altLang="en-US"/>
              <a:t>レベル</a:t>
            </a:r>
            <a:endParaRPr lang="en-US" altLang="ja-JP"/>
          </a:p>
          <a:p>
            <a:pPr lvl="4"/>
            <a:r>
              <a:rPr lang="ja-JP" altLang="en-US"/>
              <a:t>第</a:t>
            </a:r>
            <a:r>
              <a:rPr lang="en-US" altLang="ja-JP"/>
              <a:t> 5 </a:t>
            </a:r>
            <a:r>
              <a:rPr lang="ja-JP" altLang="en-US"/>
              <a:t>レベル</a:t>
            </a:r>
          </a:p>
        </p:txBody>
      </p:sp>
      <p:sp>
        <p:nvSpPr>
          <p:cNvPr id="1028" name="Line 4"/>
          <p:cNvSpPr>
            <a:spLocks noChangeShapeType="1"/>
          </p:cNvSpPr>
          <p:nvPr/>
        </p:nvSpPr>
        <p:spPr bwMode="auto">
          <a:xfrm>
            <a:off x="358775" y="836613"/>
            <a:ext cx="8424863" cy="0"/>
          </a:xfrm>
          <a:prstGeom prst="line">
            <a:avLst/>
          </a:prstGeom>
          <a:noFill/>
          <a:ln w="50800">
            <a:solidFill>
              <a:srgbClr val="000000"/>
            </a:solidFill>
            <a:round/>
            <a:headEnd/>
            <a:tailEnd/>
          </a:ln>
        </p:spPr>
        <p:txBody>
          <a:bodyPr>
            <a:prstTxWarp prst="textNoShape">
              <a:avLst/>
            </a:prstTxWarp>
          </a:bodyPr>
          <a:lstStyle/>
          <a:p>
            <a:endParaRPr lang="ja-JP" altLang="en-US">
              <a:solidFill>
                <a:srgbClr val="000000"/>
              </a:solidFill>
              <a:latin typeface="Arial" pitchFamily="-109" charset="0"/>
              <a:ea typeface="ＭＳ Ｐゴシック" pitchFamily="-109" charset="-128"/>
              <a:cs typeface="ＭＳ Ｐゴシック" pitchFamily="-109" charset="-128"/>
            </a:endParaRPr>
          </a:p>
        </p:txBody>
      </p:sp>
      <p:sp>
        <p:nvSpPr>
          <p:cNvPr id="1029" name="Rectangle 5"/>
          <p:cNvSpPr>
            <a:spLocks noChangeArrowheads="1"/>
          </p:cNvSpPr>
          <p:nvPr/>
        </p:nvSpPr>
        <p:spPr bwMode="auto">
          <a:xfrm>
            <a:off x="8332788" y="6315075"/>
            <a:ext cx="792162" cy="476250"/>
          </a:xfrm>
          <a:prstGeom prst="rect">
            <a:avLst/>
          </a:prstGeom>
          <a:noFill/>
          <a:ln w="9525">
            <a:noFill/>
            <a:miter lim="800000"/>
            <a:headEnd/>
            <a:tailEnd/>
          </a:ln>
        </p:spPr>
        <p:txBody>
          <a:bodyPr>
            <a:prstTxWarp prst="textNoShape">
              <a:avLst/>
            </a:prstTxWarp>
          </a:bodyPr>
          <a:lstStyle/>
          <a:p>
            <a:pPr algn="r"/>
            <a:fld id="{568347D8-7AD6-2145-A53C-F0B128CEB23B}" type="slidenum">
              <a:rPr lang="en-US" altLang="ja-JP" b="1">
                <a:solidFill>
                  <a:srgbClr val="000000"/>
                </a:solidFill>
                <a:latin typeface="Arial" pitchFamily="-109" charset="0"/>
                <a:ea typeface="ＭＳ Ｐゴシック" pitchFamily="-109" charset="-128"/>
                <a:cs typeface="ＭＳ Ｐゴシック" pitchFamily="-109" charset="-128"/>
              </a:rPr>
              <a:pPr algn="r"/>
              <a:t>‹#›</a:t>
            </a:fld>
            <a:endParaRPr lang="en-US" altLang="ja-JP" b="1">
              <a:solidFill>
                <a:srgbClr val="000000"/>
              </a:solidFill>
              <a:latin typeface="Arial" pitchFamily="-109" charset="0"/>
              <a:ea typeface="ＭＳ Ｐゴシック" pitchFamily="-109" charset="-128"/>
              <a:cs typeface="ＭＳ Ｐゴシック" pitchFamily="-109" charset="-128"/>
            </a:endParaRPr>
          </a:p>
        </p:txBody>
      </p:sp>
      <p:sp>
        <p:nvSpPr>
          <p:cNvPr id="1030" name="Line 6"/>
          <p:cNvSpPr>
            <a:spLocks noChangeShapeType="1"/>
          </p:cNvSpPr>
          <p:nvPr/>
        </p:nvSpPr>
        <p:spPr bwMode="auto">
          <a:xfrm>
            <a:off x="122238" y="6553200"/>
            <a:ext cx="8424862" cy="0"/>
          </a:xfrm>
          <a:prstGeom prst="line">
            <a:avLst/>
          </a:prstGeom>
          <a:noFill/>
          <a:ln w="25400">
            <a:solidFill>
              <a:srgbClr val="000000"/>
            </a:solidFill>
            <a:round/>
            <a:headEnd/>
            <a:tailEnd/>
          </a:ln>
        </p:spPr>
        <p:txBody>
          <a:bodyPr>
            <a:prstTxWarp prst="textNoShape">
              <a:avLst/>
            </a:prstTxWarp>
          </a:bodyPr>
          <a:lstStyle/>
          <a:p>
            <a:endParaRPr lang="ja-JP" altLang="en-US">
              <a:solidFill>
                <a:srgbClr val="000000"/>
              </a:solidFill>
              <a:latin typeface="Arial" pitchFamily="-109" charset="0"/>
              <a:ea typeface="ＭＳ Ｐゴシック" pitchFamily="-109" charset="-128"/>
              <a:cs typeface="ＭＳ Ｐゴシック" pitchFamily="-109" charset="-128"/>
            </a:endParaRPr>
          </a:p>
        </p:txBody>
      </p:sp>
      <p:sp>
        <p:nvSpPr>
          <p:cNvPr id="7" name="テキスト ボックス 6"/>
          <p:cNvSpPr txBox="1"/>
          <p:nvPr userDrawn="1"/>
        </p:nvSpPr>
        <p:spPr>
          <a:xfrm>
            <a:off x="2971800" y="6553200"/>
            <a:ext cx="2659063" cy="261938"/>
          </a:xfrm>
          <a:prstGeom prst="rect">
            <a:avLst/>
          </a:prstGeom>
          <a:noFill/>
        </p:spPr>
        <p:txBody>
          <a:bodyPr wrap="none">
            <a:prstTxWarp prst="textNoShape">
              <a:avLst/>
            </a:prstTxWarp>
            <a:spAutoFit/>
          </a:bodyPr>
          <a:lstStyle/>
          <a:p>
            <a:r>
              <a:rPr lang="en-US" altLang="ja-JP" sz="1100" b="1" i="1">
                <a:solidFill>
                  <a:srgbClr val="000000"/>
                </a:solidFill>
                <a:latin typeface="Arial" pitchFamily="-109" charset="0"/>
                <a:ea typeface="ＭＳ Ｐゴシック" pitchFamily="-109" charset="-128"/>
                <a:cs typeface="ＭＳ Ｐゴシック" pitchFamily="-109" charset="-128"/>
              </a:rPr>
              <a:t>FINE Project, Kobe University, Japan</a:t>
            </a:r>
            <a:endParaRPr lang="ja-JP" altLang="en-US" sz="1100" b="1" i="1">
              <a:solidFill>
                <a:srgbClr val="000000"/>
              </a:solidFill>
              <a:latin typeface="Arial" pitchFamily="-109" charset="0"/>
              <a:ea typeface="ＭＳ Ｐゴシック" pitchFamily="-109" charset="-128"/>
              <a:cs typeface="ＭＳ Ｐゴシック" pitchFamily="-109" charset="-128"/>
            </a:endParaRPr>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Lst>
  <p:hf hdr="0" ftr="0" dt="0"/>
  <p:txStyles>
    <p:titleStyle>
      <a:lvl1pPr algn="ctr" rtl="0" eaLnBrk="0" fontAlgn="base" hangingPunct="0">
        <a:spcBef>
          <a:spcPct val="0"/>
        </a:spcBef>
        <a:spcAft>
          <a:spcPct val="0"/>
        </a:spcAft>
        <a:defRPr kumimoji="1" sz="3200" b="1">
          <a:solidFill>
            <a:schemeClr val="tx2"/>
          </a:solidFill>
          <a:latin typeface="+mj-lt"/>
          <a:ea typeface="+mj-ea"/>
          <a:cs typeface="ＭＳ Ｐゴシック" charset="0"/>
        </a:defRPr>
      </a:lvl1pPr>
      <a:lvl2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2pPr>
      <a:lvl3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3pPr>
      <a:lvl4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4pPr>
      <a:lvl5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5pPr>
      <a:lvl6pPr marL="457200" algn="ctr" rtl="0" fontAlgn="base">
        <a:spcBef>
          <a:spcPct val="0"/>
        </a:spcBef>
        <a:spcAft>
          <a:spcPct val="0"/>
        </a:spcAft>
        <a:defRPr kumimoji="1" sz="3200">
          <a:solidFill>
            <a:schemeClr val="tx2"/>
          </a:solidFill>
          <a:latin typeface="Arial" charset="0"/>
          <a:ea typeface="ＭＳ Ｐゴシック" pitchFamily="50" charset="-128"/>
        </a:defRPr>
      </a:lvl6pPr>
      <a:lvl7pPr marL="914400" algn="ctr" rtl="0" fontAlgn="base">
        <a:spcBef>
          <a:spcPct val="0"/>
        </a:spcBef>
        <a:spcAft>
          <a:spcPct val="0"/>
        </a:spcAft>
        <a:defRPr kumimoji="1" sz="3200">
          <a:solidFill>
            <a:schemeClr val="tx2"/>
          </a:solidFill>
          <a:latin typeface="Arial" charset="0"/>
          <a:ea typeface="ＭＳ Ｐゴシック" pitchFamily="50" charset="-128"/>
        </a:defRPr>
      </a:lvl7pPr>
      <a:lvl8pPr marL="1371600" algn="ctr" rtl="0" fontAlgn="base">
        <a:spcBef>
          <a:spcPct val="0"/>
        </a:spcBef>
        <a:spcAft>
          <a:spcPct val="0"/>
        </a:spcAft>
        <a:defRPr kumimoji="1" sz="3200">
          <a:solidFill>
            <a:schemeClr val="tx2"/>
          </a:solidFill>
          <a:latin typeface="Arial" charset="0"/>
          <a:ea typeface="ＭＳ Ｐゴシック" pitchFamily="50" charset="-128"/>
        </a:defRPr>
      </a:lvl8pPr>
      <a:lvl9pPr marL="1828800" algn="ctr" rtl="0" fontAlgn="base">
        <a:spcBef>
          <a:spcPct val="0"/>
        </a:spcBef>
        <a:spcAft>
          <a:spcPct val="0"/>
        </a:spcAft>
        <a:defRPr kumimoji="1" sz="3200">
          <a:solidFill>
            <a:schemeClr val="tx2"/>
          </a:solidFill>
          <a:latin typeface="Arial" charset="0"/>
          <a:ea typeface="ＭＳ Ｐゴシック" pitchFamily="50" charset="-128"/>
        </a:defRPr>
      </a:lvl9pPr>
    </p:titleStyle>
    <p:bodyStyle>
      <a:lvl1pPr marL="342900" indent="-342900" algn="l" rtl="0" eaLnBrk="0" fontAlgn="base" hangingPunct="0">
        <a:spcBef>
          <a:spcPct val="20000"/>
        </a:spcBef>
        <a:spcAft>
          <a:spcPct val="0"/>
        </a:spcAft>
        <a:buFont typeface="Wingdings" pitchFamily="-109" charset="2"/>
        <a:buChar char="n"/>
        <a:defRPr kumimoji="1" sz="3200" b="1">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Font typeface="Wingdings" pitchFamily="-109" charset="2"/>
        <a:buChar char="u"/>
        <a:defRPr kumimoji="1" sz="2800" b="1">
          <a:solidFill>
            <a:schemeClr val="tx1"/>
          </a:solidFill>
          <a:latin typeface="+mn-lt"/>
          <a:ea typeface="+mn-ea"/>
        </a:defRPr>
      </a:lvl2pPr>
      <a:lvl3pPr marL="1143000" indent="-228600" algn="l" rtl="0" eaLnBrk="0" fontAlgn="base" hangingPunct="0">
        <a:spcBef>
          <a:spcPct val="20000"/>
        </a:spcBef>
        <a:spcAft>
          <a:spcPct val="0"/>
        </a:spcAft>
        <a:buFont typeface="Wingdings" pitchFamily="-109" charset="2"/>
        <a:buChar char="l"/>
        <a:defRPr kumimoji="1" sz="2400" b="1">
          <a:solidFill>
            <a:schemeClr val="tx1"/>
          </a:solidFill>
          <a:latin typeface="+mn-lt"/>
          <a:ea typeface="+mn-ea"/>
        </a:defRPr>
      </a:lvl3pPr>
      <a:lvl4pPr marL="1600200" indent="-228600" algn="l" rtl="0" eaLnBrk="0" fontAlgn="base" hangingPunct="0">
        <a:spcBef>
          <a:spcPct val="20000"/>
        </a:spcBef>
        <a:spcAft>
          <a:spcPct val="0"/>
        </a:spcAft>
        <a:buFont typeface="Wingdings" pitchFamily="-109" charset="2"/>
        <a:buChar char="p"/>
        <a:defRPr kumimoji="1" sz="2000" b="1">
          <a:solidFill>
            <a:schemeClr val="tx1"/>
          </a:solidFill>
          <a:latin typeface="+mn-lt"/>
          <a:ea typeface="+mn-ea"/>
        </a:defRPr>
      </a:lvl4pPr>
      <a:lvl5pPr marL="2057400" indent="-228600" algn="l" rtl="0" eaLnBrk="0" fontAlgn="base" hangingPunct="0">
        <a:spcBef>
          <a:spcPct val="20000"/>
        </a:spcBef>
        <a:spcAft>
          <a:spcPct val="0"/>
        </a:spcAft>
        <a:buFont typeface="Arial" pitchFamily="-109" charset="0"/>
        <a:buChar char="•"/>
        <a:defRPr kumimoji="1" sz="2000" b="1">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90.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4.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14.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9.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B6310081-8099-1A42-B802-E3CAAF0FCEBF}"/>
              </a:ext>
            </a:extLst>
          </p:cNvPr>
          <p:cNvSpPr>
            <a:spLocks noGrp="1"/>
          </p:cNvSpPr>
          <p:nvPr>
            <p:ph type="subTitle" idx="1"/>
          </p:nvPr>
        </p:nvSpPr>
        <p:spPr>
          <a:xfrm>
            <a:off x="1547664" y="2816129"/>
            <a:ext cx="5616575" cy="1188935"/>
          </a:xfrm>
        </p:spPr>
        <p:txBody>
          <a:bodyPr/>
          <a:lstStyle/>
          <a:p>
            <a:r>
              <a:rPr lang="en-US" altLang="ja-JP" dirty="0"/>
              <a:t>2026</a:t>
            </a:r>
            <a:r>
              <a:rPr lang="ja-JP" altLang="en-US"/>
              <a:t>年</a:t>
            </a:r>
            <a:r>
              <a:rPr lang="en-US" altLang="ja-JP" dirty="0"/>
              <a:t>2</a:t>
            </a:r>
            <a:r>
              <a:rPr lang="ja-JP" altLang="en-US"/>
              <a:t>月</a:t>
            </a:r>
            <a:r>
              <a:rPr lang="en-US" altLang="ja-JP" dirty="0"/>
              <a:t>13</a:t>
            </a:r>
            <a:r>
              <a:rPr lang="ja-JP" altLang="en-US"/>
              <a:t>日</a:t>
            </a:r>
            <a:endParaRPr lang="en-US" altLang="ja-JP" dirty="0"/>
          </a:p>
          <a:p>
            <a:r>
              <a:rPr lang="ja-JP" altLang="en-US" b="0" i="0" u="none" strike="noStrike">
                <a:effectLst/>
                <a:latin typeface="YakuHanJP"/>
              </a:rPr>
              <a:t>修士論文公聴会</a:t>
            </a:r>
            <a:endParaRPr lang="en-US" altLang="ja-JP" dirty="0"/>
          </a:p>
          <a:p>
            <a:endParaRPr kumimoji="1" lang="en-US" altLang="ja-JP" dirty="0"/>
          </a:p>
          <a:p>
            <a:r>
              <a:rPr lang="en-US" altLang="ja-JP" dirty="0"/>
              <a:t>241X018X</a:t>
            </a:r>
          </a:p>
          <a:p>
            <a:r>
              <a:rPr lang="ja-JP" altLang="en-US"/>
              <a:t>奥村</a:t>
            </a:r>
            <a:r>
              <a:rPr lang="en-US" altLang="ja-JP" dirty="0"/>
              <a:t> </a:t>
            </a:r>
            <a:r>
              <a:rPr lang="ja-JP" altLang="en-US"/>
              <a:t>侑真</a:t>
            </a:r>
          </a:p>
          <a:p>
            <a:r>
              <a:rPr lang="en-US" altLang="ja-JP" dirty="0"/>
              <a:t>CS14</a:t>
            </a:r>
            <a:endParaRPr lang="ja-JP" altLang="en-US"/>
          </a:p>
          <a:p>
            <a:endParaRPr kumimoji="1" lang="ja-JP" altLang="en-US"/>
          </a:p>
        </p:txBody>
      </p:sp>
      <p:sp>
        <p:nvSpPr>
          <p:cNvPr id="6" name="タイトル 4">
            <a:extLst>
              <a:ext uri="{FF2B5EF4-FFF2-40B4-BE49-F238E27FC236}">
                <a16:creationId xmlns:a16="http://schemas.microsoft.com/office/drawing/2014/main" id="{06063FC1-879C-784C-8152-C633FCB9E1B3}"/>
              </a:ext>
            </a:extLst>
          </p:cNvPr>
          <p:cNvSpPr txBox="1">
            <a:spLocks/>
          </p:cNvSpPr>
          <p:nvPr/>
        </p:nvSpPr>
        <p:spPr bwMode="auto">
          <a:xfrm>
            <a:off x="161510" y="1628801"/>
            <a:ext cx="8820980" cy="1440160"/>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xmlns:mv="urn:schemas-microsoft-com:mac:vml" xmlns:mc="http://schemas.openxmlformats.org/markup-compatibility/2006">
                <a:solidFill>
                  <a:srgbClr val="FFFFFF"/>
                </a:solidFill>
              </a14:hiddenFill>
            </a:ext>
            <a:ext uri="{91240B29-F687-4f45-9708-019B960494DF}">
              <a14:hiddenLine xmlns="" xmlns:a14="http://schemas.microsoft.com/office/drawing/2010/main" xmlns:mv="urn:schemas-microsoft-com:mac:vml" xmlns:mc="http://schemas.openxmlformats.org/markup-compatibility/2006"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kumimoji="1" sz="3200" b="1">
                <a:solidFill>
                  <a:schemeClr val="tx2"/>
                </a:solidFill>
                <a:latin typeface="ヒラギノ角ゴ Pro W3"/>
                <a:ea typeface="ヒラギノ角ゴ Pro W3"/>
                <a:cs typeface="ヒラギノ角ゴ Pro W3"/>
              </a:defRPr>
            </a:lvl1pPr>
            <a:lvl2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2pPr>
            <a:lvl3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3pPr>
            <a:lvl4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4pPr>
            <a:lvl5pPr algn="ctr" rtl="0" eaLnBrk="0" fontAlgn="base" hangingPunct="0">
              <a:spcBef>
                <a:spcPct val="0"/>
              </a:spcBef>
              <a:spcAft>
                <a:spcPct val="0"/>
              </a:spcAft>
              <a:defRPr kumimoji="1" sz="3200" b="1">
                <a:solidFill>
                  <a:schemeClr val="tx2"/>
                </a:solidFill>
                <a:latin typeface="Arial" charset="0"/>
                <a:ea typeface="ＭＳ Ｐゴシック" pitchFamily="50" charset="-128"/>
                <a:cs typeface="ＭＳ Ｐゴシック" charset="0"/>
              </a:defRPr>
            </a:lvl5pPr>
            <a:lvl6pPr marL="457200" algn="ctr" rtl="0" fontAlgn="base">
              <a:spcBef>
                <a:spcPct val="0"/>
              </a:spcBef>
              <a:spcAft>
                <a:spcPct val="0"/>
              </a:spcAft>
              <a:defRPr kumimoji="1" sz="3200">
                <a:solidFill>
                  <a:schemeClr val="tx2"/>
                </a:solidFill>
                <a:latin typeface="Arial" charset="0"/>
                <a:ea typeface="ＭＳ Ｐゴシック" pitchFamily="50" charset="-128"/>
              </a:defRPr>
            </a:lvl6pPr>
            <a:lvl7pPr marL="914400" algn="ctr" rtl="0" fontAlgn="base">
              <a:spcBef>
                <a:spcPct val="0"/>
              </a:spcBef>
              <a:spcAft>
                <a:spcPct val="0"/>
              </a:spcAft>
              <a:defRPr kumimoji="1" sz="3200">
                <a:solidFill>
                  <a:schemeClr val="tx2"/>
                </a:solidFill>
                <a:latin typeface="Arial" charset="0"/>
                <a:ea typeface="ＭＳ Ｐゴシック" pitchFamily="50" charset="-128"/>
              </a:defRPr>
            </a:lvl7pPr>
            <a:lvl8pPr marL="1371600" algn="ctr" rtl="0" fontAlgn="base">
              <a:spcBef>
                <a:spcPct val="0"/>
              </a:spcBef>
              <a:spcAft>
                <a:spcPct val="0"/>
              </a:spcAft>
              <a:defRPr kumimoji="1" sz="3200">
                <a:solidFill>
                  <a:schemeClr val="tx2"/>
                </a:solidFill>
                <a:latin typeface="Arial" charset="0"/>
                <a:ea typeface="ＭＳ Ｐゴシック" pitchFamily="50" charset="-128"/>
              </a:defRPr>
            </a:lvl8pPr>
            <a:lvl9pPr marL="1828800" algn="ctr" rtl="0" fontAlgn="base">
              <a:spcBef>
                <a:spcPct val="0"/>
              </a:spcBef>
              <a:spcAft>
                <a:spcPct val="0"/>
              </a:spcAft>
              <a:defRPr kumimoji="1" sz="3200">
                <a:solidFill>
                  <a:schemeClr val="tx2"/>
                </a:solidFill>
                <a:latin typeface="Arial" charset="0"/>
                <a:ea typeface="ＭＳ Ｐゴシック" pitchFamily="50" charset="-128"/>
              </a:defRPr>
            </a:lvl9pPr>
          </a:lstStyle>
          <a:p>
            <a:r>
              <a:rPr lang="ja-JP" altLang="en-US"/>
              <a:t>太陽光発電による電力グリッドの対する</a:t>
            </a:r>
            <a:endParaRPr lang="en-US" altLang="ja-JP" dirty="0"/>
          </a:p>
          <a:p>
            <a:r>
              <a:rPr lang="ja-JP" altLang="en-US"/>
              <a:t>数理モデルを用いた運用最適化手法</a:t>
            </a:r>
            <a:endParaRPr lang="en-US" altLang="ja-JP" dirty="0"/>
          </a:p>
          <a:p>
            <a:endParaRPr lang="ja-JP" altLang="en-US"/>
          </a:p>
        </p:txBody>
      </p:sp>
      <p:sp>
        <p:nvSpPr>
          <p:cNvPr id="2" name="テキスト ボックス 1">
            <a:extLst>
              <a:ext uri="{FF2B5EF4-FFF2-40B4-BE49-F238E27FC236}">
                <a16:creationId xmlns:a16="http://schemas.microsoft.com/office/drawing/2014/main" id="{D35D2114-5942-EDBA-1FE3-DE6257F0C43E}"/>
              </a:ext>
            </a:extLst>
          </p:cNvPr>
          <p:cNvSpPr txBox="1"/>
          <p:nvPr/>
        </p:nvSpPr>
        <p:spPr>
          <a:xfrm>
            <a:off x="-1979222" y="348343"/>
            <a:ext cx="184731" cy="461665"/>
          </a:xfrm>
          <a:prstGeom prst="rect">
            <a:avLst/>
          </a:prstGeom>
          <a:noFill/>
        </p:spPr>
        <p:txBody>
          <a:bodyPr wrap="none" rtlCol="0">
            <a:spAutoFit/>
          </a:bodyPr>
          <a:lstStyle/>
          <a:p>
            <a:endParaRPr kumimoji="1" lang="ja-JP" altLang="en-US"/>
          </a:p>
        </p:txBody>
      </p:sp>
      <p:sp>
        <p:nvSpPr>
          <p:cNvPr id="5" name="テキスト ボックス 4">
            <a:extLst>
              <a:ext uri="{FF2B5EF4-FFF2-40B4-BE49-F238E27FC236}">
                <a16:creationId xmlns:a16="http://schemas.microsoft.com/office/drawing/2014/main" id="{16416624-DDFD-A8F7-2BDF-D41B17927B5D}"/>
              </a:ext>
            </a:extLst>
          </p:cNvPr>
          <p:cNvSpPr txBox="1"/>
          <p:nvPr/>
        </p:nvSpPr>
        <p:spPr>
          <a:xfrm>
            <a:off x="8710672" y="6462793"/>
            <a:ext cx="184731" cy="461665"/>
          </a:xfrm>
          <a:prstGeom prst="rect">
            <a:avLst/>
          </a:prstGeom>
          <a:noFill/>
        </p:spPr>
        <p:txBody>
          <a:bodyPr wrap="none" rtlCol="0">
            <a:spAutoFit/>
          </a:bodyPr>
          <a:lstStyle/>
          <a:p>
            <a:endParaRPr kumimoji="1" lang="ja-JP" altLang="en-US"/>
          </a:p>
        </p:txBody>
      </p:sp>
    </p:spTree>
    <p:extLst>
      <p:ext uri="{BB962C8B-B14F-4D97-AF65-F5344CB8AC3E}">
        <p14:creationId xmlns:p14="http://schemas.microsoft.com/office/powerpoint/2010/main" val="40731584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3145973" y="189791"/>
            <a:ext cx="2852063" cy="584775"/>
          </a:xfrm>
          <a:prstGeom prst="rect">
            <a:avLst/>
          </a:prstGeom>
          <a:noFill/>
        </p:spPr>
        <p:txBody>
          <a:bodyPr wrap="none" rtlCol="0">
            <a:spAutoFit/>
          </a:bodyPr>
          <a:lstStyle/>
          <a:p>
            <a:r>
              <a:rPr kumimoji="1" lang="ja-JP" altLang="en-US" sz="3200"/>
              <a:t>研究背景・目的</a:t>
            </a:r>
          </a:p>
        </p:txBody>
      </p:sp>
      <p:sp>
        <p:nvSpPr>
          <p:cNvPr id="14" name="テキスト ボックス 13">
            <a:extLst>
              <a:ext uri="{FF2B5EF4-FFF2-40B4-BE49-F238E27FC236}">
                <a16:creationId xmlns:a16="http://schemas.microsoft.com/office/drawing/2014/main" id="{52BA35C2-AB7F-134F-8842-C2417269D285}"/>
              </a:ext>
            </a:extLst>
          </p:cNvPr>
          <p:cNvSpPr txBox="1"/>
          <p:nvPr/>
        </p:nvSpPr>
        <p:spPr>
          <a:xfrm>
            <a:off x="436159" y="1035096"/>
            <a:ext cx="3096344" cy="461665"/>
          </a:xfrm>
          <a:prstGeom prst="rect">
            <a:avLst/>
          </a:prstGeom>
          <a:solidFill>
            <a:schemeClr val="bg1"/>
          </a:solidFill>
        </p:spPr>
        <p:txBody>
          <a:bodyPr wrap="square" rtlCol="0">
            <a:spAutoFit/>
          </a:bodyPr>
          <a:lstStyle/>
          <a:p>
            <a:pPr algn="l"/>
            <a:r>
              <a:rPr lang="ja-JP" altLang="en-US" sz="2400" b="1"/>
              <a:t>背景</a:t>
            </a:r>
            <a:endParaRPr lang="en-US" altLang="ja-JP" sz="2400" b="1" dirty="0"/>
          </a:p>
        </p:txBody>
      </p:sp>
      <p:sp>
        <p:nvSpPr>
          <p:cNvPr id="15" name="テキスト ボックス 14">
            <a:extLst>
              <a:ext uri="{FF2B5EF4-FFF2-40B4-BE49-F238E27FC236}">
                <a16:creationId xmlns:a16="http://schemas.microsoft.com/office/drawing/2014/main" id="{EF54D671-60E9-7736-90C8-6FB49ABA303B}"/>
              </a:ext>
            </a:extLst>
          </p:cNvPr>
          <p:cNvSpPr txBox="1"/>
          <p:nvPr/>
        </p:nvSpPr>
        <p:spPr>
          <a:xfrm>
            <a:off x="602378" y="1487241"/>
            <a:ext cx="7939243" cy="1015663"/>
          </a:xfrm>
          <a:prstGeom prst="rect">
            <a:avLst/>
          </a:prstGeom>
          <a:noFill/>
        </p:spPr>
        <p:txBody>
          <a:bodyPr wrap="square">
            <a:spAutoFit/>
          </a:bodyPr>
          <a:lstStyle/>
          <a:p>
            <a:pPr algn="l"/>
            <a:r>
              <a:rPr lang="ja-JP" altLang="en-US" sz="2000"/>
              <a:t>・太陽光発電：工場の屋根を活用した電源として期待</a:t>
            </a:r>
            <a:endParaRPr lang="en-US" altLang="ja-JP" sz="2000" dirty="0"/>
          </a:p>
          <a:p>
            <a:pPr algn="l"/>
            <a:r>
              <a:rPr lang="ja-JP" altLang="en-US" sz="2000"/>
              <a:t>・蓄電池を活用した運用</a:t>
            </a:r>
            <a:endParaRPr lang="en-US" altLang="ja-JP" sz="2000" dirty="0"/>
          </a:p>
          <a:p>
            <a:pPr algn="l"/>
            <a:r>
              <a:rPr lang="ja-JP" altLang="en-US" sz="2000"/>
              <a:t>・市場連動型料金プランの普及</a:t>
            </a:r>
            <a:endParaRPr lang="en-US" altLang="ja-JP" sz="2000" dirty="0"/>
          </a:p>
        </p:txBody>
      </p:sp>
      <p:sp>
        <p:nvSpPr>
          <p:cNvPr id="18" name="右矢印 17">
            <a:extLst>
              <a:ext uri="{FF2B5EF4-FFF2-40B4-BE49-F238E27FC236}">
                <a16:creationId xmlns:a16="http://schemas.microsoft.com/office/drawing/2014/main" id="{8352EC4A-8159-8B1F-8025-3D69EB788788}"/>
              </a:ext>
            </a:extLst>
          </p:cNvPr>
          <p:cNvSpPr/>
          <p:nvPr/>
        </p:nvSpPr>
        <p:spPr bwMode="auto">
          <a:xfrm>
            <a:off x="395536" y="5599112"/>
            <a:ext cx="576064" cy="523220"/>
          </a:xfrm>
          <a:prstGeom prst="rightArrow">
            <a:avLst/>
          </a:prstGeom>
          <a:solidFill>
            <a:schemeClr val="tx1">
              <a:lumMod val="50000"/>
              <a:lumOff val="50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0" name="テキスト ボックス 19">
            <a:extLst>
              <a:ext uri="{FF2B5EF4-FFF2-40B4-BE49-F238E27FC236}">
                <a16:creationId xmlns:a16="http://schemas.microsoft.com/office/drawing/2014/main" id="{B094E821-F2CE-1585-2A32-3DD63D10A834}"/>
              </a:ext>
            </a:extLst>
          </p:cNvPr>
          <p:cNvSpPr txBox="1"/>
          <p:nvPr/>
        </p:nvSpPr>
        <p:spPr>
          <a:xfrm>
            <a:off x="1116688" y="5445224"/>
            <a:ext cx="7667272" cy="830997"/>
          </a:xfrm>
          <a:prstGeom prst="rect">
            <a:avLst/>
          </a:prstGeom>
          <a:noFill/>
        </p:spPr>
        <p:txBody>
          <a:bodyPr wrap="square">
            <a:spAutoFit/>
          </a:bodyPr>
          <a:lstStyle/>
          <a:p>
            <a:pPr algn="l"/>
            <a:r>
              <a:rPr lang="ja-JP" altLang="en-US" sz="2400" b="1">
                <a:solidFill>
                  <a:srgbClr val="C00000"/>
                </a:solidFill>
              </a:rPr>
              <a:t>線形計画モデルに加え，新たに動的計画モデルを作成</a:t>
            </a:r>
            <a:endParaRPr lang="en-US" altLang="ja-JP" sz="2400" b="1" dirty="0">
              <a:solidFill>
                <a:srgbClr val="C00000"/>
              </a:solidFill>
            </a:endParaRPr>
          </a:p>
          <a:p>
            <a:pPr algn="l"/>
            <a:r>
              <a:rPr lang="en-US" altLang="ja-JP" b="1" dirty="0">
                <a:solidFill>
                  <a:srgbClr val="C00000"/>
                </a:solidFill>
              </a:rPr>
              <a:t>2</a:t>
            </a:r>
            <a:r>
              <a:rPr lang="ja-JP" altLang="en-US" b="1">
                <a:solidFill>
                  <a:srgbClr val="C00000"/>
                </a:solidFill>
              </a:rPr>
              <a:t>つのモデルの解の精度・計算速度</a:t>
            </a:r>
            <a:r>
              <a:rPr lang="ja-JP" altLang="en-US" sz="2400" b="1">
                <a:solidFill>
                  <a:srgbClr val="C00000"/>
                </a:solidFill>
              </a:rPr>
              <a:t>を比較</a:t>
            </a:r>
            <a:endParaRPr lang="en-US" altLang="ja-JP" sz="2400" b="1" dirty="0">
              <a:solidFill>
                <a:srgbClr val="C00000"/>
              </a:solidFill>
            </a:endParaRPr>
          </a:p>
        </p:txBody>
      </p:sp>
      <p:sp>
        <p:nvSpPr>
          <p:cNvPr id="5" name="テキスト ボックス 4">
            <a:extLst>
              <a:ext uri="{FF2B5EF4-FFF2-40B4-BE49-F238E27FC236}">
                <a16:creationId xmlns:a16="http://schemas.microsoft.com/office/drawing/2014/main" id="{CA9075B9-ED84-8E25-EAA3-6034CCD9A454}"/>
              </a:ext>
            </a:extLst>
          </p:cNvPr>
          <p:cNvSpPr txBox="1"/>
          <p:nvPr/>
        </p:nvSpPr>
        <p:spPr>
          <a:xfrm>
            <a:off x="323036" y="2537758"/>
            <a:ext cx="4613562" cy="461665"/>
          </a:xfrm>
          <a:prstGeom prst="rect">
            <a:avLst/>
          </a:prstGeom>
          <a:noFill/>
        </p:spPr>
        <p:txBody>
          <a:bodyPr wrap="square">
            <a:spAutoFit/>
          </a:bodyPr>
          <a:lstStyle/>
          <a:p>
            <a:pPr algn="l"/>
            <a:r>
              <a:rPr lang="ja-JP" altLang="en-US" sz="2400" b="1"/>
              <a:t>既存研究</a:t>
            </a:r>
            <a:endParaRPr lang="en-US" altLang="ja-JP" sz="2400" b="1" dirty="0"/>
          </a:p>
        </p:txBody>
      </p:sp>
      <p:sp>
        <p:nvSpPr>
          <p:cNvPr id="9" name="テキスト ボックス 8">
            <a:extLst>
              <a:ext uri="{FF2B5EF4-FFF2-40B4-BE49-F238E27FC236}">
                <a16:creationId xmlns:a16="http://schemas.microsoft.com/office/drawing/2014/main" id="{9FEC0E9E-7709-4401-6EB7-2CE9C5D81283}"/>
              </a:ext>
            </a:extLst>
          </p:cNvPr>
          <p:cNvSpPr txBox="1"/>
          <p:nvPr/>
        </p:nvSpPr>
        <p:spPr>
          <a:xfrm>
            <a:off x="602378" y="2937409"/>
            <a:ext cx="8181582" cy="1015663"/>
          </a:xfrm>
          <a:prstGeom prst="rect">
            <a:avLst/>
          </a:prstGeom>
          <a:noFill/>
        </p:spPr>
        <p:txBody>
          <a:bodyPr wrap="square">
            <a:spAutoFit/>
          </a:bodyPr>
          <a:lstStyle/>
          <a:p>
            <a:pPr algn="l"/>
            <a:r>
              <a:rPr lang="ja-JP" altLang="en-US" sz="2000"/>
              <a:t>岩瀬</a:t>
            </a:r>
            <a:r>
              <a:rPr lang="en-US" altLang="ja-JP" sz="2000" dirty="0"/>
              <a:t>(2017)</a:t>
            </a:r>
            <a:r>
              <a:rPr lang="ja-JP" altLang="en-US" sz="2000"/>
              <a:t>・秋山</a:t>
            </a:r>
            <a:r>
              <a:rPr lang="en-US" altLang="ja-JP" sz="2000" dirty="0"/>
              <a:t>(2013)</a:t>
            </a:r>
            <a:r>
              <a:rPr lang="ja-JP" altLang="en-US" sz="2000"/>
              <a:t>など：</a:t>
            </a:r>
            <a:endParaRPr lang="en-US" altLang="ja-JP" sz="2000" dirty="0"/>
          </a:p>
          <a:p>
            <a:pPr algn="l"/>
            <a:r>
              <a:rPr lang="ja-JP" altLang="en-US" sz="2000"/>
              <a:t>　　・対象：地域グリッドを対象に</a:t>
            </a:r>
            <a:r>
              <a:rPr lang="ja-JP" altLang="en-US" sz="2000" b="1"/>
              <a:t>線形計画モデル</a:t>
            </a:r>
            <a:r>
              <a:rPr lang="ja-JP" altLang="en-US" sz="2000"/>
              <a:t>を作成</a:t>
            </a:r>
            <a:endParaRPr lang="en-US" altLang="ja-JP" sz="2000" dirty="0"/>
          </a:p>
          <a:p>
            <a:pPr algn="l"/>
            <a:r>
              <a:rPr lang="ja-JP" altLang="en-US" sz="2000"/>
              <a:t>　　・主に省エネ効果や</a:t>
            </a:r>
            <a:r>
              <a:rPr lang="en-US" altLang="ja-JP" sz="2000" dirty="0"/>
              <a:t>CO2</a:t>
            </a:r>
            <a:r>
              <a:rPr lang="ja-JP" altLang="en-US" sz="2000"/>
              <a:t>削減効果を定量的に評価</a:t>
            </a:r>
          </a:p>
        </p:txBody>
      </p:sp>
      <p:sp>
        <p:nvSpPr>
          <p:cNvPr id="12" name="テキスト ボックス 11">
            <a:extLst>
              <a:ext uri="{FF2B5EF4-FFF2-40B4-BE49-F238E27FC236}">
                <a16:creationId xmlns:a16="http://schemas.microsoft.com/office/drawing/2014/main" id="{594A4F82-D04C-EBA3-520B-BB1867325CED}"/>
              </a:ext>
            </a:extLst>
          </p:cNvPr>
          <p:cNvSpPr txBox="1"/>
          <p:nvPr/>
        </p:nvSpPr>
        <p:spPr>
          <a:xfrm>
            <a:off x="395536" y="4040420"/>
            <a:ext cx="3024336" cy="461665"/>
          </a:xfrm>
          <a:prstGeom prst="rect">
            <a:avLst/>
          </a:prstGeom>
          <a:noFill/>
        </p:spPr>
        <p:txBody>
          <a:bodyPr wrap="square">
            <a:spAutoFit/>
          </a:bodyPr>
          <a:lstStyle/>
          <a:p>
            <a:pPr algn="l"/>
            <a:r>
              <a:rPr lang="ja-JP" altLang="en-US" b="1"/>
              <a:t>課題</a:t>
            </a:r>
            <a:endParaRPr lang="en-US" altLang="ja-JP" b="1" dirty="0"/>
          </a:p>
        </p:txBody>
      </p:sp>
      <p:sp>
        <p:nvSpPr>
          <p:cNvPr id="19" name="テキスト ボックス 18">
            <a:extLst>
              <a:ext uri="{FF2B5EF4-FFF2-40B4-BE49-F238E27FC236}">
                <a16:creationId xmlns:a16="http://schemas.microsoft.com/office/drawing/2014/main" id="{BECFD9FD-C0E1-AD1E-F3F2-342277D122B6}"/>
              </a:ext>
            </a:extLst>
          </p:cNvPr>
          <p:cNvSpPr txBox="1"/>
          <p:nvPr/>
        </p:nvSpPr>
        <p:spPr>
          <a:xfrm>
            <a:off x="649569" y="4422649"/>
            <a:ext cx="7939243" cy="707886"/>
          </a:xfrm>
          <a:prstGeom prst="rect">
            <a:avLst/>
          </a:prstGeom>
          <a:noFill/>
        </p:spPr>
        <p:txBody>
          <a:bodyPr wrap="square">
            <a:spAutoFit/>
          </a:bodyPr>
          <a:lstStyle/>
          <a:p>
            <a:pPr algn="l"/>
            <a:r>
              <a:rPr lang="ja-JP" altLang="en-US" sz="2000"/>
              <a:t>・工場の</a:t>
            </a:r>
            <a:r>
              <a:rPr lang="ja-JP" altLang="en-US" sz="2000" b="0" i="0" u="none" strike="noStrike">
                <a:solidFill>
                  <a:srgbClr val="000000"/>
                </a:solidFill>
                <a:effectLst/>
                <a:latin typeface="-webkit-standard"/>
              </a:rPr>
              <a:t>実運用では，</a:t>
            </a:r>
            <a:r>
              <a:rPr lang="ja-JP" altLang="en-US" sz="2000" b="1" i="0" u="sng" strike="noStrike">
                <a:solidFill>
                  <a:srgbClr val="000000"/>
                </a:solidFill>
                <a:effectLst/>
                <a:latin typeface="-webkit-standard"/>
              </a:rPr>
              <a:t>費用の観点</a:t>
            </a:r>
            <a:r>
              <a:rPr lang="ja-JP" altLang="en-US" sz="2000" b="0" i="0" u="none" strike="noStrike">
                <a:solidFill>
                  <a:srgbClr val="000000"/>
                </a:solidFill>
                <a:effectLst/>
                <a:latin typeface="-webkit-standard"/>
              </a:rPr>
              <a:t>が重要</a:t>
            </a:r>
            <a:endParaRPr lang="en-US" altLang="ja-JP" sz="2000" b="0" i="0" u="none" strike="noStrike" dirty="0">
              <a:solidFill>
                <a:srgbClr val="000000"/>
              </a:solidFill>
              <a:effectLst/>
              <a:latin typeface="-webkit-standard"/>
            </a:endParaRPr>
          </a:p>
          <a:p>
            <a:pPr algn="l"/>
            <a:r>
              <a:rPr lang="ja-JP" altLang="en-US" sz="2000">
                <a:solidFill>
                  <a:srgbClr val="000000"/>
                </a:solidFill>
                <a:latin typeface="-webkit-standard"/>
              </a:rPr>
              <a:t>・費用を最小にするような運用計画を導出するための</a:t>
            </a:r>
            <a:r>
              <a:rPr lang="ja-JP" altLang="en-US" sz="2000" b="1" u="sng">
                <a:solidFill>
                  <a:srgbClr val="000000"/>
                </a:solidFill>
                <a:latin typeface="-webkit-standard"/>
              </a:rPr>
              <a:t>計算速度</a:t>
            </a:r>
            <a:r>
              <a:rPr lang="ja-JP" altLang="en-US" sz="2000">
                <a:solidFill>
                  <a:srgbClr val="000000"/>
                </a:solidFill>
                <a:latin typeface="-webkit-standard"/>
              </a:rPr>
              <a:t>も重要</a:t>
            </a:r>
            <a:endParaRPr lang="en-US" altLang="ja-JP" sz="2000" dirty="0"/>
          </a:p>
        </p:txBody>
      </p:sp>
    </p:spTree>
    <p:extLst>
      <p:ext uri="{BB962C8B-B14F-4D97-AF65-F5344CB8AC3E}">
        <p14:creationId xmlns:p14="http://schemas.microsoft.com/office/powerpoint/2010/main" val="669834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3123533" y="189791"/>
            <a:ext cx="2896947" cy="584775"/>
          </a:xfrm>
          <a:prstGeom prst="rect">
            <a:avLst/>
          </a:prstGeom>
          <a:noFill/>
        </p:spPr>
        <p:txBody>
          <a:bodyPr wrap="none" rtlCol="0">
            <a:spAutoFit/>
          </a:bodyPr>
          <a:lstStyle/>
          <a:p>
            <a:r>
              <a:rPr lang="ja-JP" altLang="en-US" sz="3200"/>
              <a:t>対象のシステム</a:t>
            </a:r>
            <a:endParaRPr kumimoji="1" lang="ja-JP" altLang="en-US" sz="3200"/>
          </a:p>
        </p:txBody>
      </p:sp>
      <p:cxnSp>
        <p:nvCxnSpPr>
          <p:cNvPr id="66" name="直線コネクタ 65">
            <a:extLst>
              <a:ext uri="{FF2B5EF4-FFF2-40B4-BE49-F238E27FC236}">
                <a16:creationId xmlns:a16="http://schemas.microsoft.com/office/drawing/2014/main" id="{BEC3FB62-CBF8-2E80-5000-8C5B5F9DDE19}"/>
              </a:ext>
            </a:extLst>
          </p:cNvPr>
          <p:cNvCxnSpPr>
            <a:cxnSpLocks/>
          </p:cNvCxnSpPr>
          <p:nvPr/>
        </p:nvCxnSpPr>
        <p:spPr>
          <a:xfrm>
            <a:off x="1691680" y="2072943"/>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67" name="正方形/長方形 66">
            <a:extLst>
              <a:ext uri="{FF2B5EF4-FFF2-40B4-BE49-F238E27FC236}">
                <a16:creationId xmlns:a16="http://schemas.microsoft.com/office/drawing/2014/main" id="{FD0ACD92-F435-89AF-7C4B-76269E55E168}"/>
              </a:ext>
            </a:extLst>
          </p:cNvPr>
          <p:cNvSpPr/>
          <p:nvPr/>
        </p:nvSpPr>
        <p:spPr>
          <a:xfrm>
            <a:off x="1136828" y="1573158"/>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68" name="正方形/長方形 67">
            <a:extLst>
              <a:ext uri="{FF2B5EF4-FFF2-40B4-BE49-F238E27FC236}">
                <a16:creationId xmlns:a16="http://schemas.microsoft.com/office/drawing/2014/main" id="{F51C4498-A04A-CA34-0D74-C1F6779637FC}"/>
              </a:ext>
            </a:extLst>
          </p:cNvPr>
          <p:cNvSpPr/>
          <p:nvPr/>
        </p:nvSpPr>
        <p:spPr>
          <a:xfrm>
            <a:off x="1187624" y="2567775"/>
            <a:ext cx="947547"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grpSp>
        <p:nvGrpSpPr>
          <p:cNvPr id="72" name="グループ化 71">
            <a:extLst>
              <a:ext uri="{FF2B5EF4-FFF2-40B4-BE49-F238E27FC236}">
                <a16:creationId xmlns:a16="http://schemas.microsoft.com/office/drawing/2014/main" id="{7D095D0A-727C-55C9-F43F-F6D1DDD5E63D}"/>
              </a:ext>
            </a:extLst>
          </p:cNvPr>
          <p:cNvGrpSpPr/>
          <p:nvPr/>
        </p:nvGrpSpPr>
        <p:grpSpPr>
          <a:xfrm>
            <a:off x="1664925" y="2951069"/>
            <a:ext cx="1306767" cy="259714"/>
            <a:chOff x="2220383" y="2089166"/>
            <a:chExt cx="1169198" cy="318368"/>
          </a:xfrm>
        </p:grpSpPr>
        <p:cxnSp>
          <p:nvCxnSpPr>
            <p:cNvPr id="73" name="直線コネクタ 72">
              <a:extLst>
                <a:ext uri="{FF2B5EF4-FFF2-40B4-BE49-F238E27FC236}">
                  <a16:creationId xmlns:a16="http://schemas.microsoft.com/office/drawing/2014/main" id="{8EB8510A-5A11-2D87-1B4E-B9BAF064C8FC}"/>
                </a:ext>
              </a:extLst>
            </p:cNvPr>
            <p:cNvCxnSpPr>
              <a:cxnSpLocks/>
            </p:cNvCxnSpPr>
            <p:nvPr/>
          </p:nvCxnSpPr>
          <p:spPr>
            <a:xfrm>
              <a:off x="2223877"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7A1CD3CF-ABD4-6B90-9538-B67F91F2D43D}"/>
                </a:ext>
              </a:extLst>
            </p:cNvPr>
            <p:cNvCxnSpPr>
              <a:cxnSpLocks/>
            </p:cNvCxnSpPr>
            <p:nvPr/>
          </p:nvCxnSpPr>
          <p:spPr>
            <a:xfrm>
              <a:off x="3389581"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F418735D-3CCA-4BBC-AAE1-B72AFF2D4096}"/>
                </a:ext>
              </a:extLst>
            </p:cNvPr>
            <p:cNvCxnSpPr>
              <a:cxnSpLocks/>
            </p:cNvCxnSpPr>
            <p:nvPr/>
          </p:nvCxnSpPr>
          <p:spPr>
            <a:xfrm flipH="1">
              <a:off x="2220383" y="2404742"/>
              <a:ext cx="1169198"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76" name="直線コネクタ 75">
            <a:extLst>
              <a:ext uri="{FF2B5EF4-FFF2-40B4-BE49-F238E27FC236}">
                <a16:creationId xmlns:a16="http://schemas.microsoft.com/office/drawing/2014/main" id="{6C2FE158-05FB-CF0C-686D-5A2CF42E967A}"/>
              </a:ext>
            </a:extLst>
          </p:cNvPr>
          <p:cNvCxnSpPr>
            <a:cxnSpLocks/>
          </p:cNvCxnSpPr>
          <p:nvPr/>
        </p:nvCxnSpPr>
        <p:spPr>
          <a:xfrm>
            <a:off x="2385006" y="320850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線コネクタ 77">
            <a:extLst>
              <a:ext uri="{FF2B5EF4-FFF2-40B4-BE49-F238E27FC236}">
                <a16:creationId xmlns:a16="http://schemas.microsoft.com/office/drawing/2014/main" id="{5043E2EF-5269-45FA-96B8-ECBA1A83287E}"/>
              </a:ext>
            </a:extLst>
          </p:cNvPr>
          <p:cNvCxnSpPr>
            <a:cxnSpLocks/>
          </p:cNvCxnSpPr>
          <p:nvPr/>
        </p:nvCxnSpPr>
        <p:spPr>
          <a:xfrm>
            <a:off x="2375559" y="388158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9" name="直線コネクタ 78">
            <a:extLst>
              <a:ext uri="{FF2B5EF4-FFF2-40B4-BE49-F238E27FC236}">
                <a16:creationId xmlns:a16="http://schemas.microsoft.com/office/drawing/2014/main" id="{2AE2F689-ED7D-DE35-9424-318DB5DE46BE}"/>
              </a:ext>
            </a:extLst>
          </p:cNvPr>
          <p:cNvCxnSpPr>
            <a:cxnSpLocks/>
          </p:cNvCxnSpPr>
          <p:nvPr/>
        </p:nvCxnSpPr>
        <p:spPr>
          <a:xfrm>
            <a:off x="541585" y="4175818"/>
            <a:ext cx="8350895" cy="9811"/>
          </a:xfrm>
          <a:prstGeom prst="line">
            <a:avLst/>
          </a:prstGeom>
          <a:ln w="19050"/>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42D6600E-F528-9D04-10E6-DAF9AAF1B1D0}"/>
              </a:ext>
            </a:extLst>
          </p:cNvPr>
          <p:cNvCxnSpPr>
            <a:cxnSpLocks/>
          </p:cNvCxnSpPr>
          <p:nvPr/>
        </p:nvCxnSpPr>
        <p:spPr>
          <a:xfrm>
            <a:off x="1346500" y="4817859"/>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A5A52A27-1359-B609-BA20-A4ACEA76C4EC}"/>
              </a:ext>
            </a:extLst>
          </p:cNvPr>
          <p:cNvCxnSpPr>
            <a:cxnSpLocks/>
          </p:cNvCxnSpPr>
          <p:nvPr/>
        </p:nvCxnSpPr>
        <p:spPr>
          <a:xfrm>
            <a:off x="1298858" y="4168086"/>
            <a:ext cx="0" cy="286502"/>
          </a:xfrm>
          <a:prstGeom prst="line">
            <a:avLst/>
          </a:prstGeom>
          <a:ln w="19050"/>
        </p:spPr>
        <p:style>
          <a:lnRef idx="1">
            <a:schemeClr val="dk1"/>
          </a:lnRef>
          <a:fillRef idx="0">
            <a:schemeClr val="dk1"/>
          </a:fillRef>
          <a:effectRef idx="0">
            <a:schemeClr val="dk1"/>
          </a:effectRef>
          <a:fontRef idx="minor">
            <a:schemeClr val="tx1"/>
          </a:fontRef>
        </p:style>
      </p:cxnSp>
      <p:cxnSp>
        <p:nvCxnSpPr>
          <p:cNvPr id="82" name="直線コネクタ 81">
            <a:extLst>
              <a:ext uri="{FF2B5EF4-FFF2-40B4-BE49-F238E27FC236}">
                <a16:creationId xmlns:a16="http://schemas.microsoft.com/office/drawing/2014/main" id="{4194A7AF-3CAB-A319-4399-E51B513C0872}"/>
              </a:ext>
            </a:extLst>
          </p:cNvPr>
          <p:cNvCxnSpPr>
            <a:cxnSpLocks/>
          </p:cNvCxnSpPr>
          <p:nvPr/>
        </p:nvCxnSpPr>
        <p:spPr>
          <a:xfrm flipH="1">
            <a:off x="541585" y="5108169"/>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3" name="直線コネクタ 82">
            <a:extLst>
              <a:ext uri="{FF2B5EF4-FFF2-40B4-BE49-F238E27FC236}">
                <a16:creationId xmlns:a16="http://schemas.microsoft.com/office/drawing/2014/main" id="{43A29E58-395E-A226-2742-20D0767CCFCB}"/>
              </a:ext>
            </a:extLst>
          </p:cNvPr>
          <p:cNvCxnSpPr>
            <a:cxnSpLocks/>
          </p:cNvCxnSpPr>
          <p:nvPr/>
        </p:nvCxnSpPr>
        <p:spPr>
          <a:xfrm flipH="1">
            <a:off x="541585" y="5109546"/>
            <a:ext cx="1058" cy="352366"/>
          </a:xfrm>
          <a:prstGeom prst="line">
            <a:avLst/>
          </a:prstGeom>
          <a:ln w="19050"/>
        </p:spPr>
        <p:style>
          <a:lnRef idx="1">
            <a:schemeClr val="dk1"/>
          </a:lnRef>
          <a:fillRef idx="0">
            <a:schemeClr val="dk1"/>
          </a:fillRef>
          <a:effectRef idx="0">
            <a:schemeClr val="dk1"/>
          </a:effectRef>
          <a:fontRef idx="minor">
            <a:schemeClr val="tx1"/>
          </a:fontRef>
        </p:style>
      </p:cxnSp>
      <p:sp>
        <p:nvSpPr>
          <p:cNvPr id="85" name="正方形/長方形 84">
            <a:extLst>
              <a:ext uri="{FF2B5EF4-FFF2-40B4-BE49-F238E27FC236}">
                <a16:creationId xmlns:a16="http://schemas.microsoft.com/office/drawing/2014/main" id="{A49ED2F6-E0F9-6243-D157-384935A16E40}"/>
              </a:ext>
            </a:extLst>
          </p:cNvPr>
          <p:cNvSpPr/>
          <p:nvPr/>
        </p:nvSpPr>
        <p:spPr>
          <a:xfrm>
            <a:off x="184637" y="5391092"/>
            <a:ext cx="718046"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86" name="直線コネクタ 85">
            <a:extLst>
              <a:ext uri="{FF2B5EF4-FFF2-40B4-BE49-F238E27FC236}">
                <a16:creationId xmlns:a16="http://schemas.microsoft.com/office/drawing/2014/main" id="{A453F381-419F-DF68-2186-E3C82E6637E8}"/>
              </a:ext>
            </a:extLst>
          </p:cNvPr>
          <p:cNvCxnSpPr>
            <a:cxnSpLocks/>
          </p:cNvCxnSpPr>
          <p:nvPr/>
        </p:nvCxnSpPr>
        <p:spPr>
          <a:xfrm>
            <a:off x="1346500" y="5108169"/>
            <a:ext cx="3417" cy="395019"/>
          </a:xfrm>
          <a:prstGeom prst="line">
            <a:avLst/>
          </a:prstGeom>
          <a:ln w="19050"/>
        </p:spPr>
        <p:style>
          <a:lnRef idx="1">
            <a:schemeClr val="dk1"/>
          </a:lnRef>
          <a:fillRef idx="0">
            <a:schemeClr val="dk1"/>
          </a:fillRef>
          <a:effectRef idx="0">
            <a:schemeClr val="dk1"/>
          </a:effectRef>
          <a:fontRef idx="minor">
            <a:schemeClr val="tx1"/>
          </a:fontRef>
        </p:style>
      </p:cxnSp>
      <p:sp>
        <p:nvSpPr>
          <p:cNvPr id="87" name="正方形/長方形 86">
            <a:extLst>
              <a:ext uri="{FF2B5EF4-FFF2-40B4-BE49-F238E27FC236}">
                <a16:creationId xmlns:a16="http://schemas.microsoft.com/office/drawing/2014/main" id="{B8487E0B-1192-24F0-7BF5-FEDD2ACC5526}"/>
              </a:ext>
            </a:extLst>
          </p:cNvPr>
          <p:cNvSpPr/>
          <p:nvPr/>
        </p:nvSpPr>
        <p:spPr>
          <a:xfrm>
            <a:off x="974691" y="5402833"/>
            <a:ext cx="718047" cy="530529"/>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89" name="直線コネクタ 88">
            <a:extLst>
              <a:ext uri="{FF2B5EF4-FFF2-40B4-BE49-F238E27FC236}">
                <a16:creationId xmlns:a16="http://schemas.microsoft.com/office/drawing/2014/main" id="{F2B68B65-8EF5-48AF-1F25-C337547E1F20}"/>
              </a:ext>
            </a:extLst>
          </p:cNvPr>
          <p:cNvCxnSpPr>
            <a:cxnSpLocks/>
          </p:cNvCxnSpPr>
          <p:nvPr/>
        </p:nvCxnSpPr>
        <p:spPr>
          <a:xfrm>
            <a:off x="2126819" y="5108169"/>
            <a:ext cx="0" cy="281735"/>
          </a:xfrm>
          <a:prstGeom prst="line">
            <a:avLst/>
          </a:prstGeom>
          <a:ln w="19050"/>
        </p:spPr>
        <p:style>
          <a:lnRef idx="1">
            <a:schemeClr val="dk1"/>
          </a:lnRef>
          <a:fillRef idx="0">
            <a:schemeClr val="dk1"/>
          </a:fillRef>
          <a:effectRef idx="0">
            <a:schemeClr val="dk1"/>
          </a:effectRef>
          <a:fontRef idx="minor">
            <a:schemeClr val="tx1"/>
          </a:fontRef>
        </p:style>
      </p:cxnSp>
      <p:sp>
        <p:nvSpPr>
          <p:cNvPr id="90" name="円/楕円 89">
            <a:extLst>
              <a:ext uri="{FF2B5EF4-FFF2-40B4-BE49-F238E27FC236}">
                <a16:creationId xmlns:a16="http://schemas.microsoft.com/office/drawing/2014/main" id="{A3C453C7-C935-E395-1445-BA224ED5E06C}"/>
              </a:ext>
            </a:extLst>
          </p:cNvPr>
          <p:cNvSpPr/>
          <p:nvPr/>
        </p:nvSpPr>
        <p:spPr>
          <a:xfrm>
            <a:off x="2331006" y="3155270"/>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1" name="円/楕円 90">
            <a:extLst>
              <a:ext uri="{FF2B5EF4-FFF2-40B4-BE49-F238E27FC236}">
                <a16:creationId xmlns:a16="http://schemas.microsoft.com/office/drawing/2014/main" id="{13CEFEF4-C197-3F41-EF89-73505F2A3AA6}"/>
              </a:ext>
            </a:extLst>
          </p:cNvPr>
          <p:cNvSpPr/>
          <p:nvPr/>
        </p:nvSpPr>
        <p:spPr>
          <a:xfrm>
            <a:off x="1290162" y="5058522"/>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2" name="円/楕円 91">
            <a:extLst>
              <a:ext uri="{FF2B5EF4-FFF2-40B4-BE49-F238E27FC236}">
                <a16:creationId xmlns:a16="http://schemas.microsoft.com/office/drawing/2014/main" id="{3D378F74-F7E5-B8D3-1341-756ACC644A4A}"/>
              </a:ext>
            </a:extLst>
          </p:cNvPr>
          <p:cNvSpPr/>
          <p:nvPr/>
        </p:nvSpPr>
        <p:spPr>
          <a:xfrm>
            <a:off x="1242520" y="4105924"/>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05" name="直線コネクタ 104">
            <a:extLst>
              <a:ext uri="{FF2B5EF4-FFF2-40B4-BE49-F238E27FC236}">
                <a16:creationId xmlns:a16="http://schemas.microsoft.com/office/drawing/2014/main" id="{9EE882AB-7763-68E5-15AF-D3A1E55F4C88}"/>
              </a:ext>
            </a:extLst>
          </p:cNvPr>
          <p:cNvCxnSpPr>
            <a:cxnSpLocks/>
          </p:cNvCxnSpPr>
          <p:nvPr/>
        </p:nvCxnSpPr>
        <p:spPr>
          <a:xfrm flipH="1">
            <a:off x="4688909" y="2678500"/>
            <a:ext cx="2338" cy="1480286"/>
          </a:xfrm>
          <a:prstGeom prst="line">
            <a:avLst/>
          </a:prstGeom>
          <a:ln w="19050"/>
        </p:spPr>
        <p:style>
          <a:lnRef idx="1">
            <a:schemeClr val="dk1"/>
          </a:lnRef>
          <a:fillRef idx="0">
            <a:schemeClr val="dk1"/>
          </a:fillRef>
          <a:effectRef idx="0">
            <a:schemeClr val="dk1"/>
          </a:effectRef>
          <a:fontRef idx="minor">
            <a:schemeClr val="tx1"/>
          </a:fontRef>
        </p:style>
      </p:cxnSp>
      <p:sp>
        <p:nvSpPr>
          <p:cNvPr id="106" name="正方形/長方形 105">
            <a:extLst>
              <a:ext uri="{FF2B5EF4-FFF2-40B4-BE49-F238E27FC236}">
                <a16:creationId xmlns:a16="http://schemas.microsoft.com/office/drawing/2014/main" id="{2E4AD433-00D5-CC1A-0DFF-01E8279D13F1}"/>
              </a:ext>
            </a:extLst>
          </p:cNvPr>
          <p:cNvSpPr/>
          <p:nvPr/>
        </p:nvSpPr>
        <p:spPr>
          <a:xfrm>
            <a:off x="4067944" y="1858181"/>
            <a:ext cx="1215021" cy="842463"/>
          </a:xfrm>
          <a:prstGeom prst="rect">
            <a:avLst/>
          </a:prstGeom>
          <a:solidFill>
            <a:srgbClr val="C0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商用電力</a:t>
            </a:r>
            <a:endParaRPr lang="en-US" altLang="ja-JP" sz="2000" dirty="0">
              <a:solidFill>
                <a:schemeClr val="tx1"/>
              </a:solidFill>
              <a:latin typeface="+mn-ea"/>
            </a:endParaRPr>
          </a:p>
          <a:p>
            <a:r>
              <a:rPr lang="ja-JP" altLang="en-US" sz="2000">
                <a:solidFill>
                  <a:schemeClr val="tx1"/>
                </a:solidFill>
                <a:latin typeface="+mn-ea"/>
              </a:rPr>
              <a:t>系統</a:t>
            </a:r>
            <a:endParaRPr kumimoji="1" lang="ja-JP" altLang="en-US" sz="2400">
              <a:solidFill>
                <a:schemeClr val="tx1"/>
              </a:solidFill>
              <a:latin typeface="+mn-ea"/>
            </a:endParaRPr>
          </a:p>
        </p:txBody>
      </p:sp>
      <p:cxnSp>
        <p:nvCxnSpPr>
          <p:cNvPr id="109" name="直線コネクタ 108">
            <a:extLst>
              <a:ext uri="{FF2B5EF4-FFF2-40B4-BE49-F238E27FC236}">
                <a16:creationId xmlns:a16="http://schemas.microsoft.com/office/drawing/2014/main" id="{5AB06B72-B855-AEAE-FEB9-B3FEDA440C9C}"/>
              </a:ext>
            </a:extLst>
          </p:cNvPr>
          <p:cNvCxnSpPr>
            <a:cxnSpLocks/>
          </p:cNvCxnSpPr>
          <p:nvPr/>
        </p:nvCxnSpPr>
        <p:spPr>
          <a:xfrm>
            <a:off x="6374480" y="3877776"/>
            <a:ext cx="0" cy="290310"/>
          </a:xfrm>
          <a:prstGeom prst="line">
            <a:avLst/>
          </a:prstGeom>
          <a:ln w="19050"/>
        </p:spPr>
        <p:style>
          <a:lnRef idx="1">
            <a:schemeClr val="dk1"/>
          </a:lnRef>
          <a:fillRef idx="0">
            <a:schemeClr val="dk1"/>
          </a:fillRef>
          <a:effectRef idx="0">
            <a:schemeClr val="dk1"/>
          </a:effectRef>
          <a:fontRef idx="minor">
            <a:schemeClr val="tx1"/>
          </a:fontRef>
        </p:style>
      </p:cxnSp>
      <p:sp>
        <p:nvSpPr>
          <p:cNvPr id="110" name="円/楕円 109">
            <a:extLst>
              <a:ext uri="{FF2B5EF4-FFF2-40B4-BE49-F238E27FC236}">
                <a16:creationId xmlns:a16="http://schemas.microsoft.com/office/drawing/2014/main" id="{84834D31-632A-16CD-830D-4C4FCF548189}"/>
              </a:ext>
            </a:extLst>
          </p:cNvPr>
          <p:cNvSpPr/>
          <p:nvPr/>
        </p:nvSpPr>
        <p:spPr>
          <a:xfrm>
            <a:off x="6320480" y="41140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1" name="直線コネクタ 110">
            <a:extLst>
              <a:ext uri="{FF2B5EF4-FFF2-40B4-BE49-F238E27FC236}">
                <a16:creationId xmlns:a16="http://schemas.microsoft.com/office/drawing/2014/main" id="{36606DA0-B8C6-C577-B873-7FC95FFE60D6}"/>
              </a:ext>
            </a:extLst>
          </p:cNvPr>
          <p:cNvCxnSpPr>
            <a:cxnSpLocks/>
          </p:cNvCxnSpPr>
          <p:nvPr/>
        </p:nvCxnSpPr>
        <p:spPr>
          <a:xfrm>
            <a:off x="6377841" y="3100505"/>
            <a:ext cx="0" cy="398310"/>
          </a:xfrm>
          <a:prstGeom prst="line">
            <a:avLst/>
          </a:prstGeom>
          <a:ln w="19050"/>
        </p:spPr>
        <p:style>
          <a:lnRef idx="1">
            <a:schemeClr val="dk1"/>
          </a:lnRef>
          <a:fillRef idx="0">
            <a:schemeClr val="dk1"/>
          </a:fillRef>
          <a:effectRef idx="0">
            <a:schemeClr val="dk1"/>
          </a:effectRef>
          <a:fontRef idx="minor">
            <a:schemeClr val="tx1"/>
          </a:fontRef>
        </p:style>
      </p:cxnSp>
      <p:sp>
        <p:nvSpPr>
          <p:cNvPr id="113" name="正方形/長方形 112">
            <a:extLst>
              <a:ext uri="{FF2B5EF4-FFF2-40B4-BE49-F238E27FC236}">
                <a16:creationId xmlns:a16="http://schemas.microsoft.com/office/drawing/2014/main" id="{1FCB0328-AD19-99AF-6736-B11B31032FD1}"/>
              </a:ext>
            </a:extLst>
          </p:cNvPr>
          <p:cNvSpPr/>
          <p:nvPr/>
        </p:nvSpPr>
        <p:spPr>
          <a:xfrm>
            <a:off x="5796136" y="1789090"/>
            <a:ext cx="1151068" cy="530534"/>
          </a:xfrm>
          <a:prstGeom prst="rect">
            <a:avLst/>
          </a:prstGeom>
          <a:solidFill>
            <a:srgbClr val="C0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a:solidFill>
                  <a:schemeClr val="tx1"/>
                </a:solidFill>
                <a:latin typeface="+mn-ea"/>
              </a:rPr>
              <a:t>蓄電池</a:t>
            </a:r>
          </a:p>
        </p:txBody>
      </p:sp>
      <p:cxnSp>
        <p:nvCxnSpPr>
          <p:cNvPr id="114" name="直線コネクタ 113">
            <a:extLst>
              <a:ext uri="{FF2B5EF4-FFF2-40B4-BE49-F238E27FC236}">
                <a16:creationId xmlns:a16="http://schemas.microsoft.com/office/drawing/2014/main" id="{650484EC-13D9-9EA3-E678-46F9DC9428E2}"/>
              </a:ext>
            </a:extLst>
          </p:cNvPr>
          <p:cNvCxnSpPr>
            <a:cxnSpLocks/>
            <a:stCxn id="113" idx="2"/>
          </p:cNvCxnSpPr>
          <p:nvPr/>
        </p:nvCxnSpPr>
        <p:spPr>
          <a:xfrm>
            <a:off x="6371670" y="2319624"/>
            <a:ext cx="2810" cy="410372"/>
          </a:xfrm>
          <a:prstGeom prst="line">
            <a:avLst/>
          </a:prstGeom>
          <a:ln w="19050"/>
        </p:spPr>
        <p:style>
          <a:lnRef idx="1">
            <a:schemeClr val="dk1"/>
          </a:lnRef>
          <a:fillRef idx="0">
            <a:schemeClr val="dk1"/>
          </a:fillRef>
          <a:effectRef idx="0">
            <a:schemeClr val="dk1"/>
          </a:effectRef>
          <a:fontRef idx="minor">
            <a:schemeClr val="tx1"/>
          </a:fontRef>
        </p:style>
      </p:cxnSp>
      <p:sp>
        <p:nvSpPr>
          <p:cNvPr id="115" name="円/楕円 114">
            <a:extLst>
              <a:ext uri="{FF2B5EF4-FFF2-40B4-BE49-F238E27FC236}">
                <a16:creationId xmlns:a16="http://schemas.microsoft.com/office/drawing/2014/main" id="{BC19D60B-2E1F-4A04-C143-12A35F97C6D0}"/>
              </a:ext>
            </a:extLst>
          </p:cNvPr>
          <p:cNvSpPr/>
          <p:nvPr/>
        </p:nvSpPr>
        <p:spPr>
          <a:xfrm>
            <a:off x="2321559" y="410478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6" name="直線コネクタ 115">
            <a:extLst>
              <a:ext uri="{FF2B5EF4-FFF2-40B4-BE49-F238E27FC236}">
                <a16:creationId xmlns:a16="http://schemas.microsoft.com/office/drawing/2014/main" id="{4839374A-D90D-DF03-E3E8-37C457D7670B}"/>
              </a:ext>
            </a:extLst>
          </p:cNvPr>
          <p:cNvCxnSpPr>
            <a:cxnSpLocks/>
          </p:cNvCxnSpPr>
          <p:nvPr/>
        </p:nvCxnSpPr>
        <p:spPr>
          <a:xfrm>
            <a:off x="6939916" y="4750945"/>
            <a:ext cx="0" cy="632264"/>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線コネクタ 116">
            <a:extLst>
              <a:ext uri="{FF2B5EF4-FFF2-40B4-BE49-F238E27FC236}">
                <a16:creationId xmlns:a16="http://schemas.microsoft.com/office/drawing/2014/main" id="{EF18BA0C-A733-B0A7-762B-B2AC107F958C}"/>
              </a:ext>
            </a:extLst>
          </p:cNvPr>
          <p:cNvCxnSpPr>
            <a:cxnSpLocks/>
          </p:cNvCxnSpPr>
          <p:nvPr/>
        </p:nvCxnSpPr>
        <p:spPr>
          <a:xfrm flipH="1">
            <a:off x="5713799" y="5066254"/>
            <a:ext cx="2329816" cy="6717"/>
          </a:xfrm>
          <a:prstGeom prst="line">
            <a:avLst/>
          </a:prstGeom>
          <a:ln w="19050"/>
        </p:spPr>
        <p:style>
          <a:lnRef idx="1">
            <a:schemeClr val="dk1"/>
          </a:lnRef>
          <a:fillRef idx="0">
            <a:schemeClr val="dk1"/>
          </a:fillRef>
          <a:effectRef idx="0">
            <a:schemeClr val="dk1"/>
          </a:effectRef>
          <a:fontRef idx="minor">
            <a:schemeClr val="tx1"/>
          </a:fontRef>
        </p:style>
      </p:cxnSp>
      <p:sp>
        <p:nvSpPr>
          <p:cNvPr id="119" name="正方形/長方形 118">
            <a:extLst>
              <a:ext uri="{FF2B5EF4-FFF2-40B4-BE49-F238E27FC236}">
                <a16:creationId xmlns:a16="http://schemas.microsoft.com/office/drawing/2014/main" id="{BCBBBF2C-D3F1-50F8-E4A4-177F07E8D42E}"/>
              </a:ext>
            </a:extLst>
          </p:cNvPr>
          <p:cNvSpPr/>
          <p:nvPr/>
        </p:nvSpPr>
        <p:spPr>
          <a:xfrm>
            <a:off x="5224469" y="5383110"/>
            <a:ext cx="1040575" cy="968425"/>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非常用</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特定</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負荷</a:t>
            </a:r>
            <a:endParaRPr kumimoji="1" lang="ja-JP" altLang="en-US">
              <a:solidFill>
                <a:schemeClr val="tx1"/>
              </a:solidFill>
              <a:latin typeface="+mn-ea"/>
            </a:endParaRPr>
          </a:p>
        </p:txBody>
      </p:sp>
      <p:cxnSp>
        <p:nvCxnSpPr>
          <p:cNvPr id="120" name="直線コネクタ 119">
            <a:extLst>
              <a:ext uri="{FF2B5EF4-FFF2-40B4-BE49-F238E27FC236}">
                <a16:creationId xmlns:a16="http://schemas.microsoft.com/office/drawing/2014/main" id="{976EDFF5-6A64-2731-3537-41F9DD915DF3}"/>
              </a:ext>
            </a:extLst>
          </p:cNvPr>
          <p:cNvCxnSpPr>
            <a:cxnSpLocks/>
          </p:cNvCxnSpPr>
          <p:nvPr/>
        </p:nvCxnSpPr>
        <p:spPr>
          <a:xfrm>
            <a:off x="5728525" y="5067077"/>
            <a:ext cx="0" cy="315910"/>
          </a:xfrm>
          <a:prstGeom prst="line">
            <a:avLst/>
          </a:prstGeom>
          <a:ln w="19050"/>
        </p:spPr>
        <p:style>
          <a:lnRef idx="1">
            <a:schemeClr val="dk1"/>
          </a:lnRef>
          <a:fillRef idx="0">
            <a:schemeClr val="dk1"/>
          </a:fillRef>
          <a:effectRef idx="0">
            <a:schemeClr val="dk1"/>
          </a:effectRef>
          <a:fontRef idx="minor">
            <a:schemeClr val="tx1"/>
          </a:fontRef>
        </p:style>
      </p:cxnSp>
      <p:sp>
        <p:nvSpPr>
          <p:cNvPr id="121" name="正方形/長方形 120">
            <a:extLst>
              <a:ext uri="{FF2B5EF4-FFF2-40B4-BE49-F238E27FC236}">
                <a16:creationId xmlns:a16="http://schemas.microsoft.com/office/drawing/2014/main" id="{48E602A8-6F95-9790-4BD5-868E7E9A9807}"/>
              </a:ext>
            </a:extLst>
          </p:cNvPr>
          <p:cNvSpPr/>
          <p:nvPr/>
        </p:nvSpPr>
        <p:spPr>
          <a:xfrm>
            <a:off x="7626798" y="5382399"/>
            <a:ext cx="833634" cy="969136"/>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空調電源</a:t>
            </a:r>
            <a:endParaRPr lang="en-US" altLang="ja-JP" sz="2000" dirty="0">
              <a:solidFill>
                <a:schemeClr val="tx1"/>
              </a:solidFill>
              <a:latin typeface="Cambria Math" panose="02040503050406030204" pitchFamily="18" charset="0"/>
            </a:endParaRPr>
          </a:p>
        </p:txBody>
      </p:sp>
      <p:sp>
        <p:nvSpPr>
          <p:cNvPr id="122" name="正方形/長方形 121">
            <a:extLst>
              <a:ext uri="{FF2B5EF4-FFF2-40B4-BE49-F238E27FC236}">
                <a16:creationId xmlns:a16="http://schemas.microsoft.com/office/drawing/2014/main" id="{FDB8BAAC-F13C-9165-F554-8A027205BBDA}"/>
              </a:ext>
            </a:extLst>
          </p:cNvPr>
          <p:cNvSpPr/>
          <p:nvPr/>
        </p:nvSpPr>
        <p:spPr>
          <a:xfrm>
            <a:off x="6371166" y="5380642"/>
            <a:ext cx="1137500" cy="94790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蓄電池補機</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電源盤</a:t>
            </a:r>
            <a:endParaRPr kumimoji="1" lang="ja-JP" altLang="en-US" sz="2000">
              <a:solidFill>
                <a:schemeClr val="tx1"/>
              </a:solidFill>
              <a:latin typeface="+mn-ea"/>
            </a:endParaRPr>
          </a:p>
        </p:txBody>
      </p:sp>
      <p:cxnSp>
        <p:nvCxnSpPr>
          <p:cNvPr id="123" name="直線コネクタ 122">
            <a:extLst>
              <a:ext uri="{FF2B5EF4-FFF2-40B4-BE49-F238E27FC236}">
                <a16:creationId xmlns:a16="http://schemas.microsoft.com/office/drawing/2014/main" id="{DD100C45-F431-AF17-DF1B-1FCCA72624B8}"/>
              </a:ext>
            </a:extLst>
          </p:cNvPr>
          <p:cNvCxnSpPr>
            <a:cxnSpLocks/>
          </p:cNvCxnSpPr>
          <p:nvPr/>
        </p:nvCxnSpPr>
        <p:spPr>
          <a:xfrm>
            <a:off x="8032781" y="5058522"/>
            <a:ext cx="0" cy="323877"/>
          </a:xfrm>
          <a:prstGeom prst="line">
            <a:avLst/>
          </a:prstGeom>
          <a:ln w="19050"/>
        </p:spPr>
        <p:style>
          <a:lnRef idx="1">
            <a:schemeClr val="dk1"/>
          </a:lnRef>
          <a:fillRef idx="0">
            <a:schemeClr val="dk1"/>
          </a:fillRef>
          <a:effectRef idx="0">
            <a:schemeClr val="dk1"/>
          </a:effectRef>
          <a:fontRef idx="minor">
            <a:schemeClr val="tx1"/>
          </a:fontRef>
        </p:style>
      </p:cxnSp>
      <p:cxnSp>
        <p:nvCxnSpPr>
          <p:cNvPr id="124" name="直線コネクタ 123">
            <a:extLst>
              <a:ext uri="{FF2B5EF4-FFF2-40B4-BE49-F238E27FC236}">
                <a16:creationId xmlns:a16="http://schemas.microsoft.com/office/drawing/2014/main" id="{0014E4B5-7462-56F0-67B1-C4D8287EC104}"/>
              </a:ext>
            </a:extLst>
          </p:cNvPr>
          <p:cNvCxnSpPr>
            <a:cxnSpLocks/>
            <a:endCxn id="173" idx="0"/>
          </p:cNvCxnSpPr>
          <p:nvPr/>
        </p:nvCxnSpPr>
        <p:spPr>
          <a:xfrm>
            <a:off x="6939916" y="4184663"/>
            <a:ext cx="0" cy="271411"/>
          </a:xfrm>
          <a:prstGeom prst="line">
            <a:avLst/>
          </a:prstGeom>
          <a:ln w="19050"/>
        </p:spPr>
        <p:style>
          <a:lnRef idx="1">
            <a:schemeClr val="dk1"/>
          </a:lnRef>
          <a:fillRef idx="0">
            <a:schemeClr val="dk1"/>
          </a:fillRef>
          <a:effectRef idx="0">
            <a:schemeClr val="dk1"/>
          </a:effectRef>
          <a:fontRef idx="minor">
            <a:schemeClr val="tx1"/>
          </a:fontRef>
        </p:style>
      </p:cxnSp>
      <p:sp>
        <p:nvSpPr>
          <p:cNvPr id="125" name="円/楕円 124">
            <a:extLst>
              <a:ext uri="{FF2B5EF4-FFF2-40B4-BE49-F238E27FC236}">
                <a16:creationId xmlns:a16="http://schemas.microsoft.com/office/drawing/2014/main" id="{3EEAD2A2-89F5-B919-3AEF-AD9E5D97BB0A}"/>
              </a:ext>
            </a:extLst>
          </p:cNvPr>
          <p:cNvSpPr/>
          <p:nvPr/>
        </p:nvSpPr>
        <p:spPr>
          <a:xfrm>
            <a:off x="6885916" y="5018971"/>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6" name="円/楕円 125">
            <a:extLst>
              <a:ext uri="{FF2B5EF4-FFF2-40B4-BE49-F238E27FC236}">
                <a16:creationId xmlns:a16="http://schemas.microsoft.com/office/drawing/2014/main" id="{052ED0E7-EEC3-1FA6-E180-C211A489679A}"/>
              </a:ext>
            </a:extLst>
          </p:cNvPr>
          <p:cNvSpPr/>
          <p:nvPr/>
        </p:nvSpPr>
        <p:spPr>
          <a:xfrm>
            <a:off x="6885916" y="41192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7" name="円/楕円 126">
            <a:extLst>
              <a:ext uri="{FF2B5EF4-FFF2-40B4-BE49-F238E27FC236}">
                <a16:creationId xmlns:a16="http://schemas.microsoft.com/office/drawing/2014/main" id="{210F677B-4B6C-1F17-06B5-A0B4489373E5}"/>
              </a:ext>
            </a:extLst>
          </p:cNvPr>
          <p:cNvSpPr/>
          <p:nvPr/>
        </p:nvSpPr>
        <p:spPr>
          <a:xfrm>
            <a:off x="4635709" y="411623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8" name="正方形/長方形 127">
            <a:extLst>
              <a:ext uri="{FF2B5EF4-FFF2-40B4-BE49-F238E27FC236}">
                <a16:creationId xmlns:a16="http://schemas.microsoft.com/office/drawing/2014/main" id="{4026B5F8-369E-2D9D-1B24-FB330072AA50}"/>
              </a:ext>
            </a:extLst>
          </p:cNvPr>
          <p:cNvSpPr/>
          <p:nvPr/>
        </p:nvSpPr>
        <p:spPr>
          <a:xfrm>
            <a:off x="1766779" y="5402833"/>
            <a:ext cx="716989"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32" name="直線コネクタ 131">
            <a:extLst>
              <a:ext uri="{FF2B5EF4-FFF2-40B4-BE49-F238E27FC236}">
                <a16:creationId xmlns:a16="http://schemas.microsoft.com/office/drawing/2014/main" id="{345234D1-7A40-B80E-198B-166E64F173AA}"/>
              </a:ext>
            </a:extLst>
          </p:cNvPr>
          <p:cNvCxnSpPr>
            <a:cxnSpLocks/>
          </p:cNvCxnSpPr>
          <p:nvPr/>
        </p:nvCxnSpPr>
        <p:spPr>
          <a:xfrm>
            <a:off x="3884702" y="4192825"/>
            <a:ext cx="0" cy="286502"/>
          </a:xfrm>
          <a:prstGeom prst="line">
            <a:avLst/>
          </a:prstGeom>
          <a:ln w="19050"/>
        </p:spPr>
        <p:style>
          <a:lnRef idx="1">
            <a:schemeClr val="dk1"/>
          </a:lnRef>
          <a:fillRef idx="0">
            <a:schemeClr val="dk1"/>
          </a:fillRef>
          <a:effectRef idx="0">
            <a:schemeClr val="dk1"/>
          </a:effectRef>
          <a:fontRef idx="minor">
            <a:schemeClr val="tx1"/>
          </a:fontRef>
        </p:style>
      </p:cxnSp>
      <p:sp>
        <p:nvSpPr>
          <p:cNvPr id="141" name="円/楕円 140">
            <a:extLst>
              <a:ext uri="{FF2B5EF4-FFF2-40B4-BE49-F238E27FC236}">
                <a16:creationId xmlns:a16="http://schemas.microsoft.com/office/drawing/2014/main" id="{746CE5DE-F8BE-0E15-EB47-2EC89C5EE284}"/>
              </a:ext>
            </a:extLst>
          </p:cNvPr>
          <p:cNvSpPr/>
          <p:nvPr/>
        </p:nvSpPr>
        <p:spPr>
          <a:xfrm>
            <a:off x="3836941" y="4130663"/>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47" name="直線コネクタ 146">
            <a:extLst>
              <a:ext uri="{FF2B5EF4-FFF2-40B4-BE49-F238E27FC236}">
                <a16:creationId xmlns:a16="http://schemas.microsoft.com/office/drawing/2014/main" id="{D0C959E1-F04D-1591-4E83-C74ABB25B07B}"/>
              </a:ext>
            </a:extLst>
          </p:cNvPr>
          <p:cNvCxnSpPr>
            <a:cxnSpLocks/>
          </p:cNvCxnSpPr>
          <p:nvPr/>
        </p:nvCxnSpPr>
        <p:spPr>
          <a:xfrm>
            <a:off x="3866780" y="4834945"/>
            <a:ext cx="0" cy="319341"/>
          </a:xfrm>
          <a:prstGeom prst="line">
            <a:avLst/>
          </a:prstGeom>
          <a:ln w="19050"/>
        </p:spPr>
        <p:style>
          <a:lnRef idx="1">
            <a:schemeClr val="dk1"/>
          </a:lnRef>
          <a:fillRef idx="0">
            <a:schemeClr val="dk1"/>
          </a:fillRef>
          <a:effectRef idx="0">
            <a:schemeClr val="dk1"/>
          </a:effectRef>
          <a:fontRef idx="minor">
            <a:schemeClr val="tx1"/>
          </a:fontRef>
        </p:style>
      </p:cxnSp>
      <p:cxnSp>
        <p:nvCxnSpPr>
          <p:cNvPr id="148" name="直線コネクタ 147">
            <a:extLst>
              <a:ext uri="{FF2B5EF4-FFF2-40B4-BE49-F238E27FC236}">
                <a16:creationId xmlns:a16="http://schemas.microsoft.com/office/drawing/2014/main" id="{26A17FE4-47E2-D147-CED7-D3B55C78BBAB}"/>
              </a:ext>
            </a:extLst>
          </p:cNvPr>
          <p:cNvCxnSpPr>
            <a:cxnSpLocks/>
          </p:cNvCxnSpPr>
          <p:nvPr/>
        </p:nvCxnSpPr>
        <p:spPr>
          <a:xfrm flipH="1">
            <a:off x="3061865" y="5139770"/>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9" name="直線コネクタ 148">
            <a:extLst>
              <a:ext uri="{FF2B5EF4-FFF2-40B4-BE49-F238E27FC236}">
                <a16:creationId xmlns:a16="http://schemas.microsoft.com/office/drawing/2014/main" id="{DB764CCE-2013-B1DE-5114-8A840A9D0B3D}"/>
              </a:ext>
            </a:extLst>
          </p:cNvPr>
          <p:cNvCxnSpPr>
            <a:cxnSpLocks/>
          </p:cNvCxnSpPr>
          <p:nvPr/>
        </p:nvCxnSpPr>
        <p:spPr>
          <a:xfrm flipH="1">
            <a:off x="3061865" y="5123529"/>
            <a:ext cx="1058" cy="387603"/>
          </a:xfrm>
          <a:prstGeom prst="line">
            <a:avLst/>
          </a:prstGeom>
          <a:ln w="19050"/>
        </p:spPr>
        <p:style>
          <a:lnRef idx="1">
            <a:schemeClr val="dk1"/>
          </a:lnRef>
          <a:fillRef idx="0">
            <a:schemeClr val="dk1"/>
          </a:fillRef>
          <a:effectRef idx="0">
            <a:schemeClr val="dk1"/>
          </a:effectRef>
          <a:fontRef idx="minor">
            <a:schemeClr val="tx1"/>
          </a:fontRef>
        </p:style>
      </p:cxnSp>
      <p:sp>
        <p:nvSpPr>
          <p:cNvPr id="150" name="正方形/長方形 149">
            <a:extLst>
              <a:ext uri="{FF2B5EF4-FFF2-40B4-BE49-F238E27FC236}">
                <a16:creationId xmlns:a16="http://schemas.microsoft.com/office/drawing/2014/main" id="{E8E33A6F-B654-FDAB-96FE-51FE5EFA2D59}"/>
              </a:ext>
            </a:extLst>
          </p:cNvPr>
          <p:cNvSpPr/>
          <p:nvPr/>
        </p:nvSpPr>
        <p:spPr>
          <a:xfrm>
            <a:off x="2701826" y="5396167"/>
            <a:ext cx="718046"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151" name="直線コネクタ 150">
            <a:extLst>
              <a:ext uri="{FF2B5EF4-FFF2-40B4-BE49-F238E27FC236}">
                <a16:creationId xmlns:a16="http://schemas.microsoft.com/office/drawing/2014/main" id="{2DE71881-DDD0-CE55-C716-AE70A05942FA}"/>
              </a:ext>
            </a:extLst>
          </p:cNvPr>
          <p:cNvCxnSpPr>
            <a:cxnSpLocks/>
          </p:cNvCxnSpPr>
          <p:nvPr/>
        </p:nvCxnSpPr>
        <p:spPr>
          <a:xfrm>
            <a:off x="3866780" y="5120019"/>
            <a:ext cx="3417" cy="434521"/>
          </a:xfrm>
          <a:prstGeom prst="line">
            <a:avLst/>
          </a:prstGeom>
          <a:ln w="19050"/>
        </p:spPr>
        <p:style>
          <a:lnRef idx="1">
            <a:schemeClr val="dk1"/>
          </a:lnRef>
          <a:fillRef idx="0">
            <a:schemeClr val="dk1"/>
          </a:fillRef>
          <a:effectRef idx="0">
            <a:schemeClr val="dk1"/>
          </a:effectRef>
          <a:fontRef idx="minor">
            <a:schemeClr val="tx1"/>
          </a:fontRef>
        </p:style>
      </p:cxnSp>
      <p:sp>
        <p:nvSpPr>
          <p:cNvPr id="152" name="正方形/長方形 151">
            <a:extLst>
              <a:ext uri="{FF2B5EF4-FFF2-40B4-BE49-F238E27FC236}">
                <a16:creationId xmlns:a16="http://schemas.microsoft.com/office/drawing/2014/main" id="{5718CDCB-EAC3-10D3-29AD-28DD16C8ECFA}"/>
              </a:ext>
            </a:extLst>
          </p:cNvPr>
          <p:cNvSpPr/>
          <p:nvPr/>
        </p:nvSpPr>
        <p:spPr>
          <a:xfrm>
            <a:off x="3494971" y="5407907"/>
            <a:ext cx="718047" cy="583582"/>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153" name="直線コネクタ 152">
            <a:extLst>
              <a:ext uri="{FF2B5EF4-FFF2-40B4-BE49-F238E27FC236}">
                <a16:creationId xmlns:a16="http://schemas.microsoft.com/office/drawing/2014/main" id="{894EAB57-1D32-97C9-CC9E-77338E1969D4}"/>
              </a:ext>
            </a:extLst>
          </p:cNvPr>
          <p:cNvCxnSpPr>
            <a:cxnSpLocks/>
          </p:cNvCxnSpPr>
          <p:nvPr/>
        </p:nvCxnSpPr>
        <p:spPr>
          <a:xfrm>
            <a:off x="4647099" y="5125683"/>
            <a:ext cx="0" cy="309909"/>
          </a:xfrm>
          <a:prstGeom prst="line">
            <a:avLst/>
          </a:prstGeom>
          <a:ln w="19050"/>
        </p:spPr>
        <p:style>
          <a:lnRef idx="1">
            <a:schemeClr val="dk1"/>
          </a:lnRef>
          <a:fillRef idx="0">
            <a:schemeClr val="dk1"/>
          </a:fillRef>
          <a:effectRef idx="0">
            <a:schemeClr val="dk1"/>
          </a:effectRef>
          <a:fontRef idx="minor">
            <a:schemeClr val="tx1"/>
          </a:fontRef>
        </p:style>
      </p:cxnSp>
      <p:sp>
        <p:nvSpPr>
          <p:cNvPr id="154" name="円/楕円 153">
            <a:extLst>
              <a:ext uri="{FF2B5EF4-FFF2-40B4-BE49-F238E27FC236}">
                <a16:creationId xmlns:a16="http://schemas.microsoft.com/office/drawing/2014/main" id="{3695136C-97AB-1F9E-C905-D4B2E96F5640}"/>
              </a:ext>
            </a:extLst>
          </p:cNvPr>
          <p:cNvSpPr/>
          <p:nvPr/>
        </p:nvSpPr>
        <p:spPr>
          <a:xfrm>
            <a:off x="3810442" y="5084723"/>
            <a:ext cx="108000" cy="1188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55" name="正方形/長方形 154">
            <a:extLst>
              <a:ext uri="{FF2B5EF4-FFF2-40B4-BE49-F238E27FC236}">
                <a16:creationId xmlns:a16="http://schemas.microsoft.com/office/drawing/2014/main" id="{F8916B8C-DB85-59B3-550A-B619A4ADA48F}"/>
              </a:ext>
            </a:extLst>
          </p:cNvPr>
          <p:cNvSpPr/>
          <p:nvPr/>
        </p:nvSpPr>
        <p:spPr>
          <a:xfrm>
            <a:off x="4287059" y="5407908"/>
            <a:ext cx="716989"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59" name="直線矢印コネクタ 158">
            <a:extLst>
              <a:ext uri="{FF2B5EF4-FFF2-40B4-BE49-F238E27FC236}">
                <a16:creationId xmlns:a16="http://schemas.microsoft.com/office/drawing/2014/main" id="{0D652B94-815A-E043-79CB-D61EDA98D414}"/>
              </a:ext>
            </a:extLst>
          </p:cNvPr>
          <p:cNvCxnSpPr>
            <a:cxnSpLocks/>
          </p:cNvCxnSpPr>
          <p:nvPr/>
        </p:nvCxnSpPr>
        <p:spPr bwMode="auto">
          <a:xfrm flipV="1">
            <a:off x="4932040" y="3025141"/>
            <a:ext cx="0" cy="65182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161" name="直線矢印コネクタ 160">
            <a:extLst>
              <a:ext uri="{FF2B5EF4-FFF2-40B4-BE49-F238E27FC236}">
                <a16:creationId xmlns:a16="http://schemas.microsoft.com/office/drawing/2014/main" id="{88A02241-E04E-77DB-348F-6A9EB498D9E7}"/>
              </a:ext>
            </a:extLst>
          </p:cNvPr>
          <p:cNvCxnSpPr>
            <a:cxnSpLocks/>
          </p:cNvCxnSpPr>
          <p:nvPr/>
        </p:nvCxnSpPr>
        <p:spPr bwMode="auto">
          <a:xfrm>
            <a:off x="1547664"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164" name="直線コネクタ 163">
            <a:extLst>
              <a:ext uri="{FF2B5EF4-FFF2-40B4-BE49-F238E27FC236}">
                <a16:creationId xmlns:a16="http://schemas.microsoft.com/office/drawing/2014/main" id="{92D65F6D-B2AD-C414-BED7-4685E2C3DEF0}"/>
              </a:ext>
            </a:extLst>
          </p:cNvPr>
          <p:cNvCxnSpPr>
            <a:cxnSpLocks/>
          </p:cNvCxnSpPr>
          <p:nvPr/>
        </p:nvCxnSpPr>
        <p:spPr>
          <a:xfrm>
            <a:off x="2961086" y="2064817"/>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165" name="正方形/長方形 164">
            <a:extLst>
              <a:ext uri="{FF2B5EF4-FFF2-40B4-BE49-F238E27FC236}">
                <a16:creationId xmlns:a16="http://schemas.microsoft.com/office/drawing/2014/main" id="{AB8B5D48-20C9-71EB-D90C-797DC215DF22}"/>
              </a:ext>
            </a:extLst>
          </p:cNvPr>
          <p:cNvSpPr/>
          <p:nvPr/>
        </p:nvSpPr>
        <p:spPr>
          <a:xfrm>
            <a:off x="2406234" y="1565032"/>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166" name="正方形/長方形 165">
            <a:extLst>
              <a:ext uri="{FF2B5EF4-FFF2-40B4-BE49-F238E27FC236}">
                <a16:creationId xmlns:a16="http://schemas.microsoft.com/office/drawing/2014/main" id="{78CDDD87-D96E-AB70-45B9-72155484FFCC}"/>
              </a:ext>
            </a:extLst>
          </p:cNvPr>
          <p:cNvSpPr/>
          <p:nvPr/>
        </p:nvSpPr>
        <p:spPr>
          <a:xfrm>
            <a:off x="2483768" y="2559649"/>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
        <p:nvSpPr>
          <p:cNvPr id="167" name="正方形/長方形 166">
            <a:extLst>
              <a:ext uri="{FF2B5EF4-FFF2-40B4-BE49-F238E27FC236}">
                <a16:creationId xmlns:a16="http://schemas.microsoft.com/office/drawing/2014/main" id="{C9BA6EA9-28D8-67B9-05B1-876B20202F65}"/>
              </a:ext>
            </a:extLst>
          </p:cNvPr>
          <p:cNvSpPr/>
          <p:nvPr/>
        </p:nvSpPr>
        <p:spPr>
          <a:xfrm>
            <a:off x="1907704" y="3480382"/>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0" name="正方形/長方形 169">
            <a:extLst>
              <a:ext uri="{FF2B5EF4-FFF2-40B4-BE49-F238E27FC236}">
                <a16:creationId xmlns:a16="http://schemas.microsoft.com/office/drawing/2014/main" id="{83FA9ED7-9CE4-F7CA-7F99-44E41A8A60E9}"/>
              </a:ext>
            </a:extLst>
          </p:cNvPr>
          <p:cNvSpPr/>
          <p:nvPr/>
        </p:nvSpPr>
        <p:spPr>
          <a:xfrm>
            <a:off x="5897149" y="3492187"/>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1" name="正方形/長方形 170">
            <a:extLst>
              <a:ext uri="{FF2B5EF4-FFF2-40B4-BE49-F238E27FC236}">
                <a16:creationId xmlns:a16="http://schemas.microsoft.com/office/drawing/2014/main" id="{E9B0BD49-6091-BDC5-922D-6443267A8361}"/>
              </a:ext>
            </a:extLst>
          </p:cNvPr>
          <p:cNvSpPr/>
          <p:nvPr/>
        </p:nvSpPr>
        <p:spPr>
          <a:xfrm>
            <a:off x="869230"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2" name="正方形/長方形 171">
            <a:extLst>
              <a:ext uri="{FF2B5EF4-FFF2-40B4-BE49-F238E27FC236}">
                <a16:creationId xmlns:a16="http://schemas.microsoft.com/office/drawing/2014/main" id="{CD8B44CB-A210-A597-9C43-7CB7FA95F7F5}"/>
              </a:ext>
            </a:extLst>
          </p:cNvPr>
          <p:cNvSpPr/>
          <p:nvPr/>
        </p:nvSpPr>
        <p:spPr>
          <a:xfrm>
            <a:off x="3372704" y="4435886"/>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3" name="正方形/長方形 172">
            <a:extLst>
              <a:ext uri="{FF2B5EF4-FFF2-40B4-BE49-F238E27FC236}">
                <a16:creationId xmlns:a16="http://schemas.microsoft.com/office/drawing/2014/main" id="{AE30ED98-E13E-8A9F-EC28-48F943717070}"/>
              </a:ext>
            </a:extLst>
          </p:cNvPr>
          <p:cNvSpPr/>
          <p:nvPr/>
        </p:nvSpPr>
        <p:spPr>
          <a:xfrm>
            <a:off x="6458626"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9" name="コンテンツ プレースホルダー 2">
            <a:extLst>
              <a:ext uri="{FF2B5EF4-FFF2-40B4-BE49-F238E27FC236}">
                <a16:creationId xmlns:a16="http://schemas.microsoft.com/office/drawing/2014/main" id="{79629AF1-DA1F-8876-D0E4-9E1A79B1FD0D}"/>
              </a:ext>
            </a:extLst>
          </p:cNvPr>
          <p:cNvSpPr txBox="1">
            <a:spLocks/>
          </p:cNvSpPr>
          <p:nvPr/>
        </p:nvSpPr>
        <p:spPr>
          <a:xfrm>
            <a:off x="7356504" y="1124744"/>
            <a:ext cx="1656424" cy="77816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2400" dirty="0">
              <a:latin typeface="MS PGothic" panose="020B0600070205080204" pitchFamily="34" charset="-128"/>
              <a:ea typeface="MS PGothic" panose="020B0600070205080204" pitchFamily="34" charset="-128"/>
            </a:endParaRPr>
          </a:p>
        </p:txBody>
      </p:sp>
      <p:sp>
        <p:nvSpPr>
          <p:cNvPr id="183" name="テキスト ボックス 182">
            <a:extLst>
              <a:ext uri="{FF2B5EF4-FFF2-40B4-BE49-F238E27FC236}">
                <a16:creationId xmlns:a16="http://schemas.microsoft.com/office/drawing/2014/main" id="{57A97B71-BE98-B016-EB1E-B26A82FBF473}"/>
              </a:ext>
            </a:extLst>
          </p:cNvPr>
          <p:cNvSpPr txBox="1"/>
          <p:nvPr/>
        </p:nvSpPr>
        <p:spPr>
          <a:xfrm>
            <a:off x="7842800" y="112474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決まるもの</a:t>
            </a:r>
            <a:endParaRPr kumimoji="1" lang="ja-JP" altLang="en-US" sz="1600">
              <a:latin typeface="MS PGothic" panose="020B0600070205080204" pitchFamily="34" charset="-128"/>
              <a:ea typeface="MS PGothic" panose="020B0600070205080204" pitchFamily="34" charset="-128"/>
            </a:endParaRPr>
          </a:p>
        </p:txBody>
      </p:sp>
      <p:sp>
        <p:nvSpPr>
          <p:cNvPr id="197" name="テキスト ボックス 196">
            <a:extLst>
              <a:ext uri="{FF2B5EF4-FFF2-40B4-BE49-F238E27FC236}">
                <a16:creationId xmlns:a16="http://schemas.microsoft.com/office/drawing/2014/main" id="{0A907DA2-46AB-F507-3538-BBFD7819D9E3}"/>
              </a:ext>
            </a:extLst>
          </p:cNvPr>
          <p:cNvSpPr txBox="1"/>
          <p:nvPr/>
        </p:nvSpPr>
        <p:spPr>
          <a:xfrm>
            <a:off x="7868823" y="156435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決めるもの</a:t>
            </a:r>
            <a:endParaRPr kumimoji="1" lang="ja-JP" altLang="en-US" sz="1600">
              <a:latin typeface="MS PGothic" panose="020B0600070205080204" pitchFamily="34" charset="-128"/>
              <a:ea typeface="MS PGothic" panose="020B0600070205080204" pitchFamily="34" charset="-128"/>
            </a:endParaRPr>
          </a:p>
        </p:txBody>
      </p:sp>
      <p:cxnSp>
        <p:nvCxnSpPr>
          <p:cNvPr id="200" name="直線矢印コネクタ 199">
            <a:extLst>
              <a:ext uri="{FF2B5EF4-FFF2-40B4-BE49-F238E27FC236}">
                <a16:creationId xmlns:a16="http://schemas.microsoft.com/office/drawing/2014/main" id="{CD9D41FA-3295-4461-B414-B45D3BB0AD31}"/>
              </a:ext>
            </a:extLst>
          </p:cNvPr>
          <p:cNvCxnSpPr>
            <a:cxnSpLocks/>
          </p:cNvCxnSpPr>
          <p:nvPr/>
        </p:nvCxnSpPr>
        <p:spPr bwMode="auto">
          <a:xfrm>
            <a:off x="2864378"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03" name="直線矢印コネクタ 202">
            <a:extLst>
              <a:ext uri="{FF2B5EF4-FFF2-40B4-BE49-F238E27FC236}">
                <a16:creationId xmlns:a16="http://schemas.microsoft.com/office/drawing/2014/main" id="{BCEA0E85-76F5-B4FC-E2C8-1386985BABC3}"/>
              </a:ext>
            </a:extLst>
          </p:cNvPr>
          <p:cNvCxnSpPr>
            <a:cxnSpLocks/>
          </p:cNvCxnSpPr>
          <p:nvPr/>
        </p:nvCxnSpPr>
        <p:spPr bwMode="auto">
          <a:xfrm>
            <a:off x="4427984" y="3036946"/>
            <a:ext cx="0" cy="646887"/>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06" name="直線矢印コネクタ 205">
            <a:extLst>
              <a:ext uri="{FF2B5EF4-FFF2-40B4-BE49-F238E27FC236}">
                <a16:creationId xmlns:a16="http://schemas.microsoft.com/office/drawing/2014/main" id="{4406EE65-D6ED-E032-E05F-7CE8508AF15C}"/>
              </a:ext>
            </a:extLst>
          </p:cNvPr>
          <p:cNvCxnSpPr>
            <a:cxnSpLocks/>
          </p:cNvCxnSpPr>
          <p:nvPr/>
        </p:nvCxnSpPr>
        <p:spPr bwMode="auto">
          <a:xfrm flipV="1">
            <a:off x="6509872" y="2390107"/>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0" name="直線矢印コネクタ 209">
            <a:extLst>
              <a:ext uri="{FF2B5EF4-FFF2-40B4-BE49-F238E27FC236}">
                <a16:creationId xmlns:a16="http://schemas.microsoft.com/office/drawing/2014/main" id="{E3B9C5BF-4402-5DF6-E198-8C878B215B90}"/>
              </a:ext>
            </a:extLst>
          </p:cNvPr>
          <p:cNvCxnSpPr>
            <a:cxnSpLocks/>
          </p:cNvCxnSpPr>
          <p:nvPr/>
        </p:nvCxnSpPr>
        <p:spPr bwMode="auto">
          <a:xfrm flipV="1">
            <a:off x="6509872" y="3168342"/>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1" name="直線矢印コネクタ 210">
            <a:extLst>
              <a:ext uri="{FF2B5EF4-FFF2-40B4-BE49-F238E27FC236}">
                <a16:creationId xmlns:a16="http://schemas.microsoft.com/office/drawing/2014/main" id="{13A6439D-B8D3-CE4F-08CD-0E8D0DD5D119}"/>
              </a:ext>
            </a:extLst>
          </p:cNvPr>
          <p:cNvCxnSpPr>
            <a:cxnSpLocks/>
          </p:cNvCxnSpPr>
          <p:nvPr/>
        </p:nvCxnSpPr>
        <p:spPr bwMode="auto">
          <a:xfrm flipV="1">
            <a:off x="6516216"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4" name="直線矢印コネクタ 213">
            <a:extLst>
              <a:ext uri="{FF2B5EF4-FFF2-40B4-BE49-F238E27FC236}">
                <a16:creationId xmlns:a16="http://schemas.microsoft.com/office/drawing/2014/main" id="{51CFBA75-1B5D-6076-FB5C-515C522DEEC1}"/>
              </a:ext>
            </a:extLst>
          </p:cNvPr>
          <p:cNvCxnSpPr>
            <a:cxnSpLocks/>
          </p:cNvCxnSpPr>
          <p:nvPr/>
        </p:nvCxnSpPr>
        <p:spPr bwMode="auto">
          <a:xfrm>
            <a:off x="6228184" y="2391095"/>
            <a:ext cx="0" cy="261648"/>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5" name="直線矢印コネクタ 214">
            <a:extLst>
              <a:ext uri="{FF2B5EF4-FFF2-40B4-BE49-F238E27FC236}">
                <a16:creationId xmlns:a16="http://schemas.microsoft.com/office/drawing/2014/main" id="{0BD832D7-7510-86C4-AE20-9F5DC6FAB3E8}"/>
              </a:ext>
            </a:extLst>
          </p:cNvPr>
          <p:cNvCxnSpPr>
            <a:cxnSpLocks/>
          </p:cNvCxnSpPr>
          <p:nvPr/>
        </p:nvCxnSpPr>
        <p:spPr bwMode="auto">
          <a:xfrm>
            <a:off x="6228184" y="3165788"/>
            <a:ext cx="0" cy="252855"/>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6" name="直線矢印コネクタ 215">
            <a:extLst>
              <a:ext uri="{FF2B5EF4-FFF2-40B4-BE49-F238E27FC236}">
                <a16:creationId xmlns:a16="http://schemas.microsoft.com/office/drawing/2014/main" id="{82E654B5-B09C-F782-64B0-172071CA38FA}"/>
              </a:ext>
            </a:extLst>
          </p:cNvPr>
          <p:cNvCxnSpPr>
            <a:cxnSpLocks/>
          </p:cNvCxnSpPr>
          <p:nvPr/>
        </p:nvCxnSpPr>
        <p:spPr bwMode="auto">
          <a:xfrm>
            <a:off x="6228184"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23" name="直線矢印コネクタ 222">
            <a:extLst>
              <a:ext uri="{FF2B5EF4-FFF2-40B4-BE49-F238E27FC236}">
                <a16:creationId xmlns:a16="http://schemas.microsoft.com/office/drawing/2014/main" id="{C99D19B7-41F5-126F-A699-3B92F522AFA0}"/>
              </a:ext>
            </a:extLst>
          </p:cNvPr>
          <p:cNvCxnSpPr>
            <a:cxnSpLocks/>
          </p:cNvCxnSpPr>
          <p:nvPr/>
        </p:nvCxnSpPr>
        <p:spPr bwMode="auto">
          <a:xfrm>
            <a:off x="611560"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5" name="直線矢印コネクタ 224">
            <a:extLst>
              <a:ext uri="{FF2B5EF4-FFF2-40B4-BE49-F238E27FC236}">
                <a16:creationId xmlns:a16="http://schemas.microsoft.com/office/drawing/2014/main" id="{86ED6B8D-4F15-8D3D-6FC4-F442AD539384}"/>
              </a:ext>
            </a:extLst>
          </p:cNvPr>
          <p:cNvCxnSpPr>
            <a:cxnSpLocks/>
          </p:cNvCxnSpPr>
          <p:nvPr/>
        </p:nvCxnSpPr>
        <p:spPr bwMode="auto">
          <a:xfrm>
            <a:off x="147565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6" name="直線矢印コネクタ 225">
            <a:extLst>
              <a:ext uri="{FF2B5EF4-FFF2-40B4-BE49-F238E27FC236}">
                <a16:creationId xmlns:a16="http://schemas.microsoft.com/office/drawing/2014/main" id="{3197FCF6-6ABC-53F5-50C8-A64779C719B0}"/>
              </a:ext>
            </a:extLst>
          </p:cNvPr>
          <p:cNvCxnSpPr>
            <a:cxnSpLocks/>
          </p:cNvCxnSpPr>
          <p:nvPr/>
        </p:nvCxnSpPr>
        <p:spPr bwMode="auto">
          <a:xfrm>
            <a:off x="219573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7" name="直線矢印コネクタ 226">
            <a:extLst>
              <a:ext uri="{FF2B5EF4-FFF2-40B4-BE49-F238E27FC236}">
                <a16:creationId xmlns:a16="http://schemas.microsoft.com/office/drawing/2014/main" id="{46510D7F-4A8F-3B2F-05C8-28090663FB6C}"/>
              </a:ext>
            </a:extLst>
          </p:cNvPr>
          <p:cNvCxnSpPr>
            <a:cxnSpLocks/>
          </p:cNvCxnSpPr>
          <p:nvPr/>
        </p:nvCxnSpPr>
        <p:spPr bwMode="auto">
          <a:xfrm>
            <a:off x="3131840" y="5178581"/>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8" name="直線矢印コネクタ 227">
            <a:extLst>
              <a:ext uri="{FF2B5EF4-FFF2-40B4-BE49-F238E27FC236}">
                <a16:creationId xmlns:a16="http://schemas.microsoft.com/office/drawing/2014/main" id="{72339D54-8536-6C75-0D09-65C71E4BD9A4}"/>
              </a:ext>
            </a:extLst>
          </p:cNvPr>
          <p:cNvCxnSpPr>
            <a:cxnSpLocks/>
          </p:cNvCxnSpPr>
          <p:nvPr/>
        </p:nvCxnSpPr>
        <p:spPr bwMode="auto">
          <a:xfrm>
            <a:off x="399593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9" name="直線矢印コネクタ 228">
            <a:extLst>
              <a:ext uri="{FF2B5EF4-FFF2-40B4-BE49-F238E27FC236}">
                <a16:creationId xmlns:a16="http://schemas.microsoft.com/office/drawing/2014/main" id="{B8C90300-7ADA-C6DA-339B-786E5634AF12}"/>
              </a:ext>
            </a:extLst>
          </p:cNvPr>
          <p:cNvCxnSpPr>
            <a:cxnSpLocks/>
          </p:cNvCxnSpPr>
          <p:nvPr/>
        </p:nvCxnSpPr>
        <p:spPr bwMode="auto">
          <a:xfrm>
            <a:off x="471601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0" name="直線矢印コネクタ 229">
            <a:extLst>
              <a:ext uri="{FF2B5EF4-FFF2-40B4-BE49-F238E27FC236}">
                <a16:creationId xmlns:a16="http://schemas.microsoft.com/office/drawing/2014/main" id="{39E4213F-EF49-45CE-8925-C6CB8791A645}"/>
              </a:ext>
            </a:extLst>
          </p:cNvPr>
          <p:cNvCxnSpPr>
            <a:cxnSpLocks/>
          </p:cNvCxnSpPr>
          <p:nvPr/>
        </p:nvCxnSpPr>
        <p:spPr bwMode="auto">
          <a:xfrm>
            <a:off x="5837030" y="5154345"/>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1" name="直線矢印コネクタ 230">
            <a:extLst>
              <a:ext uri="{FF2B5EF4-FFF2-40B4-BE49-F238E27FC236}">
                <a16:creationId xmlns:a16="http://schemas.microsoft.com/office/drawing/2014/main" id="{093C19A9-2D56-D1E3-5D59-A29201F9AF88}"/>
              </a:ext>
            </a:extLst>
          </p:cNvPr>
          <p:cNvCxnSpPr>
            <a:cxnSpLocks/>
          </p:cNvCxnSpPr>
          <p:nvPr/>
        </p:nvCxnSpPr>
        <p:spPr bwMode="auto">
          <a:xfrm>
            <a:off x="7020272"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2" name="直線矢印コネクタ 231">
            <a:extLst>
              <a:ext uri="{FF2B5EF4-FFF2-40B4-BE49-F238E27FC236}">
                <a16:creationId xmlns:a16="http://schemas.microsoft.com/office/drawing/2014/main" id="{BEC3E13C-69E6-3BA8-45B3-7CB82CEA2BB0}"/>
              </a:ext>
            </a:extLst>
          </p:cNvPr>
          <p:cNvCxnSpPr>
            <a:cxnSpLocks/>
          </p:cNvCxnSpPr>
          <p:nvPr/>
        </p:nvCxnSpPr>
        <p:spPr bwMode="auto">
          <a:xfrm>
            <a:off x="8100392" y="517928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5" name="直線矢印コネクタ 234">
            <a:extLst>
              <a:ext uri="{FF2B5EF4-FFF2-40B4-BE49-F238E27FC236}">
                <a16:creationId xmlns:a16="http://schemas.microsoft.com/office/drawing/2014/main" id="{77273382-481E-9633-6B0D-5CCDFE02DBF5}"/>
              </a:ext>
            </a:extLst>
          </p:cNvPr>
          <p:cNvCxnSpPr>
            <a:cxnSpLocks/>
          </p:cNvCxnSpPr>
          <p:nvPr/>
        </p:nvCxnSpPr>
        <p:spPr bwMode="auto">
          <a:xfrm>
            <a:off x="1403648" y="4201733"/>
            <a:ext cx="0" cy="234153"/>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8" name="直線矢印コネクタ 237">
            <a:extLst>
              <a:ext uri="{FF2B5EF4-FFF2-40B4-BE49-F238E27FC236}">
                <a16:creationId xmlns:a16="http://schemas.microsoft.com/office/drawing/2014/main" id="{1D67C806-5092-F387-A84E-22E23D792CBB}"/>
              </a:ext>
            </a:extLst>
          </p:cNvPr>
          <p:cNvCxnSpPr>
            <a:cxnSpLocks/>
          </p:cNvCxnSpPr>
          <p:nvPr/>
        </p:nvCxnSpPr>
        <p:spPr bwMode="auto">
          <a:xfrm>
            <a:off x="3995936" y="4212786"/>
            <a:ext cx="0" cy="212662"/>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0" name="直線矢印コネクタ 239">
            <a:extLst>
              <a:ext uri="{FF2B5EF4-FFF2-40B4-BE49-F238E27FC236}">
                <a16:creationId xmlns:a16="http://schemas.microsoft.com/office/drawing/2014/main" id="{FC44527C-DF09-36ED-7877-76A3A947878E}"/>
              </a:ext>
            </a:extLst>
          </p:cNvPr>
          <p:cNvCxnSpPr>
            <a:cxnSpLocks/>
          </p:cNvCxnSpPr>
          <p:nvPr/>
        </p:nvCxnSpPr>
        <p:spPr bwMode="auto">
          <a:xfrm>
            <a:off x="7092280" y="4222087"/>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2" name="直線矢印コネクタ 241">
            <a:extLst>
              <a:ext uri="{FF2B5EF4-FFF2-40B4-BE49-F238E27FC236}">
                <a16:creationId xmlns:a16="http://schemas.microsoft.com/office/drawing/2014/main" id="{7CDF4907-50DB-7CD5-3D56-80EE742F0D3B}"/>
              </a:ext>
            </a:extLst>
          </p:cNvPr>
          <p:cNvCxnSpPr>
            <a:cxnSpLocks/>
          </p:cNvCxnSpPr>
          <p:nvPr/>
        </p:nvCxnSpPr>
        <p:spPr bwMode="auto">
          <a:xfrm>
            <a:off x="2483768" y="3263270"/>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3" name="直線矢印コネクタ 242">
            <a:extLst>
              <a:ext uri="{FF2B5EF4-FFF2-40B4-BE49-F238E27FC236}">
                <a16:creationId xmlns:a16="http://schemas.microsoft.com/office/drawing/2014/main" id="{B3066C45-EEBF-D475-88B2-E34D47A49666}"/>
              </a:ext>
            </a:extLst>
          </p:cNvPr>
          <p:cNvCxnSpPr>
            <a:cxnSpLocks/>
          </p:cNvCxnSpPr>
          <p:nvPr/>
        </p:nvCxnSpPr>
        <p:spPr bwMode="auto">
          <a:xfrm>
            <a:off x="2493277" y="3901425"/>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sp>
        <p:nvSpPr>
          <p:cNvPr id="244" name="テキスト ボックス 243">
            <a:extLst>
              <a:ext uri="{FF2B5EF4-FFF2-40B4-BE49-F238E27FC236}">
                <a16:creationId xmlns:a16="http://schemas.microsoft.com/office/drawing/2014/main" id="{D94533F8-C2EC-17CD-549C-5AE8B03FCF33}"/>
              </a:ext>
            </a:extLst>
          </p:cNvPr>
          <p:cNvSpPr txBox="1"/>
          <p:nvPr/>
        </p:nvSpPr>
        <p:spPr>
          <a:xfrm>
            <a:off x="1577839" y="2268899"/>
            <a:ext cx="1321843" cy="307777"/>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太陽光発電量</a:t>
            </a:r>
          </a:p>
        </p:txBody>
      </p:sp>
      <p:sp>
        <p:nvSpPr>
          <p:cNvPr id="245" name="テキスト ボックス 244">
            <a:extLst>
              <a:ext uri="{FF2B5EF4-FFF2-40B4-BE49-F238E27FC236}">
                <a16:creationId xmlns:a16="http://schemas.microsoft.com/office/drawing/2014/main" id="{710A75AF-7829-78E2-017F-8B55E9FC8DBC}"/>
              </a:ext>
            </a:extLst>
          </p:cNvPr>
          <p:cNvSpPr txBox="1"/>
          <p:nvPr/>
        </p:nvSpPr>
        <p:spPr>
          <a:xfrm>
            <a:off x="1264205" y="479715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6" name="テキスト ボックス 245">
            <a:extLst>
              <a:ext uri="{FF2B5EF4-FFF2-40B4-BE49-F238E27FC236}">
                <a16:creationId xmlns:a16="http://schemas.microsoft.com/office/drawing/2014/main" id="{BD0C99B4-1255-B78D-3FE3-9CD317EEA632}"/>
              </a:ext>
            </a:extLst>
          </p:cNvPr>
          <p:cNvSpPr txBox="1"/>
          <p:nvPr/>
        </p:nvSpPr>
        <p:spPr>
          <a:xfrm>
            <a:off x="3869348" y="4826465"/>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7" name="テキスト ボックス 246">
            <a:extLst>
              <a:ext uri="{FF2B5EF4-FFF2-40B4-BE49-F238E27FC236}">
                <a16:creationId xmlns:a16="http://schemas.microsoft.com/office/drawing/2014/main" id="{D16B3162-0FCE-D647-556C-B464F88E852A}"/>
              </a:ext>
            </a:extLst>
          </p:cNvPr>
          <p:cNvSpPr txBox="1"/>
          <p:nvPr/>
        </p:nvSpPr>
        <p:spPr>
          <a:xfrm>
            <a:off x="6891529" y="480214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8" name="テキスト ボックス 247">
            <a:extLst>
              <a:ext uri="{FF2B5EF4-FFF2-40B4-BE49-F238E27FC236}">
                <a16:creationId xmlns:a16="http://schemas.microsoft.com/office/drawing/2014/main" id="{4D221866-4F11-EC0A-7A22-891431EC37B4}"/>
              </a:ext>
            </a:extLst>
          </p:cNvPr>
          <p:cNvSpPr txBox="1"/>
          <p:nvPr/>
        </p:nvSpPr>
        <p:spPr>
          <a:xfrm>
            <a:off x="6473471" y="2383488"/>
            <a:ext cx="810471"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充電</a:t>
            </a:r>
            <a:r>
              <a:rPr kumimoji="1" lang="ja-JP" altLang="en-US" sz="1400">
                <a:solidFill>
                  <a:srgbClr val="C00000"/>
                </a:solidFill>
                <a:latin typeface="MS PGothic" panose="020B0600070205080204" pitchFamily="34" charset="-128"/>
                <a:ea typeface="MS PGothic" panose="020B0600070205080204" pitchFamily="34" charset="-128"/>
              </a:rPr>
              <a:t>量</a:t>
            </a:r>
            <a:endParaRPr kumimoji="1" lang="ja-JP" altLang="en-US" sz="1200">
              <a:solidFill>
                <a:srgbClr val="C00000"/>
              </a:solidFill>
              <a:latin typeface="MS PGothic" panose="020B0600070205080204" pitchFamily="34" charset="-128"/>
              <a:ea typeface="MS PGothic" panose="020B0600070205080204" pitchFamily="34" charset="-128"/>
            </a:endParaRPr>
          </a:p>
        </p:txBody>
      </p:sp>
      <p:sp>
        <p:nvSpPr>
          <p:cNvPr id="249" name="テキスト ボックス 248">
            <a:extLst>
              <a:ext uri="{FF2B5EF4-FFF2-40B4-BE49-F238E27FC236}">
                <a16:creationId xmlns:a16="http://schemas.microsoft.com/office/drawing/2014/main" id="{376465D0-CE03-C693-B751-A102F5BFB6CB}"/>
              </a:ext>
            </a:extLst>
          </p:cNvPr>
          <p:cNvSpPr txBox="1"/>
          <p:nvPr/>
        </p:nvSpPr>
        <p:spPr>
          <a:xfrm>
            <a:off x="5460551" y="2391770"/>
            <a:ext cx="795896"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放電量</a:t>
            </a:r>
          </a:p>
        </p:txBody>
      </p:sp>
      <p:sp>
        <p:nvSpPr>
          <p:cNvPr id="250" name="テキスト ボックス 249">
            <a:extLst>
              <a:ext uri="{FF2B5EF4-FFF2-40B4-BE49-F238E27FC236}">
                <a16:creationId xmlns:a16="http://schemas.microsoft.com/office/drawing/2014/main" id="{8A780767-281D-01BA-16A7-1FD85046D947}"/>
              </a:ext>
            </a:extLst>
          </p:cNvPr>
          <p:cNvSpPr txBox="1"/>
          <p:nvPr/>
        </p:nvSpPr>
        <p:spPr>
          <a:xfrm>
            <a:off x="4858003" y="3194216"/>
            <a:ext cx="866125"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売電</a:t>
            </a:r>
            <a:r>
              <a:rPr kumimoji="1" lang="ja-JP" altLang="en-US" sz="1400">
                <a:solidFill>
                  <a:srgbClr val="C00000"/>
                </a:solidFill>
                <a:latin typeface="MS PGothic" panose="020B0600070205080204" pitchFamily="34" charset="-128"/>
                <a:ea typeface="MS PGothic" panose="020B0600070205080204" pitchFamily="34" charset="-128"/>
              </a:rPr>
              <a:t>量</a:t>
            </a:r>
          </a:p>
        </p:txBody>
      </p:sp>
      <p:sp>
        <p:nvSpPr>
          <p:cNvPr id="251" name="テキスト ボックス 250">
            <a:extLst>
              <a:ext uri="{FF2B5EF4-FFF2-40B4-BE49-F238E27FC236}">
                <a16:creationId xmlns:a16="http://schemas.microsoft.com/office/drawing/2014/main" id="{0FFE7E01-884A-6D3A-06B1-3BF7D992EA0C}"/>
              </a:ext>
            </a:extLst>
          </p:cNvPr>
          <p:cNvSpPr txBox="1"/>
          <p:nvPr/>
        </p:nvSpPr>
        <p:spPr>
          <a:xfrm>
            <a:off x="3633867" y="3203709"/>
            <a:ext cx="866125"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買電量</a:t>
            </a:r>
          </a:p>
        </p:txBody>
      </p:sp>
      <p:sp>
        <p:nvSpPr>
          <p:cNvPr id="252" name="テキスト ボックス 251">
            <a:extLst>
              <a:ext uri="{FF2B5EF4-FFF2-40B4-BE49-F238E27FC236}">
                <a16:creationId xmlns:a16="http://schemas.microsoft.com/office/drawing/2014/main" id="{45173E21-0FC2-4CBF-B919-E8D709C4B8C4}"/>
              </a:ext>
            </a:extLst>
          </p:cNvPr>
          <p:cNvSpPr txBox="1"/>
          <p:nvPr/>
        </p:nvSpPr>
        <p:spPr>
          <a:xfrm>
            <a:off x="3782243" y="1133751"/>
            <a:ext cx="1418523" cy="738664"/>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買電単価</a:t>
            </a:r>
            <a:endParaRPr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売電単価</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最大買電力量</a:t>
            </a:r>
          </a:p>
        </p:txBody>
      </p:sp>
      <p:sp>
        <p:nvSpPr>
          <p:cNvPr id="255" name="テキスト ボックス 254">
            <a:extLst>
              <a:ext uri="{FF2B5EF4-FFF2-40B4-BE49-F238E27FC236}">
                <a16:creationId xmlns:a16="http://schemas.microsoft.com/office/drawing/2014/main" id="{1C9CB93D-37B4-3F71-BD72-9EF7FDE15024}"/>
              </a:ext>
            </a:extLst>
          </p:cNvPr>
          <p:cNvSpPr txBox="1"/>
          <p:nvPr/>
        </p:nvSpPr>
        <p:spPr>
          <a:xfrm>
            <a:off x="237076" y="2609735"/>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6" name="テキスト ボックス 255">
            <a:extLst>
              <a:ext uri="{FF2B5EF4-FFF2-40B4-BE49-F238E27FC236}">
                <a16:creationId xmlns:a16="http://schemas.microsoft.com/office/drawing/2014/main" id="{7AD99471-9B29-C04D-234D-918B0A9D8CD6}"/>
              </a:ext>
            </a:extLst>
          </p:cNvPr>
          <p:cNvSpPr txBox="1"/>
          <p:nvPr/>
        </p:nvSpPr>
        <p:spPr>
          <a:xfrm>
            <a:off x="968509" y="3573222"/>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7" name="テキスト ボックス 256">
            <a:extLst>
              <a:ext uri="{FF2B5EF4-FFF2-40B4-BE49-F238E27FC236}">
                <a16:creationId xmlns:a16="http://schemas.microsoft.com/office/drawing/2014/main" id="{76362F7B-30A0-44E5-C812-7D87045324E8}"/>
              </a:ext>
            </a:extLst>
          </p:cNvPr>
          <p:cNvSpPr txBox="1"/>
          <p:nvPr/>
        </p:nvSpPr>
        <p:spPr>
          <a:xfrm>
            <a:off x="1787222"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8" name="テキスト ボックス 257">
            <a:extLst>
              <a:ext uri="{FF2B5EF4-FFF2-40B4-BE49-F238E27FC236}">
                <a16:creationId xmlns:a16="http://schemas.microsoft.com/office/drawing/2014/main" id="{865C9BC1-7000-4BE4-A4E5-B3C53624C3B5}"/>
              </a:ext>
            </a:extLst>
          </p:cNvPr>
          <p:cNvSpPr txBox="1"/>
          <p:nvPr/>
        </p:nvSpPr>
        <p:spPr>
          <a:xfrm>
            <a:off x="4299155"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9" name="テキスト ボックス 258">
            <a:extLst>
              <a:ext uri="{FF2B5EF4-FFF2-40B4-BE49-F238E27FC236}">
                <a16:creationId xmlns:a16="http://schemas.microsoft.com/office/drawing/2014/main" id="{B5016149-B3E5-946D-8C9E-3C9DCE44710B}"/>
              </a:ext>
            </a:extLst>
          </p:cNvPr>
          <p:cNvSpPr txBox="1"/>
          <p:nvPr/>
        </p:nvSpPr>
        <p:spPr>
          <a:xfrm>
            <a:off x="7390009" y="4449741"/>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0" name="テキスト ボックス 259">
            <a:extLst>
              <a:ext uri="{FF2B5EF4-FFF2-40B4-BE49-F238E27FC236}">
                <a16:creationId xmlns:a16="http://schemas.microsoft.com/office/drawing/2014/main" id="{85C715D3-640D-034F-E8EB-D1099A13D7DA}"/>
              </a:ext>
            </a:extLst>
          </p:cNvPr>
          <p:cNvSpPr txBox="1"/>
          <p:nvPr/>
        </p:nvSpPr>
        <p:spPr>
          <a:xfrm>
            <a:off x="6868577" y="276934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1" name="テキスト ボックス 260">
            <a:extLst>
              <a:ext uri="{FF2B5EF4-FFF2-40B4-BE49-F238E27FC236}">
                <a16:creationId xmlns:a16="http://schemas.microsoft.com/office/drawing/2014/main" id="{A4AB953D-E1A8-79F1-F82E-C8F5956EA1AF}"/>
              </a:ext>
            </a:extLst>
          </p:cNvPr>
          <p:cNvSpPr txBox="1"/>
          <p:nvPr/>
        </p:nvSpPr>
        <p:spPr>
          <a:xfrm>
            <a:off x="6885953" y="3579834"/>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2" name="テキスト ボックス 261">
            <a:extLst>
              <a:ext uri="{FF2B5EF4-FFF2-40B4-BE49-F238E27FC236}">
                <a16:creationId xmlns:a16="http://schemas.microsoft.com/office/drawing/2014/main" id="{F2EF8C2B-06B0-93D3-F0CE-5D06EE65831B}"/>
              </a:ext>
            </a:extLst>
          </p:cNvPr>
          <p:cNvSpPr txBox="1"/>
          <p:nvPr/>
        </p:nvSpPr>
        <p:spPr>
          <a:xfrm>
            <a:off x="5546036" y="1056623"/>
            <a:ext cx="1542430" cy="738664"/>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最大容量</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0070C0"/>
                </a:solidFill>
                <a:latin typeface="MS PGothic" panose="020B0600070205080204" pitchFamily="34" charset="-128"/>
                <a:ea typeface="MS PGothic" panose="020B0600070205080204" pitchFamily="34" charset="-128"/>
              </a:rPr>
              <a:t>最大充放電量</a:t>
            </a:r>
            <a:endParaRPr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C00000"/>
                </a:solidFill>
                <a:latin typeface="MS PGothic" panose="020B0600070205080204" pitchFamily="34" charset="-128"/>
                <a:ea typeface="MS PGothic" panose="020B0600070205080204" pitchFamily="34" charset="-128"/>
              </a:rPr>
              <a:t>蓄電池の残量</a:t>
            </a:r>
            <a:endParaRPr kumimoji="1" lang="ja-JP" altLang="en-US" sz="1400">
              <a:solidFill>
                <a:srgbClr val="C00000"/>
              </a:solidFill>
              <a:latin typeface="MS PGothic" panose="020B0600070205080204" pitchFamily="34" charset="-128"/>
              <a:ea typeface="MS PGothic" panose="020B0600070205080204" pitchFamily="34" charset="-128"/>
            </a:endParaRPr>
          </a:p>
        </p:txBody>
      </p:sp>
      <p:sp>
        <p:nvSpPr>
          <p:cNvPr id="264" name="テキスト ボックス 263">
            <a:extLst>
              <a:ext uri="{FF2B5EF4-FFF2-40B4-BE49-F238E27FC236}">
                <a16:creationId xmlns:a16="http://schemas.microsoft.com/office/drawing/2014/main" id="{AEAFB855-16FA-881D-EC07-5BA5A390A08C}"/>
              </a:ext>
            </a:extLst>
          </p:cNvPr>
          <p:cNvSpPr txBox="1"/>
          <p:nvPr/>
        </p:nvSpPr>
        <p:spPr>
          <a:xfrm>
            <a:off x="7088466" y="1124744"/>
            <a:ext cx="1152593" cy="338554"/>
          </a:xfrm>
          <a:prstGeom prst="rect">
            <a:avLst/>
          </a:prstGeom>
          <a:noFill/>
        </p:spPr>
        <p:txBody>
          <a:bodyPr wrap="square">
            <a:spAutoFit/>
          </a:bodyPr>
          <a:lstStyle/>
          <a:p>
            <a:r>
              <a:rPr lang="ja-JP" altLang="en-US" sz="1600">
                <a:solidFill>
                  <a:srgbClr val="0070C0"/>
                </a:solidFill>
                <a:latin typeface="MS PGothic" panose="020B0600070205080204" pitchFamily="34" charset="-128"/>
                <a:ea typeface="MS PGothic" panose="020B0600070205080204" pitchFamily="34" charset="-128"/>
              </a:rPr>
              <a:t>青字</a:t>
            </a:r>
            <a:endParaRPr kumimoji="1" lang="en-US" altLang="ja-JP" sz="2400" dirty="0">
              <a:solidFill>
                <a:srgbClr val="0070C0"/>
              </a:solidFill>
              <a:latin typeface="MS PGothic" panose="020B0600070205080204" pitchFamily="34" charset="-128"/>
              <a:ea typeface="MS PGothic" panose="020B0600070205080204" pitchFamily="34" charset="-128"/>
            </a:endParaRPr>
          </a:p>
        </p:txBody>
      </p:sp>
      <p:sp>
        <p:nvSpPr>
          <p:cNvPr id="265" name="テキスト ボックス 264">
            <a:extLst>
              <a:ext uri="{FF2B5EF4-FFF2-40B4-BE49-F238E27FC236}">
                <a16:creationId xmlns:a16="http://schemas.microsoft.com/office/drawing/2014/main" id="{D53BB942-DB37-26BA-88ED-4D1CA92538D3}"/>
              </a:ext>
            </a:extLst>
          </p:cNvPr>
          <p:cNvSpPr txBox="1"/>
          <p:nvPr/>
        </p:nvSpPr>
        <p:spPr>
          <a:xfrm>
            <a:off x="7107539" y="1567718"/>
            <a:ext cx="1152593" cy="338554"/>
          </a:xfrm>
          <a:prstGeom prst="rect">
            <a:avLst/>
          </a:prstGeom>
          <a:noFill/>
        </p:spPr>
        <p:txBody>
          <a:bodyPr wrap="square">
            <a:spAutoFit/>
          </a:bodyPr>
          <a:lstStyle/>
          <a:p>
            <a:r>
              <a:rPr lang="ja-JP" altLang="en-US" sz="1600">
                <a:solidFill>
                  <a:srgbClr val="C00000"/>
                </a:solidFill>
                <a:latin typeface="MS PGothic" panose="020B0600070205080204" pitchFamily="34" charset="-128"/>
                <a:ea typeface="MS PGothic" panose="020B0600070205080204" pitchFamily="34" charset="-128"/>
              </a:rPr>
              <a:t>赤字</a:t>
            </a:r>
            <a:endParaRPr kumimoji="1" lang="en-US" altLang="ja-JP" sz="2400" dirty="0">
              <a:solidFill>
                <a:srgbClr val="C00000"/>
              </a:solidFill>
              <a:latin typeface="MS PGothic" panose="020B0600070205080204" pitchFamily="34" charset="-128"/>
              <a:ea typeface="MS PGothic" panose="020B0600070205080204" pitchFamily="34" charset="-128"/>
            </a:endParaRPr>
          </a:p>
        </p:txBody>
      </p:sp>
      <p:sp>
        <p:nvSpPr>
          <p:cNvPr id="2" name="正方形/長方形 1">
            <a:extLst>
              <a:ext uri="{FF2B5EF4-FFF2-40B4-BE49-F238E27FC236}">
                <a16:creationId xmlns:a16="http://schemas.microsoft.com/office/drawing/2014/main" id="{13123FE9-7C1A-36C9-61F4-021526138DA2}"/>
              </a:ext>
            </a:extLst>
          </p:cNvPr>
          <p:cNvSpPr/>
          <p:nvPr/>
        </p:nvSpPr>
        <p:spPr>
          <a:xfrm>
            <a:off x="5902191" y="2712325"/>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Tree>
    <p:extLst>
      <p:ext uri="{BB962C8B-B14F-4D97-AF65-F5344CB8AC3E}">
        <p14:creationId xmlns:p14="http://schemas.microsoft.com/office/powerpoint/2010/main" val="23250070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087193" y="189791"/>
            <a:ext cx="4969630" cy="584775"/>
          </a:xfrm>
          <a:prstGeom prst="rect">
            <a:avLst/>
          </a:prstGeom>
          <a:noFill/>
        </p:spPr>
        <p:txBody>
          <a:bodyPr wrap="none" rtlCol="0">
            <a:spAutoFit/>
          </a:bodyPr>
          <a:lstStyle/>
          <a:p>
            <a:r>
              <a:rPr lang="ja-JP" altLang="en-US" sz="3200"/>
              <a:t>システムが満たすべき事項</a:t>
            </a:r>
            <a:endParaRPr kumimoji="1" lang="ja-JP" altLang="en-US" sz="3200"/>
          </a:p>
        </p:txBody>
      </p:sp>
      <p:cxnSp>
        <p:nvCxnSpPr>
          <p:cNvPr id="66" name="直線コネクタ 65">
            <a:extLst>
              <a:ext uri="{FF2B5EF4-FFF2-40B4-BE49-F238E27FC236}">
                <a16:creationId xmlns:a16="http://schemas.microsoft.com/office/drawing/2014/main" id="{BEC3FB62-CBF8-2E80-5000-8C5B5F9DDE19}"/>
              </a:ext>
            </a:extLst>
          </p:cNvPr>
          <p:cNvCxnSpPr>
            <a:cxnSpLocks/>
          </p:cNvCxnSpPr>
          <p:nvPr/>
        </p:nvCxnSpPr>
        <p:spPr>
          <a:xfrm>
            <a:off x="1691680" y="2072943"/>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67" name="正方形/長方形 66">
            <a:extLst>
              <a:ext uri="{FF2B5EF4-FFF2-40B4-BE49-F238E27FC236}">
                <a16:creationId xmlns:a16="http://schemas.microsoft.com/office/drawing/2014/main" id="{FD0ACD92-F435-89AF-7C4B-76269E55E168}"/>
              </a:ext>
            </a:extLst>
          </p:cNvPr>
          <p:cNvSpPr/>
          <p:nvPr/>
        </p:nvSpPr>
        <p:spPr>
          <a:xfrm>
            <a:off x="1136828" y="1573158"/>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68" name="正方形/長方形 67">
            <a:extLst>
              <a:ext uri="{FF2B5EF4-FFF2-40B4-BE49-F238E27FC236}">
                <a16:creationId xmlns:a16="http://schemas.microsoft.com/office/drawing/2014/main" id="{F51C4498-A04A-CA34-0D74-C1F6779637FC}"/>
              </a:ext>
            </a:extLst>
          </p:cNvPr>
          <p:cNvSpPr/>
          <p:nvPr/>
        </p:nvSpPr>
        <p:spPr>
          <a:xfrm>
            <a:off x="1187624" y="2567775"/>
            <a:ext cx="947547"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grpSp>
        <p:nvGrpSpPr>
          <p:cNvPr id="72" name="グループ化 71">
            <a:extLst>
              <a:ext uri="{FF2B5EF4-FFF2-40B4-BE49-F238E27FC236}">
                <a16:creationId xmlns:a16="http://schemas.microsoft.com/office/drawing/2014/main" id="{7D095D0A-727C-55C9-F43F-F6D1DDD5E63D}"/>
              </a:ext>
            </a:extLst>
          </p:cNvPr>
          <p:cNvGrpSpPr/>
          <p:nvPr/>
        </p:nvGrpSpPr>
        <p:grpSpPr>
          <a:xfrm>
            <a:off x="1664925" y="2951069"/>
            <a:ext cx="1306767" cy="259714"/>
            <a:chOff x="2220383" y="2089166"/>
            <a:chExt cx="1169198" cy="318368"/>
          </a:xfrm>
        </p:grpSpPr>
        <p:cxnSp>
          <p:nvCxnSpPr>
            <p:cNvPr id="73" name="直線コネクタ 72">
              <a:extLst>
                <a:ext uri="{FF2B5EF4-FFF2-40B4-BE49-F238E27FC236}">
                  <a16:creationId xmlns:a16="http://schemas.microsoft.com/office/drawing/2014/main" id="{8EB8510A-5A11-2D87-1B4E-B9BAF064C8FC}"/>
                </a:ext>
              </a:extLst>
            </p:cNvPr>
            <p:cNvCxnSpPr>
              <a:cxnSpLocks/>
            </p:cNvCxnSpPr>
            <p:nvPr/>
          </p:nvCxnSpPr>
          <p:spPr>
            <a:xfrm>
              <a:off x="2223877"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7A1CD3CF-ABD4-6B90-9538-B67F91F2D43D}"/>
                </a:ext>
              </a:extLst>
            </p:cNvPr>
            <p:cNvCxnSpPr>
              <a:cxnSpLocks/>
            </p:cNvCxnSpPr>
            <p:nvPr/>
          </p:nvCxnSpPr>
          <p:spPr>
            <a:xfrm>
              <a:off x="3389581"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F418735D-3CCA-4BBC-AAE1-B72AFF2D4096}"/>
                </a:ext>
              </a:extLst>
            </p:cNvPr>
            <p:cNvCxnSpPr>
              <a:cxnSpLocks/>
            </p:cNvCxnSpPr>
            <p:nvPr/>
          </p:nvCxnSpPr>
          <p:spPr>
            <a:xfrm flipH="1">
              <a:off x="2220383" y="2404742"/>
              <a:ext cx="1169198"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76" name="直線コネクタ 75">
            <a:extLst>
              <a:ext uri="{FF2B5EF4-FFF2-40B4-BE49-F238E27FC236}">
                <a16:creationId xmlns:a16="http://schemas.microsoft.com/office/drawing/2014/main" id="{6C2FE158-05FB-CF0C-686D-5A2CF42E967A}"/>
              </a:ext>
            </a:extLst>
          </p:cNvPr>
          <p:cNvCxnSpPr>
            <a:cxnSpLocks/>
          </p:cNvCxnSpPr>
          <p:nvPr/>
        </p:nvCxnSpPr>
        <p:spPr>
          <a:xfrm>
            <a:off x="2385006" y="320850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線コネクタ 77">
            <a:extLst>
              <a:ext uri="{FF2B5EF4-FFF2-40B4-BE49-F238E27FC236}">
                <a16:creationId xmlns:a16="http://schemas.microsoft.com/office/drawing/2014/main" id="{5043E2EF-5269-45FA-96B8-ECBA1A83287E}"/>
              </a:ext>
            </a:extLst>
          </p:cNvPr>
          <p:cNvCxnSpPr>
            <a:cxnSpLocks/>
          </p:cNvCxnSpPr>
          <p:nvPr/>
        </p:nvCxnSpPr>
        <p:spPr>
          <a:xfrm>
            <a:off x="2375559" y="388158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9" name="直線コネクタ 78">
            <a:extLst>
              <a:ext uri="{FF2B5EF4-FFF2-40B4-BE49-F238E27FC236}">
                <a16:creationId xmlns:a16="http://schemas.microsoft.com/office/drawing/2014/main" id="{2AE2F689-ED7D-DE35-9424-318DB5DE46BE}"/>
              </a:ext>
            </a:extLst>
          </p:cNvPr>
          <p:cNvCxnSpPr>
            <a:cxnSpLocks/>
          </p:cNvCxnSpPr>
          <p:nvPr/>
        </p:nvCxnSpPr>
        <p:spPr>
          <a:xfrm>
            <a:off x="541585" y="4175818"/>
            <a:ext cx="8350895" cy="9811"/>
          </a:xfrm>
          <a:prstGeom prst="line">
            <a:avLst/>
          </a:prstGeom>
          <a:ln w="19050"/>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42D6600E-F528-9D04-10E6-DAF9AAF1B1D0}"/>
              </a:ext>
            </a:extLst>
          </p:cNvPr>
          <p:cNvCxnSpPr>
            <a:cxnSpLocks/>
          </p:cNvCxnSpPr>
          <p:nvPr/>
        </p:nvCxnSpPr>
        <p:spPr>
          <a:xfrm>
            <a:off x="1346500" y="4817859"/>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A5A52A27-1359-B609-BA20-A4ACEA76C4EC}"/>
              </a:ext>
            </a:extLst>
          </p:cNvPr>
          <p:cNvCxnSpPr>
            <a:cxnSpLocks/>
          </p:cNvCxnSpPr>
          <p:nvPr/>
        </p:nvCxnSpPr>
        <p:spPr>
          <a:xfrm>
            <a:off x="1298858" y="4168086"/>
            <a:ext cx="0" cy="286502"/>
          </a:xfrm>
          <a:prstGeom prst="line">
            <a:avLst/>
          </a:prstGeom>
          <a:ln w="19050"/>
        </p:spPr>
        <p:style>
          <a:lnRef idx="1">
            <a:schemeClr val="dk1"/>
          </a:lnRef>
          <a:fillRef idx="0">
            <a:schemeClr val="dk1"/>
          </a:fillRef>
          <a:effectRef idx="0">
            <a:schemeClr val="dk1"/>
          </a:effectRef>
          <a:fontRef idx="minor">
            <a:schemeClr val="tx1"/>
          </a:fontRef>
        </p:style>
      </p:cxnSp>
      <p:cxnSp>
        <p:nvCxnSpPr>
          <p:cNvPr id="82" name="直線コネクタ 81">
            <a:extLst>
              <a:ext uri="{FF2B5EF4-FFF2-40B4-BE49-F238E27FC236}">
                <a16:creationId xmlns:a16="http://schemas.microsoft.com/office/drawing/2014/main" id="{4194A7AF-3CAB-A319-4399-E51B513C0872}"/>
              </a:ext>
            </a:extLst>
          </p:cNvPr>
          <p:cNvCxnSpPr>
            <a:cxnSpLocks/>
          </p:cNvCxnSpPr>
          <p:nvPr/>
        </p:nvCxnSpPr>
        <p:spPr>
          <a:xfrm flipH="1">
            <a:off x="541585" y="5108169"/>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3" name="直線コネクタ 82">
            <a:extLst>
              <a:ext uri="{FF2B5EF4-FFF2-40B4-BE49-F238E27FC236}">
                <a16:creationId xmlns:a16="http://schemas.microsoft.com/office/drawing/2014/main" id="{43A29E58-395E-A226-2742-20D0767CCFCB}"/>
              </a:ext>
            </a:extLst>
          </p:cNvPr>
          <p:cNvCxnSpPr>
            <a:cxnSpLocks/>
          </p:cNvCxnSpPr>
          <p:nvPr/>
        </p:nvCxnSpPr>
        <p:spPr>
          <a:xfrm flipH="1">
            <a:off x="541585" y="5109546"/>
            <a:ext cx="1058" cy="352366"/>
          </a:xfrm>
          <a:prstGeom prst="line">
            <a:avLst/>
          </a:prstGeom>
          <a:ln w="19050"/>
        </p:spPr>
        <p:style>
          <a:lnRef idx="1">
            <a:schemeClr val="dk1"/>
          </a:lnRef>
          <a:fillRef idx="0">
            <a:schemeClr val="dk1"/>
          </a:fillRef>
          <a:effectRef idx="0">
            <a:schemeClr val="dk1"/>
          </a:effectRef>
          <a:fontRef idx="minor">
            <a:schemeClr val="tx1"/>
          </a:fontRef>
        </p:style>
      </p:cxnSp>
      <p:sp>
        <p:nvSpPr>
          <p:cNvPr id="85" name="正方形/長方形 84">
            <a:extLst>
              <a:ext uri="{FF2B5EF4-FFF2-40B4-BE49-F238E27FC236}">
                <a16:creationId xmlns:a16="http://schemas.microsoft.com/office/drawing/2014/main" id="{A49ED2F6-E0F9-6243-D157-384935A16E40}"/>
              </a:ext>
            </a:extLst>
          </p:cNvPr>
          <p:cNvSpPr/>
          <p:nvPr/>
        </p:nvSpPr>
        <p:spPr>
          <a:xfrm>
            <a:off x="184637" y="5391092"/>
            <a:ext cx="718046"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86" name="直線コネクタ 85">
            <a:extLst>
              <a:ext uri="{FF2B5EF4-FFF2-40B4-BE49-F238E27FC236}">
                <a16:creationId xmlns:a16="http://schemas.microsoft.com/office/drawing/2014/main" id="{A453F381-419F-DF68-2186-E3C82E6637E8}"/>
              </a:ext>
            </a:extLst>
          </p:cNvPr>
          <p:cNvCxnSpPr>
            <a:cxnSpLocks/>
          </p:cNvCxnSpPr>
          <p:nvPr/>
        </p:nvCxnSpPr>
        <p:spPr>
          <a:xfrm>
            <a:off x="1346500" y="5108169"/>
            <a:ext cx="3417" cy="395019"/>
          </a:xfrm>
          <a:prstGeom prst="line">
            <a:avLst/>
          </a:prstGeom>
          <a:ln w="19050"/>
        </p:spPr>
        <p:style>
          <a:lnRef idx="1">
            <a:schemeClr val="dk1"/>
          </a:lnRef>
          <a:fillRef idx="0">
            <a:schemeClr val="dk1"/>
          </a:fillRef>
          <a:effectRef idx="0">
            <a:schemeClr val="dk1"/>
          </a:effectRef>
          <a:fontRef idx="minor">
            <a:schemeClr val="tx1"/>
          </a:fontRef>
        </p:style>
      </p:cxnSp>
      <p:sp>
        <p:nvSpPr>
          <p:cNvPr id="87" name="正方形/長方形 86">
            <a:extLst>
              <a:ext uri="{FF2B5EF4-FFF2-40B4-BE49-F238E27FC236}">
                <a16:creationId xmlns:a16="http://schemas.microsoft.com/office/drawing/2014/main" id="{B8487E0B-1192-24F0-7BF5-FEDD2ACC5526}"/>
              </a:ext>
            </a:extLst>
          </p:cNvPr>
          <p:cNvSpPr/>
          <p:nvPr/>
        </p:nvSpPr>
        <p:spPr>
          <a:xfrm>
            <a:off x="974691" y="5402833"/>
            <a:ext cx="718047" cy="530529"/>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89" name="直線コネクタ 88">
            <a:extLst>
              <a:ext uri="{FF2B5EF4-FFF2-40B4-BE49-F238E27FC236}">
                <a16:creationId xmlns:a16="http://schemas.microsoft.com/office/drawing/2014/main" id="{F2B68B65-8EF5-48AF-1F25-C337547E1F20}"/>
              </a:ext>
            </a:extLst>
          </p:cNvPr>
          <p:cNvCxnSpPr>
            <a:cxnSpLocks/>
          </p:cNvCxnSpPr>
          <p:nvPr/>
        </p:nvCxnSpPr>
        <p:spPr>
          <a:xfrm>
            <a:off x="2126819" y="5108169"/>
            <a:ext cx="0" cy="281735"/>
          </a:xfrm>
          <a:prstGeom prst="line">
            <a:avLst/>
          </a:prstGeom>
          <a:ln w="19050"/>
        </p:spPr>
        <p:style>
          <a:lnRef idx="1">
            <a:schemeClr val="dk1"/>
          </a:lnRef>
          <a:fillRef idx="0">
            <a:schemeClr val="dk1"/>
          </a:fillRef>
          <a:effectRef idx="0">
            <a:schemeClr val="dk1"/>
          </a:effectRef>
          <a:fontRef idx="minor">
            <a:schemeClr val="tx1"/>
          </a:fontRef>
        </p:style>
      </p:cxnSp>
      <p:sp>
        <p:nvSpPr>
          <p:cNvPr id="90" name="円/楕円 89">
            <a:extLst>
              <a:ext uri="{FF2B5EF4-FFF2-40B4-BE49-F238E27FC236}">
                <a16:creationId xmlns:a16="http://schemas.microsoft.com/office/drawing/2014/main" id="{A3C453C7-C935-E395-1445-BA224ED5E06C}"/>
              </a:ext>
            </a:extLst>
          </p:cNvPr>
          <p:cNvSpPr/>
          <p:nvPr/>
        </p:nvSpPr>
        <p:spPr>
          <a:xfrm>
            <a:off x="2331006" y="3155270"/>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1" name="円/楕円 90">
            <a:extLst>
              <a:ext uri="{FF2B5EF4-FFF2-40B4-BE49-F238E27FC236}">
                <a16:creationId xmlns:a16="http://schemas.microsoft.com/office/drawing/2014/main" id="{13CEFEF4-C197-3F41-EF89-73505F2A3AA6}"/>
              </a:ext>
            </a:extLst>
          </p:cNvPr>
          <p:cNvSpPr/>
          <p:nvPr/>
        </p:nvSpPr>
        <p:spPr>
          <a:xfrm>
            <a:off x="1290162" y="5058522"/>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2" name="円/楕円 91">
            <a:extLst>
              <a:ext uri="{FF2B5EF4-FFF2-40B4-BE49-F238E27FC236}">
                <a16:creationId xmlns:a16="http://schemas.microsoft.com/office/drawing/2014/main" id="{3D378F74-F7E5-B8D3-1341-756ACC644A4A}"/>
              </a:ext>
            </a:extLst>
          </p:cNvPr>
          <p:cNvSpPr/>
          <p:nvPr/>
        </p:nvSpPr>
        <p:spPr>
          <a:xfrm>
            <a:off x="1242520" y="4105924"/>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05" name="直線コネクタ 104">
            <a:extLst>
              <a:ext uri="{FF2B5EF4-FFF2-40B4-BE49-F238E27FC236}">
                <a16:creationId xmlns:a16="http://schemas.microsoft.com/office/drawing/2014/main" id="{9EE882AB-7763-68E5-15AF-D3A1E55F4C88}"/>
              </a:ext>
            </a:extLst>
          </p:cNvPr>
          <p:cNvCxnSpPr>
            <a:cxnSpLocks/>
          </p:cNvCxnSpPr>
          <p:nvPr/>
        </p:nvCxnSpPr>
        <p:spPr>
          <a:xfrm flipH="1">
            <a:off x="4688909" y="2678500"/>
            <a:ext cx="2338" cy="1480286"/>
          </a:xfrm>
          <a:prstGeom prst="line">
            <a:avLst/>
          </a:prstGeom>
          <a:ln w="19050"/>
        </p:spPr>
        <p:style>
          <a:lnRef idx="1">
            <a:schemeClr val="dk1"/>
          </a:lnRef>
          <a:fillRef idx="0">
            <a:schemeClr val="dk1"/>
          </a:fillRef>
          <a:effectRef idx="0">
            <a:schemeClr val="dk1"/>
          </a:effectRef>
          <a:fontRef idx="minor">
            <a:schemeClr val="tx1"/>
          </a:fontRef>
        </p:style>
      </p:cxnSp>
      <p:sp>
        <p:nvSpPr>
          <p:cNvPr id="106" name="正方形/長方形 105">
            <a:extLst>
              <a:ext uri="{FF2B5EF4-FFF2-40B4-BE49-F238E27FC236}">
                <a16:creationId xmlns:a16="http://schemas.microsoft.com/office/drawing/2014/main" id="{2E4AD433-00D5-CC1A-0DFF-01E8279D13F1}"/>
              </a:ext>
            </a:extLst>
          </p:cNvPr>
          <p:cNvSpPr/>
          <p:nvPr/>
        </p:nvSpPr>
        <p:spPr>
          <a:xfrm>
            <a:off x="4067944" y="1858181"/>
            <a:ext cx="1215021" cy="842463"/>
          </a:xfrm>
          <a:prstGeom prst="rect">
            <a:avLst/>
          </a:prstGeom>
          <a:solidFill>
            <a:srgbClr val="C0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商用電力</a:t>
            </a:r>
            <a:endParaRPr lang="en-US" altLang="ja-JP" sz="2000" dirty="0">
              <a:solidFill>
                <a:schemeClr val="tx1"/>
              </a:solidFill>
              <a:latin typeface="+mn-ea"/>
            </a:endParaRPr>
          </a:p>
          <a:p>
            <a:r>
              <a:rPr lang="ja-JP" altLang="en-US" sz="2000">
                <a:solidFill>
                  <a:schemeClr val="tx1"/>
                </a:solidFill>
                <a:latin typeface="+mn-ea"/>
              </a:rPr>
              <a:t>系統</a:t>
            </a:r>
            <a:endParaRPr kumimoji="1" lang="ja-JP" altLang="en-US" sz="2400">
              <a:solidFill>
                <a:schemeClr val="tx1"/>
              </a:solidFill>
              <a:latin typeface="+mn-ea"/>
            </a:endParaRPr>
          </a:p>
        </p:txBody>
      </p:sp>
      <p:cxnSp>
        <p:nvCxnSpPr>
          <p:cNvPr id="109" name="直線コネクタ 108">
            <a:extLst>
              <a:ext uri="{FF2B5EF4-FFF2-40B4-BE49-F238E27FC236}">
                <a16:creationId xmlns:a16="http://schemas.microsoft.com/office/drawing/2014/main" id="{5AB06B72-B855-AEAE-FEB9-B3FEDA440C9C}"/>
              </a:ext>
            </a:extLst>
          </p:cNvPr>
          <p:cNvCxnSpPr>
            <a:cxnSpLocks/>
          </p:cNvCxnSpPr>
          <p:nvPr/>
        </p:nvCxnSpPr>
        <p:spPr>
          <a:xfrm>
            <a:off x="6374480" y="3877776"/>
            <a:ext cx="0" cy="290310"/>
          </a:xfrm>
          <a:prstGeom prst="line">
            <a:avLst/>
          </a:prstGeom>
          <a:ln w="19050"/>
        </p:spPr>
        <p:style>
          <a:lnRef idx="1">
            <a:schemeClr val="dk1"/>
          </a:lnRef>
          <a:fillRef idx="0">
            <a:schemeClr val="dk1"/>
          </a:fillRef>
          <a:effectRef idx="0">
            <a:schemeClr val="dk1"/>
          </a:effectRef>
          <a:fontRef idx="minor">
            <a:schemeClr val="tx1"/>
          </a:fontRef>
        </p:style>
      </p:cxnSp>
      <p:sp>
        <p:nvSpPr>
          <p:cNvPr id="110" name="円/楕円 109">
            <a:extLst>
              <a:ext uri="{FF2B5EF4-FFF2-40B4-BE49-F238E27FC236}">
                <a16:creationId xmlns:a16="http://schemas.microsoft.com/office/drawing/2014/main" id="{84834D31-632A-16CD-830D-4C4FCF548189}"/>
              </a:ext>
            </a:extLst>
          </p:cNvPr>
          <p:cNvSpPr/>
          <p:nvPr/>
        </p:nvSpPr>
        <p:spPr>
          <a:xfrm>
            <a:off x="6320480" y="41140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1" name="直線コネクタ 110">
            <a:extLst>
              <a:ext uri="{FF2B5EF4-FFF2-40B4-BE49-F238E27FC236}">
                <a16:creationId xmlns:a16="http://schemas.microsoft.com/office/drawing/2014/main" id="{36606DA0-B8C6-C577-B873-7FC95FFE60D6}"/>
              </a:ext>
            </a:extLst>
          </p:cNvPr>
          <p:cNvCxnSpPr>
            <a:cxnSpLocks/>
          </p:cNvCxnSpPr>
          <p:nvPr/>
        </p:nvCxnSpPr>
        <p:spPr>
          <a:xfrm>
            <a:off x="6377841" y="3100505"/>
            <a:ext cx="0" cy="398310"/>
          </a:xfrm>
          <a:prstGeom prst="line">
            <a:avLst/>
          </a:prstGeom>
          <a:ln w="19050"/>
        </p:spPr>
        <p:style>
          <a:lnRef idx="1">
            <a:schemeClr val="dk1"/>
          </a:lnRef>
          <a:fillRef idx="0">
            <a:schemeClr val="dk1"/>
          </a:fillRef>
          <a:effectRef idx="0">
            <a:schemeClr val="dk1"/>
          </a:effectRef>
          <a:fontRef idx="minor">
            <a:schemeClr val="tx1"/>
          </a:fontRef>
        </p:style>
      </p:cxnSp>
      <p:sp>
        <p:nvSpPr>
          <p:cNvPr id="113" name="正方形/長方形 112">
            <a:extLst>
              <a:ext uri="{FF2B5EF4-FFF2-40B4-BE49-F238E27FC236}">
                <a16:creationId xmlns:a16="http://schemas.microsoft.com/office/drawing/2014/main" id="{1FCB0328-AD19-99AF-6736-B11B31032FD1}"/>
              </a:ext>
            </a:extLst>
          </p:cNvPr>
          <p:cNvSpPr/>
          <p:nvPr/>
        </p:nvSpPr>
        <p:spPr>
          <a:xfrm>
            <a:off x="5796136" y="1789090"/>
            <a:ext cx="1151068" cy="530534"/>
          </a:xfrm>
          <a:prstGeom prst="rect">
            <a:avLst/>
          </a:prstGeom>
          <a:solidFill>
            <a:srgbClr val="C0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a:solidFill>
                  <a:schemeClr val="tx1"/>
                </a:solidFill>
                <a:latin typeface="+mn-ea"/>
              </a:rPr>
              <a:t>蓄電池</a:t>
            </a:r>
          </a:p>
        </p:txBody>
      </p:sp>
      <p:cxnSp>
        <p:nvCxnSpPr>
          <p:cNvPr id="114" name="直線コネクタ 113">
            <a:extLst>
              <a:ext uri="{FF2B5EF4-FFF2-40B4-BE49-F238E27FC236}">
                <a16:creationId xmlns:a16="http://schemas.microsoft.com/office/drawing/2014/main" id="{650484EC-13D9-9EA3-E678-46F9DC9428E2}"/>
              </a:ext>
            </a:extLst>
          </p:cNvPr>
          <p:cNvCxnSpPr>
            <a:cxnSpLocks/>
            <a:stCxn id="113" idx="2"/>
          </p:cNvCxnSpPr>
          <p:nvPr/>
        </p:nvCxnSpPr>
        <p:spPr>
          <a:xfrm>
            <a:off x="6371670" y="2319624"/>
            <a:ext cx="2810" cy="410372"/>
          </a:xfrm>
          <a:prstGeom prst="line">
            <a:avLst/>
          </a:prstGeom>
          <a:ln w="19050"/>
        </p:spPr>
        <p:style>
          <a:lnRef idx="1">
            <a:schemeClr val="dk1"/>
          </a:lnRef>
          <a:fillRef idx="0">
            <a:schemeClr val="dk1"/>
          </a:fillRef>
          <a:effectRef idx="0">
            <a:schemeClr val="dk1"/>
          </a:effectRef>
          <a:fontRef idx="minor">
            <a:schemeClr val="tx1"/>
          </a:fontRef>
        </p:style>
      </p:cxnSp>
      <p:sp>
        <p:nvSpPr>
          <p:cNvPr id="115" name="円/楕円 114">
            <a:extLst>
              <a:ext uri="{FF2B5EF4-FFF2-40B4-BE49-F238E27FC236}">
                <a16:creationId xmlns:a16="http://schemas.microsoft.com/office/drawing/2014/main" id="{BC19D60B-2E1F-4A04-C143-12A35F97C6D0}"/>
              </a:ext>
            </a:extLst>
          </p:cNvPr>
          <p:cNvSpPr/>
          <p:nvPr/>
        </p:nvSpPr>
        <p:spPr>
          <a:xfrm>
            <a:off x="2321559" y="410478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6" name="直線コネクタ 115">
            <a:extLst>
              <a:ext uri="{FF2B5EF4-FFF2-40B4-BE49-F238E27FC236}">
                <a16:creationId xmlns:a16="http://schemas.microsoft.com/office/drawing/2014/main" id="{4839374A-D90D-DF03-E3E8-37C457D7670B}"/>
              </a:ext>
            </a:extLst>
          </p:cNvPr>
          <p:cNvCxnSpPr>
            <a:cxnSpLocks/>
          </p:cNvCxnSpPr>
          <p:nvPr/>
        </p:nvCxnSpPr>
        <p:spPr>
          <a:xfrm>
            <a:off x="6939916" y="4750945"/>
            <a:ext cx="0" cy="632264"/>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線コネクタ 116">
            <a:extLst>
              <a:ext uri="{FF2B5EF4-FFF2-40B4-BE49-F238E27FC236}">
                <a16:creationId xmlns:a16="http://schemas.microsoft.com/office/drawing/2014/main" id="{EF18BA0C-A733-B0A7-762B-B2AC107F958C}"/>
              </a:ext>
            </a:extLst>
          </p:cNvPr>
          <p:cNvCxnSpPr>
            <a:cxnSpLocks/>
          </p:cNvCxnSpPr>
          <p:nvPr/>
        </p:nvCxnSpPr>
        <p:spPr>
          <a:xfrm flipH="1">
            <a:off x="5713799" y="5066254"/>
            <a:ext cx="2329816" cy="6717"/>
          </a:xfrm>
          <a:prstGeom prst="line">
            <a:avLst/>
          </a:prstGeom>
          <a:ln w="19050"/>
        </p:spPr>
        <p:style>
          <a:lnRef idx="1">
            <a:schemeClr val="dk1"/>
          </a:lnRef>
          <a:fillRef idx="0">
            <a:schemeClr val="dk1"/>
          </a:fillRef>
          <a:effectRef idx="0">
            <a:schemeClr val="dk1"/>
          </a:effectRef>
          <a:fontRef idx="minor">
            <a:schemeClr val="tx1"/>
          </a:fontRef>
        </p:style>
      </p:cxnSp>
      <p:sp>
        <p:nvSpPr>
          <p:cNvPr id="119" name="正方形/長方形 118">
            <a:extLst>
              <a:ext uri="{FF2B5EF4-FFF2-40B4-BE49-F238E27FC236}">
                <a16:creationId xmlns:a16="http://schemas.microsoft.com/office/drawing/2014/main" id="{BCBBBF2C-D3F1-50F8-E4A4-177F07E8D42E}"/>
              </a:ext>
            </a:extLst>
          </p:cNvPr>
          <p:cNvSpPr/>
          <p:nvPr/>
        </p:nvSpPr>
        <p:spPr>
          <a:xfrm>
            <a:off x="5224469" y="5383110"/>
            <a:ext cx="1040575" cy="968425"/>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非常用</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特定</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負荷</a:t>
            </a:r>
            <a:endParaRPr kumimoji="1" lang="ja-JP" altLang="en-US">
              <a:solidFill>
                <a:schemeClr val="tx1"/>
              </a:solidFill>
              <a:latin typeface="+mn-ea"/>
            </a:endParaRPr>
          </a:p>
        </p:txBody>
      </p:sp>
      <p:cxnSp>
        <p:nvCxnSpPr>
          <p:cNvPr id="120" name="直線コネクタ 119">
            <a:extLst>
              <a:ext uri="{FF2B5EF4-FFF2-40B4-BE49-F238E27FC236}">
                <a16:creationId xmlns:a16="http://schemas.microsoft.com/office/drawing/2014/main" id="{976EDFF5-6A64-2731-3537-41F9DD915DF3}"/>
              </a:ext>
            </a:extLst>
          </p:cNvPr>
          <p:cNvCxnSpPr>
            <a:cxnSpLocks/>
          </p:cNvCxnSpPr>
          <p:nvPr/>
        </p:nvCxnSpPr>
        <p:spPr>
          <a:xfrm>
            <a:off x="5728525" y="5067077"/>
            <a:ext cx="0" cy="315910"/>
          </a:xfrm>
          <a:prstGeom prst="line">
            <a:avLst/>
          </a:prstGeom>
          <a:ln w="19050"/>
        </p:spPr>
        <p:style>
          <a:lnRef idx="1">
            <a:schemeClr val="dk1"/>
          </a:lnRef>
          <a:fillRef idx="0">
            <a:schemeClr val="dk1"/>
          </a:fillRef>
          <a:effectRef idx="0">
            <a:schemeClr val="dk1"/>
          </a:effectRef>
          <a:fontRef idx="minor">
            <a:schemeClr val="tx1"/>
          </a:fontRef>
        </p:style>
      </p:cxnSp>
      <p:sp>
        <p:nvSpPr>
          <p:cNvPr id="121" name="正方形/長方形 120">
            <a:extLst>
              <a:ext uri="{FF2B5EF4-FFF2-40B4-BE49-F238E27FC236}">
                <a16:creationId xmlns:a16="http://schemas.microsoft.com/office/drawing/2014/main" id="{48E602A8-6F95-9790-4BD5-868E7E9A9807}"/>
              </a:ext>
            </a:extLst>
          </p:cNvPr>
          <p:cNvSpPr/>
          <p:nvPr/>
        </p:nvSpPr>
        <p:spPr>
          <a:xfrm>
            <a:off x="7626798" y="5382399"/>
            <a:ext cx="833634" cy="969136"/>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空調電源</a:t>
            </a:r>
            <a:endParaRPr lang="en-US" altLang="ja-JP" sz="2000" dirty="0">
              <a:solidFill>
                <a:schemeClr val="tx1"/>
              </a:solidFill>
              <a:latin typeface="Cambria Math" panose="02040503050406030204" pitchFamily="18" charset="0"/>
            </a:endParaRPr>
          </a:p>
        </p:txBody>
      </p:sp>
      <p:sp>
        <p:nvSpPr>
          <p:cNvPr id="122" name="正方形/長方形 121">
            <a:extLst>
              <a:ext uri="{FF2B5EF4-FFF2-40B4-BE49-F238E27FC236}">
                <a16:creationId xmlns:a16="http://schemas.microsoft.com/office/drawing/2014/main" id="{FDB8BAAC-F13C-9165-F554-8A027205BBDA}"/>
              </a:ext>
            </a:extLst>
          </p:cNvPr>
          <p:cNvSpPr/>
          <p:nvPr/>
        </p:nvSpPr>
        <p:spPr>
          <a:xfrm>
            <a:off x="6371166" y="5380642"/>
            <a:ext cx="1137500" cy="94790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蓄電池補機</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電源盤</a:t>
            </a:r>
            <a:endParaRPr kumimoji="1" lang="ja-JP" altLang="en-US" sz="2000">
              <a:solidFill>
                <a:schemeClr val="tx1"/>
              </a:solidFill>
              <a:latin typeface="+mn-ea"/>
            </a:endParaRPr>
          </a:p>
        </p:txBody>
      </p:sp>
      <p:cxnSp>
        <p:nvCxnSpPr>
          <p:cNvPr id="123" name="直線コネクタ 122">
            <a:extLst>
              <a:ext uri="{FF2B5EF4-FFF2-40B4-BE49-F238E27FC236}">
                <a16:creationId xmlns:a16="http://schemas.microsoft.com/office/drawing/2014/main" id="{DD100C45-F431-AF17-DF1B-1FCCA72624B8}"/>
              </a:ext>
            </a:extLst>
          </p:cNvPr>
          <p:cNvCxnSpPr>
            <a:cxnSpLocks/>
          </p:cNvCxnSpPr>
          <p:nvPr/>
        </p:nvCxnSpPr>
        <p:spPr>
          <a:xfrm>
            <a:off x="8032781" y="5058522"/>
            <a:ext cx="0" cy="323877"/>
          </a:xfrm>
          <a:prstGeom prst="line">
            <a:avLst/>
          </a:prstGeom>
          <a:ln w="19050"/>
        </p:spPr>
        <p:style>
          <a:lnRef idx="1">
            <a:schemeClr val="dk1"/>
          </a:lnRef>
          <a:fillRef idx="0">
            <a:schemeClr val="dk1"/>
          </a:fillRef>
          <a:effectRef idx="0">
            <a:schemeClr val="dk1"/>
          </a:effectRef>
          <a:fontRef idx="minor">
            <a:schemeClr val="tx1"/>
          </a:fontRef>
        </p:style>
      </p:cxnSp>
      <p:cxnSp>
        <p:nvCxnSpPr>
          <p:cNvPr id="124" name="直線コネクタ 123">
            <a:extLst>
              <a:ext uri="{FF2B5EF4-FFF2-40B4-BE49-F238E27FC236}">
                <a16:creationId xmlns:a16="http://schemas.microsoft.com/office/drawing/2014/main" id="{0014E4B5-7462-56F0-67B1-C4D8287EC104}"/>
              </a:ext>
            </a:extLst>
          </p:cNvPr>
          <p:cNvCxnSpPr>
            <a:cxnSpLocks/>
            <a:endCxn id="173" idx="0"/>
          </p:cNvCxnSpPr>
          <p:nvPr/>
        </p:nvCxnSpPr>
        <p:spPr>
          <a:xfrm>
            <a:off x="6939916" y="4184663"/>
            <a:ext cx="0" cy="271411"/>
          </a:xfrm>
          <a:prstGeom prst="line">
            <a:avLst/>
          </a:prstGeom>
          <a:ln w="19050"/>
        </p:spPr>
        <p:style>
          <a:lnRef idx="1">
            <a:schemeClr val="dk1"/>
          </a:lnRef>
          <a:fillRef idx="0">
            <a:schemeClr val="dk1"/>
          </a:fillRef>
          <a:effectRef idx="0">
            <a:schemeClr val="dk1"/>
          </a:effectRef>
          <a:fontRef idx="minor">
            <a:schemeClr val="tx1"/>
          </a:fontRef>
        </p:style>
      </p:cxnSp>
      <p:sp>
        <p:nvSpPr>
          <p:cNvPr id="125" name="円/楕円 124">
            <a:extLst>
              <a:ext uri="{FF2B5EF4-FFF2-40B4-BE49-F238E27FC236}">
                <a16:creationId xmlns:a16="http://schemas.microsoft.com/office/drawing/2014/main" id="{3EEAD2A2-89F5-B919-3AEF-AD9E5D97BB0A}"/>
              </a:ext>
            </a:extLst>
          </p:cNvPr>
          <p:cNvSpPr/>
          <p:nvPr/>
        </p:nvSpPr>
        <p:spPr>
          <a:xfrm>
            <a:off x="6885916" y="5018971"/>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6" name="円/楕円 125">
            <a:extLst>
              <a:ext uri="{FF2B5EF4-FFF2-40B4-BE49-F238E27FC236}">
                <a16:creationId xmlns:a16="http://schemas.microsoft.com/office/drawing/2014/main" id="{052ED0E7-EEC3-1FA6-E180-C211A489679A}"/>
              </a:ext>
            </a:extLst>
          </p:cNvPr>
          <p:cNvSpPr/>
          <p:nvPr/>
        </p:nvSpPr>
        <p:spPr>
          <a:xfrm>
            <a:off x="6885916" y="41192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7" name="円/楕円 126">
            <a:extLst>
              <a:ext uri="{FF2B5EF4-FFF2-40B4-BE49-F238E27FC236}">
                <a16:creationId xmlns:a16="http://schemas.microsoft.com/office/drawing/2014/main" id="{210F677B-4B6C-1F17-06B5-A0B4489373E5}"/>
              </a:ext>
            </a:extLst>
          </p:cNvPr>
          <p:cNvSpPr/>
          <p:nvPr/>
        </p:nvSpPr>
        <p:spPr>
          <a:xfrm>
            <a:off x="4635709" y="411623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8" name="正方形/長方形 127">
            <a:extLst>
              <a:ext uri="{FF2B5EF4-FFF2-40B4-BE49-F238E27FC236}">
                <a16:creationId xmlns:a16="http://schemas.microsoft.com/office/drawing/2014/main" id="{4026B5F8-369E-2D9D-1B24-FB330072AA50}"/>
              </a:ext>
            </a:extLst>
          </p:cNvPr>
          <p:cNvSpPr/>
          <p:nvPr/>
        </p:nvSpPr>
        <p:spPr>
          <a:xfrm>
            <a:off x="1766779" y="5402833"/>
            <a:ext cx="716989"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32" name="直線コネクタ 131">
            <a:extLst>
              <a:ext uri="{FF2B5EF4-FFF2-40B4-BE49-F238E27FC236}">
                <a16:creationId xmlns:a16="http://schemas.microsoft.com/office/drawing/2014/main" id="{345234D1-7A40-B80E-198B-166E64F173AA}"/>
              </a:ext>
            </a:extLst>
          </p:cNvPr>
          <p:cNvCxnSpPr>
            <a:cxnSpLocks/>
          </p:cNvCxnSpPr>
          <p:nvPr/>
        </p:nvCxnSpPr>
        <p:spPr>
          <a:xfrm>
            <a:off x="3884702" y="4192825"/>
            <a:ext cx="0" cy="286502"/>
          </a:xfrm>
          <a:prstGeom prst="line">
            <a:avLst/>
          </a:prstGeom>
          <a:ln w="19050"/>
        </p:spPr>
        <p:style>
          <a:lnRef idx="1">
            <a:schemeClr val="dk1"/>
          </a:lnRef>
          <a:fillRef idx="0">
            <a:schemeClr val="dk1"/>
          </a:fillRef>
          <a:effectRef idx="0">
            <a:schemeClr val="dk1"/>
          </a:effectRef>
          <a:fontRef idx="minor">
            <a:schemeClr val="tx1"/>
          </a:fontRef>
        </p:style>
      </p:cxnSp>
      <p:sp>
        <p:nvSpPr>
          <p:cNvPr id="141" name="円/楕円 140">
            <a:extLst>
              <a:ext uri="{FF2B5EF4-FFF2-40B4-BE49-F238E27FC236}">
                <a16:creationId xmlns:a16="http://schemas.microsoft.com/office/drawing/2014/main" id="{746CE5DE-F8BE-0E15-EB47-2EC89C5EE284}"/>
              </a:ext>
            </a:extLst>
          </p:cNvPr>
          <p:cNvSpPr/>
          <p:nvPr/>
        </p:nvSpPr>
        <p:spPr>
          <a:xfrm>
            <a:off x="3836941" y="4130663"/>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47" name="直線コネクタ 146">
            <a:extLst>
              <a:ext uri="{FF2B5EF4-FFF2-40B4-BE49-F238E27FC236}">
                <a16:creationId xmlns:a16="http://schemas.microsoft.com/office/drawing/2014/main" id="{D0C959E1-F04D-1591-4E83-C74ABB25B07B}"/>
              </a:ext>
            </a:extLst>
          </p:cNvPr>
          <p:cNvCxnSpPr>
            <a:cxnSpLocks/>
          </p:cNvCxnSpPr>
          <p:nvPr/>
        </p:nvCxnSpPr>
        <p:spPr>
          <a:xfrm>
            <a:off x="3866780" y="4834945"/>
            <a:ext cx="0" cy="319341"/>
          </a:xfrm>
          <a:prstGeom prst="line">
            <a:avLst/>
          </a:prstGeom>
          <a:ln w="19050"/>
        </p:spPr>
        <p:style>
          <a:lnRef idx="1">
            <a:schemeClr val="dk1"/>
          </a:lnRef>
          <a:fillRef idx="0">
            <a:schemeClr val="dk1"/>
          </a:fillRef>
          <a:effectRef idx="0">
            <a:schemeClr val="dk1"/>
          </a:effectRef>
          <a:fontRef idx="minor">
            <a:schemeClr val="tx1"/>
          </a:fontRef>
        </p:style>
      </p:cxnSp>
      <p:cxnSp>
        <p:nvCxnSpPr>
          <p:cNvPr id="148" name="直線コネクタ 147">
            <a:extLst>
              <a:ext uri="{FF2B5EF4-FFF2-40B4-BE49-F238E27FC236}">
                <a16:creationId xmlns:a16="http://schemas.microsoft.com/office/drawing/2014/main" id="{26A17FE4-47E2-D147-CED7-D3B55C78BBAB}"/>
              </a:ext>
            </a:extLst>
          </p:cNvPr>
          <p:cNvCxnSpPr>
            <a:cxnSpLocks/>
          </p:cNvCxnSpPr>
          <p:nvPr/>
        </p:nvCxnSpPr>
        <p:spPr>
          <a:xfrm flipH="1">
            <a:off x="3061865" y="5139770"/>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9" name="直線コネクタ 148">
            <a:extLst>
              <a:ext uri="{FF2B5EF4-FFF2-40B4-BE49-F238E27FC236}">
                <a16:creationId xmlns:a16="http://schemas.microsoft.com/office/drawing/2014/main" id="{DB764CCE-2013-B1DE-5114-8A840A9D0B3D}"/>
              </a:ext>
            </a:extLst>
          </p:cNvPr>
          <p:cNvCxnSpPr>
            <a:cxnSpLocks/>
          </p:cNvCxnSpPr>
          <p:nvPr/>
        </p:nvCxnSpPr>
        <p:spPr>
          <a:xfrm flipH="1">
            <a:off x="3061865" y="5123529"/>
            <a:ext cx="1058" cy="387603"/>
          </a:xfrm>
          <a:prstGeom prst="line">
            <a:avLst/>
          </a:prstGeom>
          <a:ln w="19050"/>
        </p:spPr>
        <p:style>
          <a:lnRef idx="1">
            <a:schemeClr val="dk1"/>
          </a:lnRef>
          <a:fillRef idx="0">
            <a:schemeClr val="dk1"/>
          </a:fillRef>
          <a:effectRef idx="0">
            <a:schemeClr val="dk1"/>
          </a:effectRef>
          <a:fontRef idx="minor">
            <a:schemeClr val="tx1"/>
          </a:fontRef>
        </p:style>
      </p:cxnSp>
      <p:sp>
        <p:nvSpPr>
          <p:cNvPr id="150" name="正方形/長方形 149">
            <a:extLst>
              <a:ext uri="{FF2B5EF4-FFF2-40B4-BE49-F238E27FC236}">
                <a16:creationId xmlns:a16="http://schemas.microsoft.com/office/drawing/2014/main" id="{E8E33A6F-B654-FDAB-96FE-51FE5EFA2D59}"/>
              </a:ext>
            </a:extLst>
          </p:cNvPr>
          <p:cNvSpPr/>
          <p:nvPr/>
        </p:nvSpPr>
        <p:spPr>
          <a:xfrm>
            <a:off x="2701826" y="5396167"/>
            <a:ext cx="718046"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151" name="直線コネクタ 150">
            <a:extLst>
              <a:ext uri="{FF2B5EF4-FFF2-40B4-BE49-F238E27FC236}">
                <a16:creationId xmlns:a16="http://schemas.microsoft.com/office/drawing/2014/main" id="{2DE71881-DDD0-CE55-C716-AE70A05942FA}"/>
              </a:ext>
            </a:extLst>
          </p:cNvPr>
          <p:cNvCxnSpPr>
            <a:cxnSpLocks/>
          </p:cNvCxnSpPr>
          <p:nvPr/>
        </p:nvCxnSpPr>
        <p:spPr>
          <a:xfrm>
            <a:off x="3866780" y="5120019"/>
            <a:ext cx="3417" cy="434521"/>
          </a:xfrm>
          <a:prstGeom prst="line">
            <a:avLst/>
          </a:prstGeom>
          <a:ln w="19050"/>
        </p:spPr>
        <p:style>
          <a:lnRef idx="1">
            <a:schemeClr val="dk1"/>
          </a:lnRef>
          <a:fillRef idx="0">
            <a:schemeClr val="dk1"/>
          </a:fillRef>
          <a:effectRef idx="0">
            <a:schemeClr val="dk1"/>
          </a:effectRef>
          <a:fontRef idx="minor">
            <a:schemeClr val="tx1"/>
          </a:fontRef>
        </p:style>
      </p:cxnSp>
      <p:sp>
        <p:nvSpPr>
          <p:cNvPr id="152" name="正方形/長方形 151">
            <a:extLst>
              <a:ext uri="{FF2B5EF4-FFF2-40B4-BE49-F238E27FC236}">
                <a16:creationId xmlns:a16="http://schemas.microsoft.com/office/drawing/2014/main" id="{5718CDCB-EAC3-10D3-29AD-28DD16C8ECFA}"/>
              </a:ext>
            </a:extLst>
          </p:cNvPr>
          <p:cNvSpPr/>
          <p:nvPr/>
        </p:nvSpPr>
        <p:spPr>
          <a:xfrm>
            <a:off x="3494971" y="5407907"/>
            <a:ext cx="718047" cy="583582"/>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153" name="直線コネクタ 152">
            <a:extLst>
              <a:ext uri="{FF2B5EF4-FFF2-40B4-BE49-F238E27FC236}">
                <a16:creationId xmlns:a16="http://schemas.microsoft.com/office/drawing/2014/main" id="{894EAB57-1D32-97C9-CC9E-77338E1969D4}"/>
              </a:ext>
            </a:extLst>
          </p:cNvPr>
          <p:cNvCxnSpPr>
            <a:cxnSpLocks/>
          </p:cNvCxnSpPr>
          <p:nvPr/>
        </p:nvCxnSpPr>
        <p:spPr>
          <a:xfrm>
            <a:off x="4647099" y="5125683"/>
            <a:ext cx="0" cy="309909"/>
          </a:xfrm>
          <a:prstGeom prst="line">
            <a:avLst/>
          </a:prstGeom>
          <a:ln w="19050"/>
        </p:spPr>
        <p:style>
          <a:lnRef idx="1">
            <a:schemeClr val="dk1"/>
          </a:lnRef>
          <a:fillRef idx="0">
            <a:schemeClr val="dk1"/>
          </a:fillRef>
          <a:effectRef idx="0">
            <a:schemeClr val="dk1"/>
          </a:effectRef>
          <a:fontRef idx="minor">
            <a:schemeClr val="tx1"/>
          </a:fontRef>
        </p:style>
      </p:cxnSp>
      <p:sp>
        <p:nvSpPr>
          <p:cNvPr id="154" name="円/楕円 153">
            <a:extLst>
              <a:ext uri="{FF2B5EF4-FFF2-40B4-BE49-F238E27FC236}">
                <a16:creationId xmlns:a16="http://schemas.microsoft.com/office/drawing/2014/main" id="{3695136C-97AB-1F9E-C905-D4B2E96F5640}"/>
              </a:ext>
            </a:extLst>
          </p:cNvPr>
          <p:cNvSpPr/>
          <p:nvPr/>
        </p:nvSpPr>
        <p:spPr>
          <a:xfrm>
            <a:off x="3810442" y="5084723"/>
            <a:ext cx="108000" cy="1188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55" name="正方形/長方形 154">
            <a:extLst>
              <a:ext uri="{FF2B5EF4-FFF2-40B4-BE49-F238E27FC236}">
                <a16:creationId xmlns:a16="http://schemas.microsoft.com/office/drawing/2014/main" id="{F8916B8C-DB85-59B3-550A-B619A4ADA48F}"/>
              </a:ext>
            </a:extLst>
          </p:cNvPr>
          <p:cNvSpPr/>
          <p:nvPr/>
        </p:nvSpPr>
        <p:spPr>
          <a:xfrm>
            <a:off x="4287059" y="5407908"/>
            <a:ext cx="716989"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59" name="直線矢印コネクタ 158">
            <a:extLst>
              <a:ext uri="{FF2B5EF4-FFF2-40B4-BE49-F238E27FC236}">
                <a16:creationId xmlns:a16="http://schemas.microsoft.com/office/drawing/2014/main" id="{0D652B94-815A-E043-79CB-D61EDA98D414}"/>
              </a:ext>
            </a:extLst>
          </p:cNvPr>
          <p:cNvCxnSpPr>
            <a:cxnSpLocks/>
          </p:cNvCxnSpPr>
          <p:nvPr/>
        </p:nvCxnSpPr>
        <p:spPr bwMode="auto">
          <a:xfrm flipV="1">
            <a:off x="4932040" y="3025141"/>
            <a:ext cx="0" cy="65182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161" name="直線矢印コネクタ 160">
            <a:extLst>
              <a:ext uri="{FF2B5EF4-FFF2-40B4-BE49-F238E27FC236}">
                <a16:creationId xmlns:a16="http://schemas.microsoft.com/office/drawing/2014/main" id="{88A02241-E04E-77DB-348F-6A9EB498D9E7}"/>
              </a:ext>
            </a:extLst>
          </p:cNvPr>
          <p:cNvCxnSpPr>
            <a:cxnSpLocks/>
          </p:cNvCxnSpPr>
          <p:nvPr/>
        </p:nvCxnSpPr>
        <p:spPr bwMode="auto">
          <a:xfrm>
            <a:off x="1547664"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164" name="直線コネクタ 163">
            <a:extLst>
              <a:ext uri="{FF2B5EF4-FFF2-40B4-BE49-F238E27FC236}">
                <a16:creationId xmlns:a16="http://schemas.microsoft.com/office/drawing/2014/main" id="{92D65F6D-B2AD-C414-BED7-4685E2C3DEF0}"/>
              </a:ext>
            </a:extLst>
          </p:cNvPr>
          <p:cNvCxnSpPr>
            <a:cxnSpLocks/>
          </p:cNvCxnSpPr>
          <p:nvPr/>
        </p:nvCxnSpPr>
        <p:spPr>
          <a:xfrm>
            <a:off x="2961086" y="2064817"/>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165" name="正方形/長方形 164">
            <a:extLst>
              <a:ext uri="{FF2B5EF4-FFF2-40B4-BE49-F238E27FC236}">
                <a16:creationId xmlns:a16="http://schemas.microsoft.com/office/drawing/2014/main" id="{AB8B5D48-20C9-71EB-D90C-797DC215DF22}"/>
              </a:ext>
            </a:extLst>
          </p:cNvPr>
          <p:cNvSpPr/>
          <p:nvPr/>
        </p:nvSpPr>
        <p:spPr>
          <a:xfrm>
            <a:off x="2406234" y="1565032"/>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166" name="正方形/長方形 165">
            <a:extLst>
              <a:ext uri="{FF2B5EF4-FFF2-40B4-BE49-F238E27FC236}">
                <a16:creationId xmlns:a16="http://schemas.microsoft.com/office/drawing/2014/main" id="{78CDDD87-D96E-AB70-45B9-72155484FFCC}"/>
              </a:ext>
            </a:extLst>
          </p:cNvPr>
          <p:cNvSpPr/>
          <p:nvPr/>
        </p:nvSpPr>
        <p:spPr>
          <a:xfrm>
            <a:off x="2483768" y="2559649"/>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
        <p:nvSpPr>
          <p:cNvPr id="167" name="正方形/長方形 166">
            <a:extLst>
              <a:ext uri="{FF2B5EF4-FFF2-40B4-BE49-F238E27FC236}">
                <a16:creationId xmlns:a16="http://schemas.microsoft.com/office/drawing/2014/main" id="{C9BA6EA9-28D8-67B9-05B1-876B20202F65}"/>
              </a:ext>
            </a:extLst>
          </p:cNvPr>
          <p:cNvSpPr/>
          <p:nvPr/>
        </p:nvSpPr>
        <p:spPr>
          <a:xfrm>
            <a:off x="1907704" y="3480382"/>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0" name="正方形/長方形 169">
            <a:extLst>
              <a:ext uri="{FF2B5EF4-FFF2-40B4-BE49-F238E27FC236}">
                <a16:creationId xmlns:a16="http://schemas.microsoft.com/office/drawing/2014/main" id="{83FA9ED7-9CE4-F7CA-7F99-44E41A8A60E9}"/>
              </a:ext>
            </a:extLst>
          </p:cNvPr>
          <p:cNvSpPr/>
          <p:nvPr/>
        </p:nvSpPr>
        <p:spPr>
          <a:xfrm>
            <a:off x="5897149" y="3492187"/>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1" name="正方形/長方形 170">
            <a:extLst>
              <a:ext uri="{FF2B5EF4-FFF2-40B4-BE49-F238E27FC236}">
                <a16:creationId xmlns:a16="http://schemas.microsoft.com/office/drawing/2014/main" id="{E9B0BD49-6091-BDC5-922D-6443267A8361}"/>
              </a:ext>
            </a:extLst>
          </p:cNvPr>
          <p:cNvSpPr/>
          <p:nvPr/>
        </p:nvSpPr>
        <p:spPr>
          <a:xfrm>
            <a:off x="869230"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2" name="正方形/長方形 171">
            <a:extLst>
              <a:ext uri="{FF2B5EF4-FFF2-40B4-BE49-F238E27FC236}">
                <a16:creationId xmlns:a16="http://schemas.microsoft.com/office/drawing/2014/main" id="{CD8B44CB-A210-A597-9C43-7CB7FA95F7F5}"/>
              </a:ext>
            </a:extLst>
          </p:cNvPr>
          <p:cNvSpPr/>
          <p:nvPr/>
        </p:nvSpPr>
        <p:spPr>
          <a:xfrm>
            <a:off x="3372704" y="4435886"/>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3" name="正方形/長方形 172">
            <a:extLst>
              <a:ext uri="{FF2B5EF4-FFF2-40B4-BE49-F238E27FC236}">
                <a16:creationId xmlns:a16="http://schemas.microsoft.com/office/drawing/2014/main" id="{AE30ED98-E13E-8A9F-EC28-48F943717070}"/>
              </a:ext>
            </a:extLst>
          </p:cNvPr>
          <p:cNvSpPr/>
          <p:nvPr/>
        </p:nvSpPr>
        <p:spPr>
          <a:xfrm>
            <a:off x="6458626"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9" name="コンテンツ プレースホルダー 2">
            <a:extLst>
              <a:ext uri="{FF2B5EF4-FFF2-40B4-BE49-F238E27FC236}">
                <a16:creationId xmlns:a16="http://schemas.microsoft.com/office/drawing/2014/main" id="{79629AF1-DA1F-8876-D0E4-9E1A79B1FD0D}"/>
              </a:ext>
            </a:extLst>
          </p:cNvPr>
          <p:cNvSpPr txBox="1">
            <a:spLocks/>
          </p:cNvSpPr>
          <p:nvPr/>
        </p:nvSpPr>
        <p:spPr>
          <a:xfrm>
            <a:off x="7356504" y="1124744"/>
            <a:ext cx="1656424" cy="77816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2400" dirty="0">
              <a:latin typeface="MS PGothic" panose="020B0600070205080204" pitchFamily="34" charset="-128"/>
              <a:ea typeface="MS PGothic" panose="020B0600070205080204" pitchFamily="34" charset="-128"/>
            </a:endParaRPr>
          </a:p>
        </p:txBody>
      </p:sp>
      <p:sp>
        <p:nvSpPr>
          <p:cNvPr id="183" name="テキスト ボックス 182">
            <a:extLst>
              <a:ext uri="{FF2B5EF4-FFF2-40B4-BE49-F238E27FC236}">
                <a16:creationId xmlns:a16="http://schemas.microsoft.com/office/drawing/2014/main" id="{57A97B71-BE98-B016-EB1E-B26A82FBF473}"/>
              </a:ext>
            </a:extLst>
          </p:cNvPr>
          <p:cNvSpPr txBox="1"/>
          <p:nvPr/>
        </p:nvSpPr>
        <p:spPr>
          <a:xfrm>
            <a:off x="7842800" y="112474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決まるもの</a:t>
            </a:r>
            <a:endParaRPr kumimoji="1" lang="ja-JP" altLang="en-US" sz="1600">
              <a:latin typeface="MS PGothic" panose="020B0600070205080204" pitchFamily="34" charset="-128"/>
              <a:ea typeface="MS PGothic" panose="020B0600070205080204" pitchFamily="34" charset="-128"/>
            </a:endParaRPr>
          </a:p>
        </p:txBody>
      </p:sp>
      <p:sp>
        <p:nvSpPr>
          <p:cNvPr id="197" name="テキスト ボックス 196">
            <a:extLst>
              <a:ext uri="{FF2B5EF4-FFF2-40B4-BE49-F238E27FC236}">
                <a16:creationId xmlns:a16="http://schemas.microsoft.com/office/drawing/2014/main" id="{0A907DA2-46AB-F507-3538-BBFD7819D9E3}"/>
              </a:ext>
            </a:extLst>
          </p:cNvPr>
          <p:cNvSpPr txBox="1"/>
          <p:nvPr/>
        </p:nvSpPr>
        <p:spPr>
          <a:xfrm>
            <a:off x="7868823" y="156435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決めるもの</a:t>
            </a:r>
            <a:endParaRPr kumimoji="1" lang="ja-JP" altLang="en-US" sz="1600">
              <a:latin typeface="MS PGothic" panose="020B0600070205080204" pitchFamily="34" charset="-128"/>
              <a:ea typeface="MS PGothic" panose="020B0600070205080204" pitchFamily="34" charset="-128"/>
            </a:endParaRPr>
          </a:p>
        </p:txBody>
      </p:sp>
      <p:cxnSp>
        <p:nvCxnSpPr>
          <p:cNvPr id="200" name="直線矢印コネクタ 199">
            <a:extLst>
              <a:ext uri="{FF2B5EF4-FFF2-40B4-BE49-F238E27FC236}">
                <a16:creationId xmlns:a16="http://schemas.microsoft.com/office/drawing/2014/main" id="{CD9D41FA-3295-4461-B414-B45D3BB0AD31}"/>
              </a:ext>
            </a:extLst>
          </p:cNvPr>
          <p:cNvCxnSpPr>
            <a:cxnSpLocks/>
          </p:cNvCxnSpPr>
          <p:nvPr/>
        </p:nvCxnSpPr>
        <p:spPr bwMode="auto">
          <a:xfrm>
            <a:off x="2864378"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03" name="直線矢印コネクタ 202">
            <a:extLst>
              <a:ext uri="{FF2B5EF4-FFF2-40B4-BE49-F238E27FC236}">
                <a16:creationId xmlns:a16="http://schemas.microsoft.com/office/drawing/2014/main" id="{BCEA0E85-76F5-B4FC-E2C8-1386985BABC3}"/>
              </a:ext>
            </a:extLst>
          </p:cNvPr>
          <p:cNvCxnSpPr>
            <a:cxnSpLocks/>
          </p:cNvCxnSpPr>
          <p:nvPr/>
        </p:nvCxnSpPr>
        <p:spPr bwMode="auto">
          <a:xfrm>
            <a:off x="4427984" y="3036946"/>
            <a:ext cx="0" cy="646887"/>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06" name="直線矢印コネクタ 205">
            <a:extLst>
              <a:ext uri="{FF2B5EF4-FFF2-40B4-BE49-F238E27FC236}">
                <a16:creationId xmlns:a16="http://schemas.microsoft.com/office/drawing/2014/main" id="{4406EE65-D6ED-E032-E05F-7CE8508AF15C}"/>
              </a:ext>
            </a:extLst>
          </p:cNvPr>
          <p:cNvCxnSpPr>
            <a:cxnSpLocks/>
          </p:cNvCxnSpPr>
          <p:nvPr/>
        </p:nvCxnSpPr>
        <p:spPr bwMode="auto">
          <a:xfrm flipV="1">
            <a:off x="6509872" y="2390107"/>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0" name="直線矢印コネクタ 209">
            <a:extLst>
              <a:ext uri="{FF2B5EF4-FFF2-40B4-BE49-F238E27FC236}">
                <a16:creationId xmlns:a16="http://schemas.microsoft.com/office/drawing/2014/main" id="{E3B9C5BF-4402-5DF6-E198-8C878B215B90}"/>
              </a:ext>
            </a:extLst>
          </p:cNvPr>
          <p:cNvCxnSpPr>
            <a:cxnSpLocks/>
          </p:cNvCxnSpPr>
          <p:nvPr/>
        </p:nvCxnSpPr>
        <p:spPr bwMode="auto">
          <a:xfrm flipV="1">
            <a:off x="6509872" y="3168342"/>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1" name="直線矢印コネクタ 210">
            <a:extLst>
              <a:ext uri="{FF2B5EF4-FFF2-40B4-BE49-F238E27FC236}">
                <a16:creationId xmlns:a16="http://schemas.microsoft.com/office/drawing/2014/main" id="{13A6439D-B8D3-CE4F-08CD-0E8D0DD5D119}"/>
              </a:ext>
            </a:extLst>
          </p:cNvPr>
          <p:cNvCxnSpPr>
            <a:cxnSpLocks/>
          </p:cNvCxnSpPr>
          <p:nvPr/>
        </p:nvCxnSpPr>
        <p:spPr bwMode="auto">
          <a:xfrm flipV="1">
            <a:off x="6516216"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4" name="直線矢印コネクタ 213">
            <a:extLst>
              <a:ext uri="{FF2B5EF4-FFF2-40B4-BE49-F238E27FC236}">
                <a16:creationId xmlns:a16="http://schemas.microsoft.com/office/drawing/2014/main" id="{51CFBA75-1B5D-6076-FB5C-515C522DEEC1}"/>
              </a:ext>
            </a:extLst>
          </p:cNvPr>
          <p:cNvCxnSpPr>
            <a:cxnSpLocks/>
          </p:cNvCxnSpPr>
          <p:nvPr/>
        </p:nvCxnSpPr>
        <p:spPr bwMode="auto">
          <a:xfrm>
            <a:off x="6228184" y="2391095"/>
            <a:ext cx="0" cy="261648"/>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5" name="直線矢印コネクタ 214">
            <a:extLst>
              <a:ext uri="{FF2B5EF4-FFF2-40B4-BE49-F238E27FC236}">
                <a16:creationId xmlns:a16="http://schemas.microsoft.com/office/drawing/2014/main" id="{0BD832D7-7510-86C4-AE20-9F5DC6FAB3E8}"/>
              </a:ext>
            </a:extLst>
          </p:cNvPr>
          <p:cNvCxnSpPr>
            <a:cxnSpLocks/>
          </p:cNvCxnSpPr>
          <p:nvPr/>
        </p:nvCxnSpPr>
        <p:spPr bwMode="auto">
          <a:xfrm>
            <a:off x="6228184" y="3165788"/>
            <a:ext cx="0" cy="252855"/>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6" name="直線矢印コネクタ 215">
            <a:extLst>
              <a:ext uri="{FF2B5EF4-FFF2-40B4-BE49-F238E27FC236}">
                <a16:creationId xmlns:a16="http://schemas.microsoft.com/office/drawing/2014/main" id="{82E654B5-B09C-F782-64B0-172071CA38FA}"/>
              </a:ext>
            </a:extLst>
          </p:cNvPr>
          <p:cNvCxnSpPr>
            <a:cxnSpLocks/>
          </p:cNvCxnSpPr>
          <p:nvPr/>
        </p:nvCxnSpPr>
        <p:spPr bwMode="auto">
          <a:xfrm>
            <a:off x="6228184"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23" name="直線矢印コネクタ 222">
            <a:extLst>
              <a:ext uri="{FF2B5EF4-FFF2-40B4-BE49-F238E27FC236}">
                <a16:creationId xmlns:a16="http://schemas.microsoft.com/office/drawing/2014/main" id="{C99D19B7-41F5-126F-A699-3B92F522AFA0}"/>
              </a:ext>
            </a:extLst>
          </p:cNvPr>
          <p:cNvCxnSpPr>
            <a:cxnSpLocks/>
          </p:cNvCxnSpPr>
          <p:nvPr/>
        </p:nvCxnSpPr>
        <p:spPr bwMode="auto">
          <a:xfrm>
            <a:off x="611560"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5" name="直線矢印コネクタ 224">
            <a:extLst>
              <a:ext uri="{FF2B5EF4-FFF2-40B4-BE49-F238E27FC236}">
                <a16:creationId xmlns:a16="http://schemas.microsoft.com/office/drawing/2014/main" id="{86ED6B8D-4F15-8D3D-6FC4-F442AD539384}"/>
              </a:ext>
            </a:extLst>
          </p:cNvPr>
          <p:cNvCxnSpPr>
            <a:cxnSpLocks/>
          </p:cNvCxnSpPr>
          <p:nvPr/>
        </p:nvCxnSpPr>
        <p:spPr bwMode="auto">
          <a:xfrm>
            <a:off x="147565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6" name="直線矢印コネクタ 225">
            <a:extLst>
              <a:ext uri="{FF2B5EF4-FFF2-40B4-BE49-F238E27FC236}">
                <a16:creationId xmlns:a16="http://schemas.microsoft.com/office/drawing/2014/main" id="{3197FCF6-6ABC-53F5-50C8-A64779C719B0}"/>
              </a:ext>
            </a:extLst>
          </p:cNvPr>
          <p:cNvCxnSpPr>
            <a:cxnSpLocks/>
          </p:cNvCxnSpPr>
          <p:nvPr/>
        </p:nvCxnSpPr>
        <p:spPr bwMode="auto">
          <a:xfrm>
            <a:off x="219573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7" name="直線矢印コネクタ 226">
            <a:extLst>
              <a:ext uri="{FF2B5EF4-FFF2-40B4-BE49-F238E27FC236}">
                <a16:creationId xmlns:a16="http://schemas.microsoft.com/office/drawing/2014/main" id="{46510D7F-4A8F-3B2F-05C8-28090663FB6C}"/>
              </a:ext>
            </a:extLst>
          </p:cNvPr>
          <p:cNvCxnSpPr>
            <a:cxnSpLocks/>
          </p:cNvCxnSpPr>
          <p:nvPr/>
        </p:nvCxnSpPr>
        <p:spPr bwMode="auto">
          <a:xfrm>
            <a:off x="3131840" y="5178581"/>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8" name="直線矢印コネクタ 227">
            <a:extLst>
              <a:ext uri="{FF2B5EF4-FFF2-40B4-BE49-F238E27FC236}">
                <a16:creationId xmlns:a16="http://schemas.microsoft.com/office/drawing/2014/main" id="{72339D54-8536-6C75-0D09-65C71E4BD9A4}"/>
              </a:ext>
            </a:extLst>
          </p:cNvPr>
          <p:cNvCxnSpPr>
            <a:cxnSpLocks/>
          </p:cNvCxnSpPr>
          <p:nvPr/>
        </p:nvCxnSpPr>
        <p:spPr bwMode="auto">
          <a:xfrm>
            <a:off x="399593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9" name="直線矢印コネクタ 228">
            <a:extLst>
              <a:ext uri="{FF2B5EF4-FFF2-40B4-BE49-F238E27FC236}">
                <a16:creationId xmlns:a16="http://schemas.microsoft.com/office/drawing/2014/main" id="{B8C90300-7ADA-C6DA-339B-786E5634AF12}"/>
              </a:ext>
            </a:extLst>
          </p:cNvPr>
          <p:cNvCxnSpPr>
            <a:cxnSpLocks/>
          </p:cNvCxnSpPr>
          <p:nvPr/>
        </p:nvCxnSpPr>
        <p:spPr bwMode="auto">
          <a:xfrm>
            <a:off x="471601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0" name="直線矢印コネクタ 229">
            <a:extLst>
              <a:ext uri="{FF2B5EF4-FFF2-40B4-BE49-F238E27FC236}">
                <a16:creationId xmlns:a16="http://schemas.microsoft.com/office/drawing/2014/main" id="{39E4213F-EF49-45CE-8925-C6CB8791A645}"/>
              </a:ext>
            </a:extLst>
          </p:cNvPr>
          <p:cNvCxnSpPr>
            <a:cxnSpLocks/>
          </p:cNvCxnSpPr>
          <p:nvPr/>
        </p:nvCxnSpPr>
        <p:spPr bwMode="auto">
          <a:xfrm>
            <a:off x="5837030" y="5154345"/>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1" name="直線矢印コネクタ 230">
            <a:extLst>
              <a:ext uri="{FF2B5EF4-FFF2-40B4-BE49-F238E27FC236}">
                <a16:creationId xmlns:a16="http://schemas.microsoft.com/office/drawing/2014/main" id="{093C19A9-2D56-D1E3-5D59-A29201F9AF88}"/>
              </a:ext>
            </a:extLst>
          </p:cNvPr>
          <p:cNvCxnSpPr>
            <a:cxnSpLocks/>
          </p:cNvCxnSpPr>
          <p:nvPr/>
        </p:nvCxnSpPr>
        <p:spPr bwMode="auto">
          <a:xfrm>
            <a:off x="7020272"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2" name="直線矢印コネクタ 231">
            <a:extLst>
              <a:ext uri="{FF2B5EF4-FFF2-40B4-BE49-F238E27FC236}">
                <a16:creationId xmlns:a16="http://schemas.microsoft.com/office/drawing/2014/main" id="{BEC3E13C-69E6-3BA8-45B3-7CB82CEA2BB0}"/>
              </a:ext>
            </a:extLst>
          </p:cNvPr>
          <p:cNvCxnSpPr>
            <a:cxnSpLocks/>
          </p:cNvCxnSpPr>
          <p:nvPr/>
        </p:nvCxnSpPr>
        <p:spPr bwMode="auto">
          <a:xfrm>
            <a:off x="8100392" y="517928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5" name="直線矢印コネクタ 234">
            <a:extLst>
              <a:ext uri="{FF2B5EF4-FFF2-40B4-BE49-F238E27FC236}">
                <a16:creationId xmlns:a16="http://schemas.microsoft.com/office/drawing/2014/main" id="{77273382-481E-9633-6B0D-5CCDFE02DBF5}"/>
              </a:ext>
            </a:extLst>
          </p:cNvPr>
          <p:cNvCxnSpPr>
            <a:cxnSpLocks/>
          </p:cNvCxnSpPr>
          <p:nvPr/>
        </p:nvCxnSpPr>
        <p:spPr bwMode="auto">
          <a:xfrm>
            <a:off x="1403648" y="4201733"/>
            <a:ext cx="0" cy="234153"/>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8" name="直線矢印コネクタ 237">
            <a:extLst>
              <a:ext uri="{FF2B5EF4-FFF2-40B4-BE49-F238E27FC236}">
                <a16:creationId xmlns:a16="http://schemas.microsoft.com/office/drawing/2014/main" id="{1D67C806-5092-F387-A84E-22E23D792CBB}"/>
              </a:ext>
            </a:extLst>
          </p:cNvPr>
          <p:cNvCxnSpPr>
            <a:cxnSpLocks/>
          </p:cNvCxnSpPr>
          <p:nvPr/>
        </p:nvCxnSpPr>
        <p:spPr bwMode="auto">
          <a:xfrm>
            <a:off x="3995936" y="4212786"/>
            <a:ext cx="0" cy="212662"/>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0" name="直線矢印コネクタ 239">
            <a:extLst>
              <a:ext uri="{FF2B5EF4-FFF2-40B4-BE49-F238E27FC236}">
                <a16:creationId xmlns:a16="http://schemas.microsoft.com/office/drawing/2014/main" id="{FC44527C-DF09-36ED-7877-76A3A947878E}"/>
              </a:ext>
            </a:extLst>
          </p:cNvPr>
          <p:cNvCxnSpPr>
            <a:cxnSpLocks/>
          </p:cNvCxnSpPr>
          <p:nvPr/>
        </p:nvCxnSpPr>
        <p:spPr bwMode="auto">
          <a:xfrm>
            <a:off x="7092280" y="4222087"/>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2" name="直線矢印コネクタ 241">
            <a:extLst>
              <a:ext uri="{FF2B5EF4-FFF2-40B4-BE49-F238E27FC236}">
                <a16:creationId xmlns:a16="http://schemas.microsoft.com/office/drawing/2014/main" id="{7CDF4907-50DB-7CD5-3D56-80EE742F0D3B}"/>
              </a:ext>
            </a:extLst>
          </p:cNvPr>
          <p:cNvCxnSpPr>
            <a:cxnSpLocks/>
          </p:cNvCxnSpPr>
          <p:nvPr/>
        </p:nvCxnSpPr>
        <p:spPr bwMode="auto">
          <a:xfrm>
            <a:off x="2483768" y="3263270"/>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3" name="直線矢印コネクタ 242">
            <a:extLst>
              <a:ext uri="{FF2B5EF4-FFF2-40B4-BE49-F238E27FC236}">
                <a16:creationId xmlns:a16="http://schemas.microsoft.com/office/drawing/2014/main" id="{B3066C45-EEBF-D475-88B2-E34D47A49666}"/>
              </a:ext>
            </a:extLst>
          </p:cNvPr>
          <p:cNvCxnSpPr>
            <a:cxnSpLocks/>
          </p:cNvCxnSpPr>
          <p:nvPr/>
        </p:nvCxnSpPr>
        <p:spPr bwMode="auto">
          <a:xfrm>
            <a:off x="2493277" y="3901425"/>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sp>
        <p:nvSpPr>
          <p:cNvPr id="244" name="テキスト ボックス 243">
            <a:extLst>
              <a:ext uri="{FF2B5EF4-FFF2-40B4-BE49-F238E27FC236}">
                <a16:creationId xmlns:a16="http://schemas.microsoft.com/office/drawing/2014/main" id="{D94533F8-C2EC-17CD-549C-5AE8B03FCF33}"/>
              </a:ext>
            </a:extLst>
          </p:cNvPr>
          <p:cNvSpPr txBox="1"/>
          <p:nvPr/>
        </p:nvSpPr>
        <p:spPr>
          <a:xfrm>
            <a:off x="1577839" y="2268899"/>
            <a:ext cx="1321843" cy="307777"/>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太陽光発電量</a:t>
            </a:r>
          </a:p>
        </p:txBody>
      </p:sp>
      <p:sp>
        <p:nvSpPr>
          <p:cNvPr id="245" name="テキスト ボックス 244">
            <a:extLst>
              <a:ext uri="{FF2B5EF4-FFF2-40B4-BE49-F238E27FC236}">
                <a16:creationId xmlns:a16="http://schemas.microsoft.com/office/drawing/2014/main" id="{710A75AF-7829-78E2-017F-8B55E9FC8DBC}"/>
              </a:ext>
            </a:extLst>
          </p:cNvPr>
          <p:cNvSpPr txBox="1"/>
          <p:nvPr/>
        </p:nvSpPr>
        <p:spPr>
          <a:xfrm>
            <a:off x="1264205" y="479715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6" name="テキスト ボックス 245">
            <a:extLst>
              <a:ext uri="{FF2B5EF4-FFF2-40B4-BE49-F238E27FC236}">
                <a16:creationId xmlns:a16="http://schemas.microsoft.com/office/drawing/2014/main" id="{BD0C99B4-1255-B78D-3FE3-9CD317EEA632}"/>
              </a:ext>
            </a:extLst>
          </p:cNvPr>
          <p:cNvSpPr txBox="1"/>
          <p:nvPr/>
        </p:nvSpPr>
        <p:spPr>
          <a:xfrm>
            <a:off x="3869348" y="4826465"/>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7" name="テキスト ボックス 246">
            <a:extLst>
              <a:ext uri="{FF2B5EF4-FFF2-40B4-BE49-F238E27FC236}">
                <a16:creationId xmlns:a16="http://schemas.microsoft.com/office/drawing/2014/main" id="{D16B3162-0FCE-D647-556C-B464F88E852A}"/>
              </a:ext>
            </a:extLst>
          </p:cNvPr>
          <p:cNvSpPr txBox="1"/>
          <p:nvPr/>
        </p:nvSpPr>
        <p:spPr>
          <a:xfrm>
            <a:off x="6891529" y="480214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8" name="テキスト ボックス 247">
            <a:extLst>
              <a:ext uri="{FF2B5EF4-FFF2-40B4-BE49-F238E27FC236}">
                <a16:creationId xmlns:a16="http://schemas.microsoft.com/office/drawing/2014/main" id="{4D221866-4F11-EC0A-7A22-891431EC37B4}"/>
              </a:ext>
            </a:extLst>
          </p:cNvPr>
          <p:cNvSpPr txBox="1"/>
          <p:nvPr/>
        </p:nvSpPr>
        <p:spPr>
          <a:xfrm>
            <a:off x="6473471" y="2383488"/>
            <a:ext cx="810471"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充電</a:t>
            </a:r>
            <a:r>
              <a:rPr kumimoji="1" lang="ja-JP" altLang="en-US" sz="1400">
                <a:solidFill>
                  <a:srgbClr val="C00000"/>
                </a:solidFill>
                <a:latin typeface="MS PGothic" panose="020B0600070205080204" pitchFamily="34" charset="-128"/>
                <a:ea typeface="MS PGothic" panose="020B0600070205080204" pitchFamily="34" charset="-128"/>
              </a:rPr>
              <a:t>量</a:t>
            </a:r>
            <a:endParaRPr kumimoji="1" lang="ja-JP" altLang="en-US" sz="1200">
              <a:solidFill>
                <a:srgbClr val="C00000"/>
              </a:solidFill>
              <a:latin typeface="MS PGothic" panose="020B0600070205080204" pitchFamily="34" charset="-128"/>
              <a:ea typeface="MS PGothic" panose="020B0600070205080204" pitchFamily="34" charset="-128"/>
            </a:endParaRPr>
          </a:p>
        </p:txBody>
      </p:sp>
      <p:sp>
        <p:nvSpPr>
          <p:cNvPr id="249" name="テキスト ボックス 248">
            <a:extLst>
              <a:ext uri="{FF2B5EF4-FFF2-40B4-BE49-F238E27FC236}">
                <a16:creationId xmlns:a16="http://schemas.microsoft.com/office/drawing/2014/main" id="{376465D0-CE03-C693-B751-A102F5BFB6CB}"/>
              </a:ext>
            </a:extLst>
          </p:cNvPr>
          <p:cNvSpPr txBox="1"/>
          <p:nvPr/>
        </p:nvSpPr>
        <p:spPr>
          <a:xfrm>
            <a:off x="5460551" y="2391770"/>
            <a:ext cx="795896"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放電量</a:t>
            </a:r>
          </a:p>
        </p:txBody>
      </p:sp>
      <p:sp>
        <p:nvSpPr>
          <p:cNvPr id="250" name="テキスト ボックス 249">
            <a:extLst>
              <a:ext uri="{FF2B5EF4-FFF2-40B4-BE49-F238E27FC236}">
                <a16:creationId xmlns:a16="http://schemas.microsoft.com/office/drawing/2014/main" id="{8A780767-281D-01BA-16A7-1FD85046D947}"/>
              </a:ext>
            </a:extLst>
          </p:cNvPr>
          <p:cNvSpPr txBox="1"/>
          <p:nvPr/>
        </p:nvSpPr>
        <p:spPr>
          <a:xfrm>
            <a:off x="4858003" y="3194216"/>
            <a:ext cx="866125"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売電</a:t>
            </a:r>
            <a:r>
              <a:rPr kumimoji="1" lang="ja-JP" altLang="en-US" sz="1400">
                <a:solidFill>
                  <a:srgbClr val="C00000"/>
                </a:solidFill>
                <a:latin typeface="MS PGothic" panose="020B0600070205080204" pitchFamily="34" charset="-128"/>
                <a:ea typeface="MS PGothic" panose="020B0600070205080204" pitchFamily="34" charset="-128"/>
              </a:rPr>
              <a:t>量</a:t>
            </a:r>
          </a:p>
        </p:txBody>
      </p:sp>
      <p:sp>
        <p:nvSpPr>
          <p:cNvPr id="251" name="テキスト ボックス 250">
            <a:extLst>
              <a:ext uri="{FF2B5EF4-FFF2-40B4-BE49-F238E27FC236}">
                <a16:creationId xmlns:a16="http://schemas.microsoft.com/office/drawing/2014/main" id="{0FFE7E01-884A-6D3A-06B1-3BF7D992EA0C}"/>
              </a:ext>
            </a:extLst>
          </p:cNvPr>
          <p:cNvSpPr txBox="1"/>
          <p:nvPr/>
        </p:nvSpPr>
        <p:spPr>
          <a:xfrm>
            <a:off x="3633867" y="3203709"/>
            <a:ext cx="866125"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買電量</a:t>
            </a:r>
          </a:p>
        </p:txBody>
      </p:sp>
      <p:sp>
        <p:nvSpPr>
          <p:cNvPr id="252" name="テキスト ボックス 251">
            <a:extLst>
              <a:ext uri="{FF2B5EF4-FFF2-40B4-BE49-F238E27FC236}">
                <a16:creationId xmlns:a16="http://schemas.microsoft.com/office/drawing/2014/main" id="{45173E21-0FC2-4CBF-B919-E8D709C4B8C4}"/>
              </a:ext>
            </a:extLst>
          </p:cNvPr>
          <p:cNvSpPr txBox="1"/>
          <p:nvPr/>
        </p:nvSpPr>
        <p:spPr>
          <a:xfrm>
            <a:off x="3782243" y="1133751"/>
            <a:ext cx="1418523" cy="738664"/>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買電単価</a:t>
            </a:r>
            <a:endParaRPr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売電単価</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最大買電力量</a:t>
            </a:r>
          </a:p>
        </p:txBody>
      </p:sp>
      <p:sp>
        <p:nvSpPr>
          <p:cNvPr id="255" name="テキスト ボックス 254">
            <a:extLst>
              <a:ext uri="{FF2B5EF4-FFF2-40B4-BE49-F238E27FC236}">
                <a16:creationId xmlns:a16="http://schemas.microsoft.com/office/drawing/2014/main" id="{1C9CB93D-37B4-3F71-BD72-9EF7FDE15024}"/>
              </a:ext>
            </a:extLst>
          </p:cNvPr>
          <p:cNvSpPr txBox="1"/>
          <p:nvPr/>
        </p:nvSpPr>
        <p:spPr>
          <a:xfrm>
            <a:off x="237076" y="2609735"/>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6" name="テキスト ボックス 255">
            <a:extLst>
              <a:ext uri="{FF2B5EF4-FFF2-40B4-BE49-F238E27FC236}">
                <a16:creationId xmlns:a16="http://schemas.microsoft.com/office/drawing/2014/main" id="{7AD99471-9B29-C04D-234D-918B0A9D8CD6}"/>
              </a:ext>
            </a:extLst>
          </p:cNvPr>
          <p:cNvSpPr txBox="1"/>
          <p:nvPr/>
        </p:nvSpPr>
        <p:spPr>
          <a:xfrm>
            <a:off x="968509" y="3573222"/>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7" name="テキスト ボックス 256">
            <a:extLst>
              <a:ext uri="{FF2B5EF4-FFF2-40B4-BE49-F238E27FC236}">
                <a16:creationId xmlns:a16="http://schemas.microsoft.com/office/drawing/2014/main" id="{76362F7B-30A0-44E5-C812-7D87045324E8}"/>
              </a:ext>
            </a:extLst>
          </p:cNvPr>
          <p:cNvSpPr txBox="1"/>
          <p:nvPr/>
        </p:nvSpPr>
        <p:spPr>
          <a:xfrm>
            <a:off x="1787222"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8" name="テキスト ボックス 257">
            <a:extLst>
              <a:ext uri="{FF2B5EF4-FFF2-40B4-BE49-F238E27FC236}">
                <a16:creationId xmlns:a16="http://schemas.microsoft.com/office/drawing/2014/main" id="{865C9BC1-7000-4BE4-A4E5-B3C53624C3B5}"/>
              </a:ext>
            </a:extLst>
          </p:cNvPr>
          <p:cNvSpPr txBox="1"/>
          <p:nvPr/>
        </p:nvSpPr>
        <p:spPr>
          <a:xfrm>
            <a:off x="4299155"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9" name="テキスト ボックス 258">
            <a:extLst>
              <a:ext uri="{FF2B5EF4-FFF2-40B4-BE49-F238E27FC236}">
                <a16:creationId xmlns:a16="http://schemas.microsoft.com/office/drawing/2014/main" id="{B5016149-B3E5-946D-8C9E-3C9DCE44710B}"/>
              </a:ext>
            </a:extLst>
          </p:cNvPr>
          <p:cNvSpPr txBox="1"/>
          <p:nvPr/>
        </p:nvSpPr>
        <p:spPr>
          <a:xfrm>
            <a:off x="7390009" y="4449741"/>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0" name="テキスト ボックス 259">
            <a:extLst>
              <a:ext uri="{FF2B5EF4-FFF2-40B4-BE49-F238E27FC236}">
                <a16:creationId xmlns:a16="http://schemas.microsoft.com/office/drawing/2014/main" id="{85C715D3-640D-034F-E8EB-D1099A13D7DA}"/>
              </a:ext>
            </a:extLst>
          </p:cNvPr>
          <p:cNvSpPr txBox="1"/>
          <p:nvPr/>
        </p:nvSpPr>
        <p:spPr>
          <a:xfrm>
            <a:off x="6868577" y="276934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1" name="テキスト ボックス 260">
            <a:extLst>
              <a:ext uri="{FF2B5EF4-FFF2-40B4-BE49-F238E27FC236}">
                <a16:creationId xmlns:a16="http://schemas.microsoft.com/office/drawing/2014/main" id="{A4AB953D-E1A8-79F1-F82E-C8F5956EA1AF}"/>
              </a:ext>
            </a:extLst>
          </p:cNvPr>
          <p:cNvSpPr txBox="1"/>
          <p:nvPr/>
        </p:nvSpPr>
        <p:spPr>
          <a:xfrm>
            <a:off x="6885953" y="3579834"/>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2" name="テキスト ボックス 261">
            <a:extLst>
              <a:ext uri="{FF2B5EF4-FFF2-40B4-BE49-F238E27FC236}">
                <a16:creationId xmlns:a16="http://schemas.microsoft.com/office/drawing/2014/main" id="{F2EF8C2B-06B0-93D3-F0CE-5D06EE65831B}"/>
              </a:ext>
            </a:extLst>
          </p:cNvPr>
          <p:cNvSpPr txBox="1"/>
          <p:nvPr/>
        </p:nvSpPr>
        <p:spPr>
          <a:xfrm>
            <a:off x="5546036" y="1056623"/>
            <a:ext cx="1542430" cy="738664"/>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最大容量</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0070C0"/>
                </a:solidFill>
                <a:latin typeface="MS PGothic" panose="020B0600070205080204" pitchFamily="34" charset="-128"/>
                <a:ea typeface="MS PGothic" panose="020B0600070205080204" pitchFamily="34" charset="-128"/>
              </a:rPr>
              <a:t>最大充放電量</a:t>
            </a:r>
            <a:endParaRPr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C00000"/>
                </a:solidFill>
                <a:latin typeface="MS PGothic" panose="020B0600070205080204" pitchFamily="34" charset="-128"/>
                <a:ea typeface="MS PGothic" panose="020B0600070205080204" pitchFamily="34" charset="-128"/>
              </a:rPr>
              <a:t>蓄電池の残量</a:t>
            </a:r>
            <a:endParaRPr kumimoji="1" lang="ja-JP" altLang="en-US" sz="1400">
              <a:solidFill>
                <a:srgbClr val="C00000"/>
              </a:solidFill>
              <a:latin typeface="MS PGothic" panose="020B0600070205080204" pitchFamily="34" charset="-128"/>
              <a:ea typeface="MS PGothic" panose="020B0600070205080204" pitchFamily="34" charset="-128"/>
            </a:endParaRPr>
          </a:p>
        </p:txBody>
      </p:sp>
      <p:sp>
        <p:nvSpPr>
          <p:cNvPr id="264" name="テキスト ボックス 263">
            <a:extLst>
              <a:ext uri="{FF2B5EF4-FFF2-40B4-BE49-F238E27FC236}">
                <a16:creationId xmlns:a16="http://schemas.microsoft.com/office/drawing/2014/main" id="{AEAFB855-16FA-881D-EC07-5BA5A390A08C}"/>
              </a:ext>
            </a:extLst>
          </p:cNvPr>
          <p:cNvSpPr txBox="1"/>
          <p:nvPr/>
        </p:nvSpPr>
        <p:spPr>
          <a:xfrm>
            <a:off x="7088466" y="1124744"/>
            <a:ext cx="1152593" cy="338554"/>
          </a:xfrm>
          <a:prstGeom prst="rect">
            <a:avLst/>
          </a:prstGeom>
          <a:noFill/>
        </p:spPr>
        <p:txBody>
          <a:bodyPr wrap="square">
            <a:spAutoFit/>
          </a:bodyPr>
          <a:lstStyle/>
          <a:p>
            <a:r>
              <a:rPr lang="ja-JP" altLang="en-US" sz="1600">
                <a:solidFill>
                  <a:srgbClr val="0070C0"/>
                </a:solidFill>
                <a:latin typeface="MS PGothic" panose="020B0600070205080204" pitchFamily="34" charset="-128"/>
                <a:ea typeface="MS PGothic" panose="020B0600070205080204" pitchFamily="34" charset="-128"/>
              </a:rPr>
              <a:t>青字</a:t>
            </a:r>
            <a:endParaRPr kumimoji="1" lang="en-US" altLang="ja-JP" sz="2400" dirty="0">
              <a:solidFill>
                <a:srgbClr val="0070C0"/>
              </a:solidFill>
              <a:latin typeface="MS PGothic" panose="020B0600070205080204" pitchFamily="34" charset="-128"/>
              <a:ea typeface="MS PGothic" panose="020B0600070205080204" pitchFamily="34" charset="-128"/>
            </a:endParaRPr>
          </a:p>
        </p:txBody>
      </p:sp>
      <p:sp>
        <p:nvSpPr>
          <p:cNvPr id="265" name="テキスト ボックス 264">
            <a:extLst>
              <a:ext uri="{FF2B5EF4-FFF2-40B4-BE49-F238E27FC236}">
                <a16:creationId xmlns:a16="http://schemas.microsoft.com/office/drawing/2014/main" id="{D53BB942-DB37-26BA-88ED-4D1CA92538D3}"/>
              </a:ext>
            </a:extLst>
          </p:cNvPr>
          <p:cNvSpPr txBox="1"/>
          <p:nvPr/>
        </p:nvSpPr>
        <p:spPr>
          <a:xfrm>
            <a:off x="7107539" y="1567718"/>
            <a:ext cx="1152593" cy="338554"/>
          </a:xfrm>
          <a:prstGeom prst="rect">
            <a:avLst/>
          </a:prstGeom>
          <a:noFill/>
        </p:spPr>
        <p:txBody>
          <a:bodyPr wrap="square">
            <a:spAutoFit/>
          </a:bodyPr>
          <a:lstStyle/>
          <a:p>
            <a:r>
              <a:rPr lang="ja-JP" altLang="en-US" sz="1600">
                <a:solidFill>
                  <a:srgbClr val="C00000"/>
                </a:solidFill>
                <a:latin typeface="MS PGothic" panose="020B0600070205080204" pitchFamily="34" charset="-128"/>
                <a:ea typeface="MS PGothic" panose="020B0600070205080204" pitchFamily="34" charset="-128"/>
              </a:rPr>
              <a:t>赤字</a:t>
            </a:r>
            <a:endParaRPr kumimoji="1" lang="en-US" altLang="ja-JP" sz="2400" dirty="0">
              <a:solidFill>
                <a:srgbClr val="C00000"/>
              </a:solidFill>
              <a:latin typeface="MS PGothic" panose="020B0600070205080204" pitchFamily="34" charset="-128"/>
              <a:ea typeface="MS PGothic" panose="020B0600070205080204" pitchFamily="34" charset="-128"/>
            </a:endParaRPr>
          </a:p>
        </p:txBody>
      </p:sp>
      <p:sp>
        <p:nvSpPr>
          <p:cNvPr id="2" name="正方形/長方形 1">
            <a:extLst>
              <a:ext uri="{FF2B5EF4-FFF2-40B4-BE49-F238E27FC236}">
                <a16:creationId xmlns:a16="http://schemas.microsoft.com/office/drawing/2014/main" id="{13123FE9-7C1A-36C9-61F4-021526138DA2}"/>
              </a:ext>
            </a:extLst>
          </p:cNvPr>
          <p:cNvSpPr/>
          <p:nvPr/>
        </p:nvSpPr>
        <p:spPr>
          <a:xfrm>
            <a:off x="5902191" y="2712325"/>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
        <p:nvSpPr>
          <p:cNvPr id="3" name="角丸四角形吹き出し 1">
            <a:extLst>
              <a:ext uri="{FF2B5EF4-FFF2-40B4-BE49-F238E27FC236}">
                <a16:creationId xmlns:a16="http://schemas.microsoft.com/office/drawing/2014/main" id="{223A5A25-2B90-BC03-AA2A-E4A300596359}"/>
              </a:ext>
            </a:extLst>
          </p:cNvPr>
          <p:cNvSpPr/>
          <p:nvPr/>
        </p:nvSpPr>
        <p:spPr bwMode="auto">
          <a:xfrm>
            <a:off x="6386638" y="2492896"/>
            <a:ext cx="2614785" cy="1205870"/>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11686" h="1753549">
                <a:moveTo>
                  <a:pt x="681179" y="866171"/>
                </a:moveTo>
                <a:cubicBezTo>
                  <a:pt x="681179" y="769755"/>
                  <a:pt x="759340" y="691594"/>
                  <a:pt x="855756" y="691594"/>
                </a:cubicBezTo>
                <a:lnTo>
                  <a:pt x="1467022" y="691594"/>
                </a:lnTo>
                <a:lnTo>
                  <a:pt x="1738290" y="691594"/>
                </a:lnTo>
                <a:lnTo>
                  <a:pt x="0" y="0"/>
                </a:lnTo>
                <a:lnTo>
                  <a:pt x="2141958" y="696081"/>
                </a:lnTo>
                <a:lnTo>
                  <a:pt x="4637109" y="691594"/>
                </a:lnTo>
                <a:cubicBezTo>
                  <a:pt x="4733525" y="691594"/>
                  <a:pt x="4811686" y="769755"/>
                  <a:pt x="4811686" y="866171"/>
                </a:cubicBezTo>
                <a:lnTo>
                  <a:pt x="4811686" y="1302601"/>
                </a:lnTo>
                <a:lnTo>
                  <a:pt x="4811686" y="1302601"/>
                </a:lnTo>
                <a:lnTo>
                  <a:pt x="4811686" y="1564462"/>
                </a:lnTo>
                <a:lnTo>
                  <a:pt x="4811686" y="1564458"/>
                </a:lnTo>
                <a:cubicBezTo>
                  <a:pt x="4811686" y="1660874"/>
                  <a:pt x="4733525" y="1739035"/>
                  <a:pt x="4637109" y="1739035"/>
                </a:cubicBezTo>
                <a:lnTo>
                  <a:pt x="4123268" y="1739035"/>
                </a:lnTo>
                <a:lnTo>
                  <a:pt x="3901431" y="1748073"/>
                </a:lnTo>
                <a:lnTo>
                  <a:pt x="3751041" y="1753549"/>
                </a:lnTo>
                <a:lnTo>
                  <a:pt x="855756" y="1739035"/>
                </a:lnTo>
                <a:cubicBezTo>
                  <a:pt x="759340" y="1739035"/>
                  <a:pt x="681179" y="1660874"/>
                  <a:pt x="681179" y="1564458"/>
                </a:cubicBezTo>
                <a:lnTo>
                  <a:pt x="681179" y="1564462"/>
                </a:lnTo>
                <a:lnTo>
                  <a:pt x="681179" y="1302601"/>
                </a:lnTo>
                <a:lnTo>
                  <a:pt x="681179" y="1302601"/>
                </a:lnTo>
                <a:lnTo>
                  <a:pt x="681179" y="866171"/>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　　・最大充放電量以下</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lang="ja-JP" altLang="en-US" sz="180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しか充放電できない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p:txBody>
      </p:sp>
      <p:sp>
        <p:nvSpPr>
          <p:cNvPr id="4" name="角丸四角形吹き出し 1">
            <a:extLst>
              <a:ext uri="{FF2B5EF4-FFF2-40B4-BE49-F238E27FC236}">
                <a16:creationId xmlns:a16="http://schemas.microsoft.com/office/drawing/2014/main" id="{CFFC9DE5-6928-055D-5D8E-4443CAD947A1}"/>
              </a:ext>
            </a:extLst>
          </p:cNvPr>
          <p:cNvSpPr/>
          <p:nvPr/>
        </p:nvSpPr>
        <p:spPr bwMode="auto">
          <a:xfrm>
            <a:off x="3562093" y="2218569"/>
            <a:ext cx="2799922" cy="1994093"/>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 name="connsiteX0" fmla="*/ 0 w 4130507"/>
              <a:gd name="connsiteY0" fmla="*/ 2010331 h 2897709"/>
              <a:gd name="connsiteX1" fmla="*/ 174577 w 4130507"/>
              <a:gd name="connsiteY1" fmla="*/ 1835754 h 2897709"/>
              <a:gd name="connsiteX2" fmla="*/ 785843 w 4130507"/>
              <a:gd name="connsiteY2" fmla="*/ 1835754 h 2897709"/>
              <a:gd name="connsiteX3" fmla="*/ 1057111 w 4130507"/>
              <a:gd name="connsiteY3" fmla="*/ 1835754 h 2897709"/>
              <a:gd name="connsiteX4" fmla="*/ 3447219 w 4130507"/>
              <a:gd name="connsiteY4" fmla="*/ 0 h 2897709"/>
              <a:gd name="connsiteX5" fmla="*/ 1460779 w 4130507"/>
              <a:gd name="connsiteY5" fmla="*/ 1840241 h 2897709"/>
              <a:gd name="connsiteX6" fmla="*/ 3955930 w 4130507"/>
              <a:gd name="connsiteY6" fmla="*/ 1835754 h 2897709"/>
              <a:gd name="connsiteX7" fmla="*/ 4130507 w 4130507"/>
              <a:gd name="connsiteY7" fmla="*/ 2010331 h 2897709"/>
              <a:gd name="connsiteX8" fmla="*/ 4130507 w 4130507"/>
              <a:gd name="connsiteY8" fmla="*/ 2446761 h 2897709"/>
              <a:gd name="connsiteX9" fmla="*/ 4130507 w 4130507"/>
              <a:gd name="connsiteY9" fmla="*/ 2446761 h 2897709"/>
              <a:gd name="connsiteX10" fmla="*/ 4130507 w 4130507"/>
              <a:gd name="connsiteY10" fmla="*/ 2708622 h 2897709"/>
              <a:gd name="connsiteX11" fmla="*/ 4130507 w 4130507"/>
              <a:gd name="connsiteY11" fmla="*/ 2708618 h 2897709"/>
              <a:gd name="connsiteX12" fmla="*/ 3955930 w 4130507"/>
              <a:gd name="connsiteY12" fmla="*/ 2883195 h 2897709"/>
              <a:gd name="connsiteX13" fmla="*/ 3442089 w 4130507"/>
              <a:gd name="connsiteY13" fmla="*/ 2883195 h 2897709"/>
              <a:gd name="connsiteX14" fmla="*/ 3220252 w 4130507"/>
              <a:gd name="connsiteY14" fmla="*/ 2892233 h 2897709"/>
              <a:gd name="connsiteX15" fmla="*/ 3069862 w 4130507"/>
              <a:gd name="connsiteY15" fmla="*/ 2897709 h 2897709"/>
              <a:gd name="connsiteX16" fmla="*/ 174577 w 4130507"/>
              <a:gd name="connsiteY16" fmla="*/ 2883195 h 2897709"/>
              <a:gd name="connsiteX17" fmla="*/ 0 w 4130507"/>
              <a:gd name="connsiteY17" fmla="*/ 2708618 h 2897709"/>
              <a:gd name="connsiteX18" fmla="*/ 0 w 4130507"/>
              <a:gd name="connsiteY18" fmla="*/ 2708622 h 2897709"/>
              <a:gd name="connsiteX19" fmla="*/ 0 w 4130507"/>
              <a:gd name="connsiteY19" fmla="*/ 2446761 h 2897709"/>
              <a:gd name="connsiteX20" fmla="*/ 0 w 4130507"/>
              <a:gd name="connsiteY20" fmla="*/ 2446761 h 2897709"/>
              <a:gd name="connsiteX21" fmla="*/ 0 w 4130507"/>
              <a:gd name="connsiteY21" fmla="*/ 2010331 h 2897709"/>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1460779 w 4130507"/>
              <a:gd name="connsiteY5" fmla="*/ 800010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2176447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51951 h 1839329"/>
              <a:gd name="connsiteX1" fmla="*/ 174577 w 4130507"/>
              <a:gd name="connsiteY1" fmla="*/ 777374 h 1839329"/>
              <a:gd name="connsiteX2" fmla="*/ 785843 w 4130507"/>
              <a:gd name="connsiteY2" fmla="*/ 777374 h 1839329"/>
              <a:gd name="connsiteX3" fmla="*/ 2176447 w 4130507"/>
              <a:gd name="connsiteY3" fmla="*/ 777374 h 1839329"/>
              <a:gd name="connsiteX4" fmla="*/ 3418518 w 4130507"/>
              <a:gd name="connsiteY4" fmla="*/ 0 h 1839329"/>
              <a:gd name="connsiteX5" fmla="*/ 2694918 w 4130507"/>
              <a:gd name="connsiteY5" fmla="*/ 790936 h 1839329"/>
              <a:gd name="connsiteX6" fmla="*/ 3955930 w 4130507"/>
              <a:gd name="connsiteY6" fmla="*/ 777374 h 1839329"/>
              <a:gd name="connsiteX7" fmla="*/ 4130507 w 4130507"/>
              <a:gd name="connsiteY7" fmla="*/ 951951 h 1839329"/>
              <a:gd name="connsiteX8" fmla="*/ 4130507 w 4130507"/>
              <a:gd name="connsiteY8" fmla="*/ 1388381 h 1839329"/>
              <a:gd name="connsiteX9" fmla="*/ 4130507 w 4130507"/>
              <a:gd name="connsiteY9" fmla="*/ 1388381 h 1839329"/>
              <a:gd name="connsiteX10" fmla="*/ 4130507 w 4130507"/>
              <a:gd name="connsiteY10" fmla="*/ 1650242 h 1839329"/>
              <a:gd name="connsiteX11" fmla="*/ 4130507 w 4130507"/>
              <a:gd name="connsiteY11" fmla="*/ 1650238 h 1839329"/>
              <a:gd name="connsiteX12" fmla="*/ 3955930 w 4130507"/>
              <a:gd name="connsiteY12" fmla="*/ 1824815 h 1839329"/>
              <a:gd name="connsiteX13" fmla="*/ 3442089 w 4130507"/>
              <a:gd name="connsiteY13" fmla="*/ 1824815 h 1839329"/>
              <a:gd name="connsiteX14" fmla="*/ 3220252 w 4130507"/>
              <a:gd name="connsiteY14" fmla="*/ 1833853 h 1839329"/>
              <a:gd name="connsiteX15" fmla="*/ 3069862 w 4130507"/>
              <a:gd name="connsiteY15" fmla="*/ 1839329 h 1839329"/>
              <a:gd name="connsiteX16" fmla="*/ 174577 w 4130507"/>
              <a:gd name="connsiteY16" fmla="*/ 1824815 h 1839329"/>
              <a:gd name="connsiteX17" fmla="*/ 0 w 4130507"/>
              <a:gd name="connsiteY17" fmla="*/ 1650238 h 1839329"/>
              <a:gd name="connsiteX18" fmla="*/ 0 w 4130507"/>
              <a:gd name="connsiteY18" fmla="*/ 1650242 h 1839329"/>
              <a:gd name="connsiteX19" fmla="*/ 0 w 4130507"/>
              <a:gd name="connsiteY19" fmla="*/ 1388381 h 1839329"/>
              <a:gd name="connsiteX20" fmla="*/ 0 w 4130507"/>
              <a:gd name="connsiteY20" fmla="*/ 1388381 h 1839329"/>
              <a:gd name="connsiteX21" fmla="*/ 0 w 4130507"/>
              <a:gd name="connsiteY21" fmla="*/ 951951 h 183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07" h="1839329">
                <a:moveTo>
                  <a:pt x="0" y="951951"/>
                </a:moveTo>
                <a:cubicBezTo>
                  <a:pt x="0" y="855535"/>
                  <a:pt x="78161" y="777374"/>
                  <a:pt x="174577" y="777374"/>
                </a:cubicBezTo>
                <a:lnTo>
                  <a:pt x="785843" y="777374"/>
                </a:lnTo>
                <a:lnTo>
                  <a:pt x="2176447" y="777374"/>
                </a:lnTo>
                <a:lnTo>
                  <a:pt x="3418518" y="0"/>
                </a:lnTo>
                <a:lnTo>
                  <a:pt x="2694918" y="790936"/>
                </a:lnTo>
                <a:lnTo>
                  <a:pt x="3955930" y="777374"/>
                </a:lnTo>
                <a:cubicBezTo>
                  <a:pt x="4052346" y="777374"/>
                  <a:pt x="4130507" y="855535"/>
                  <a:pt x="4130507" y="951951"/>
                </a:cubicBezTo>
                <a:lnTo>
                  <a:pt x="4130507" y="1388381"/>
                </a:lnTo>
                <a:lnTo>
                  <a:pt x="4130507" y="1388381"/>
                </a:lnTo>
                <a:lnTo>
                  <a:pt x="4130507" y="1650242"/>
                </a:lnTo>
                <a:lnTo>
                  <a:pt x="4130507" y="1650238"/>
                </a:lnTo>
                <a:cubicBezTo>
                  <a:pt x="4130507" y="1746654"/>
                  <a:pt x="4052346" y="1824815"/>
                  <a:pt x="3955930" y="1824815"/>
                </a:cubicBezTo>
                <a:lnTo>
                  <a:pt x="3442089" y="1824815"/>
                </a:lnTo>
                <a:lnTo>
                  <a:pt x="3220252" y="1833853"/>
                </a:lnTo>
                <a:lnTo>
                  <a:pt x="3069862" y="1839329"/>
                </a:lnTo>
                <a:lnTo>
                  <a:pt x="174577" y="1824815"/>
                </a:lnTo>
                <a:cubicBezTo>
                  <a:pt x="78161" y="1824815"/>
                  <a:pt x="0" y="1746654"/>
                  <a:pt x="0" y="1650238"/>
                </a:cubicBezTo>
                <a:lnTo>
                  <a:pt x="0" y="1650242"/>
                </a:lnTo>
                <a:lnTo>
                  <a:pt x="0" y="1388381"/>
                </a:lnTo>
                <a:lnTo>
                  <a:pt x="0" y="1388381"/>
                </a:lnTo>
                <a:lnTo>
                  <a:pt x="0" y="951951"/>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・充放電量に応じて蓄電池　　</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の残量が増減する</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・蓄電池の残量は</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lang="ja-JP" altLang="en-US" sz="180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最大容量を超えない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p:sp>
        <p:nvSpPr>
          <p:cNvPr id="6" name="角丸四角形吹き出し 1">
            <a:extLst>
              <a:ext uri="{FF2B5EF4-FFF2-40B4-BE49-F238E27FC236}">
                <a16:creationId xmlns:a16="http://schemas.microsoft.com/office/drawing/2014/main" id="{AB416F70-A122-E0F1-C036-4BD294DE9026}"/>
              </a:ext>
            </a:extLst>
          </p:cNvPr>
          <p:cNvSpPr/>
          <p:nvPr/>
        </p:nvSpPr>
        <p:spPr bwMode="auto">
          <a:xfrm flipH="1">
            <a:off x="72179" y="4172861"/>
            <a:ext cx="5267135" cy="1323612"/>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07" h="2430136">
                <a:moveTo>
                  <a:pt x="0" y="1542758"/>
                </a:moveTo>
                <a:cubicBezTo>
                  <a:pt x="0" y="1446342"/>
                  <a:pt x="78161" y="1368181"/>
                  <a:pt x="174577" y="1368181"/>
                </a:cubicBezTo>
                <a:lnTo>
                  <a:pt x="2409462" y="1368181"/>
                </a:lnTo>
                <a:lnTo>
                  <a:pt x="2781421" y="1368181"/>
                </a:lnTo>
                <a:lnTo>
                  <a:pt x="2909412" y="0"/>
                </a:lnTo>
                <a:lnTo>
                  <a:pt x="3147330" y="1386874"/>
                </a:lnTo>
                <a:lnTo>
                  <a:pt x="3955930" y="1368181"/>
                </a:lnTo>
                <a:cubicBezTo>
                  <a:pt x="4052346" y="1368181"/>
                  <a:pt x="4130507" y="1446342"/>
                  <a:pt x="4130507" y="1542758"/>
                </a:cubicBezTo>
                <a:lnTo>
                  <a:pt x="4130507" y="1979188"/>
                </a:lnTo>
                <a:lnTo>
                  <a:pt x="4130507" y="1979188"/>
                </a:lnTo>
                <a:lnTo>
                  <a:pt x="4130507" y="2241049"/>
                </a:lnTo>
                <a:lnTo>
                  <a:pt x="4130507" y="2241045"/>
                </a:lnTo>
                <a:cubicBezTo>
                  <a:pt x="4130507" y="2337461"/>
                  <a:pt x="4052346" y="2415622"/>
                  <a:pt x="3955930" y="2415622"/>
                </a:cubicBezTo>
                <a:lnTo>
                  <a:pt x="3442089" y="2415622"/>
                </a:lnTo>
                <a:lnTo>
                  <a:pt x="3220252" y="2424660"/>
                </a:lnTo>
                <a:lnTo>
                  <a:pt x="3069862" y="2430136"/>
                </a:lnTo>
                <a:lnTo>
                  <a:pt x="174577" y="2415622"/>
                </a:lnTo>
                <a:cubicBezTo>
                  <a:pt x="78161" y="2415622"/>
                  <a:pt x="0" y="2337461"/>
                  <a:pt x="0" y="2241045"/>
                </a:cubicBezTo>
                <a:lnTo>
                  <a:pt x="0" y="2241049"/>
                </a:lnTo>
                <a:lnTo>
                  <a:pt x="0" y="1979188"/>
                </a:lnTo>
                <a:lnTo>
                  <a:pt x="0" y="1979188"/>
                </a:lnTo>
                <a:lnTo>
                  <a:pt x="0" y="1542758"/>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・流入する電力と流出する電力の総和が等しい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p:sp>
        <p:nvSpPr>
          <p:cNvPr id="8" name="角丸四角形吹き出し 1">
            <a:extLst>
              <a:ext uri="{FF2B5EF4-FFF2-40B4-BE49-F238E27FC236}">
                <a16:creationId xmlns:a16="http://schemas.microsoft.com/office/drawing/2014/main" id="{61C50C61-6332-917E-0970-BAA500283ABC}"/>
              </a:ext>
            </a:extLst>
          </p:cNvPr>
          <p:cNvSpPr/>
          <p:nvPr/>
        </p:nvSpPr>
        <p:spPr bwMode="auto">
          <a:xfrm>
            <a:off x="179511" y="1046796"/>
            <a:ext cx="4625639" cy="1073284"/>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604363"/>
              <a:gd name="connsiteX1" fmla="*/ 174577 w 4130507"/>
              <a:gd name="connsiteY1" fmla="*/ 0 h 1604363"/>
              <a:gd name="connsiteX2" fmla="*/ 2409462 w 4130507"/>
              <a:gd name="connsiteY2" fmla="*/ 0 h 1604363"/>
              <a:gd name="connsiteX3" fmla="*/ 2409462 w 4130507"/>
              <a:gd name="connsiteY3" fmla="*/ 0 h 1604363"/>
              <a:gd name="connsiteX4" fmla="*/ 3442089 w 4130507"/>
              <a:gd name="connsiteY4" fmla="*/ 0 h 1604363"/>
              <a:gd name="connsiteX5" fmla="*/ 3955930 w 4130507"/>
              <a:gd name="connsiteY5" fmla="*/ 0 h 1604363"/>
              <a:gd name="connsiteX6" fmla="*/ 4130507 w 4130507"/>
              <a:gd name="connsiteY6" fmla="*/ 174577 h 1604363"/>
              <a:gd name="connsiteX7" fmla="*/ 4130507 w 4130507"/>
              <a:gd name="connsiteY7" fmla="*/ 611007 h 1604363"/>
              <a:gd name="connsiteX8" fmla="*/ 4130507 w 4130507"/>
              <a:gd name="connsiteY8" fmla="*/ 611007 h 1604363"/>
              <a:gd name="connsiteX9" fmla="*/ 4130507 w 4130507"/>
              <a:gd name="connsiteY9" fmla="*/ 872868 h 1604363"/>
              <a:gd name="connsiteX10" fmla="*/ 4130507 w 4130507"/>
              <a:gd name="connsiteY10" fmla="*/ 872864 h 1604363"/>
              <a:gd name="connsiteX11" fmla="*/ 3955930 w 4130507"/>
              <a:gd name="connsiteY11" fmla="*/ 1047441 h 1604363"/>
              <a:gd name="connsiteX12" fmla="*/ 3442089 w 4130507"/>
              <a:gd name="connsiteY12" fmla="*/ 1047441 h 1604363"/>
              <a:gd name="connsiteX13" fmla="*/ 3648135 w 4130507"/>
              <a:gd name="connsiteY13" fmla="*/ 1604363 h 1604363"/>
              <a:gd name="connsiteX14" fmla="*/ 3069862 w 4130507"/>
              <a:gd name="connsiteY14" fmla="*/ 1061955 h 1604363"/>
              <a:gd name="connsiteX15" fmla="*/ 174577 w 4130507"/>
              <a:gd name="connsiteY15" fmla="*/ 1047441 h 1604363"/>
              <a:gd name="connsiteX16" fmla="*/ 0 w 4130507"/>
              <a:gd name="connsiteY16" fmla="*/ 872864 h 1604363"/>
              <a:gd name="connsiteX17" fmla="*/ 0 w 4130507"/>
              <a:gd name="connsiteY17" fmla="*/ 872868 h 1604363"/>
              <a:gd name="connsiteX18" fmla="*/ 0 w 4130507"/>
              <a:gd name="connsiteY18" fmla="*/ 611007 h 1604363"/>
              <a:gd name="connsiteX19" fmla="*/ 0 w 4130507"/>
              <a:gd name="connsiteY19" fmla="*/ 611007 h 1604363"/>
              <a:gd name="connsiteX20" fmla="*/ 0 w 4130507"/>
              <a:gd name="connsiteY20" fmla="*/ 174577 h 1604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30507" h="1604363">
                <a:moveTo>
                  <a:pt x="0" y="174577"/>
                </a:moveTo>
                <a:cubicBezTo>
                  <a:pt x="0" y="78161"/>
                  <a:pt x="78161" y="0"/>
                  <a:pt x="174577" y="0"/>
                </a:cubicBezTo>
                <a:lnTo>
                  <a:pt x="2409462" y="0"/>
                </a:lnTo>
                <a:lnTo>
                  <a:pt x="2409462" y="0"/>
                </a:lnTo>
                <a:lnTo>
                  <a:pt x="3442089" y="0"/>
                </a:lnTo>
                <a:lnTo>
                  <a:pt x="3955930" y="0"/>
                </a:lnTo>
                <a:cubicBezTo>
                  <a:pt x="4052346" y="0"/>
                  <a:pt x="4130507" y="78161"/>
                  <a:pt x="4130507" y="174577"/>
                </a:cubicBezTo>
                <a:lnTo>
                  <a:pt x="4130507" y="611007"/>
                </a:lnTo>
                <a:lnTo>
                  <a:pt x="4130507" y="611007"/>
                </a:lnTo>
                <a:lnTo>
                  <a:pt x="4130507" y="872868"/>
                </a:lnTo>
                <a:lnTo>
                  <a:pt x="4130507" y="872864"/>
                </a:lnTo>
                <a:cubicBezTo>
                  <a:pt x="4130507" y="969280"/>
                  <a:pt x="4052346" y="1047441"/>
                  <a:pt x="3955930" y="1047441"/>
                </a:cubicBezTo>
                <a:lnTo>
                  <a:pt x="3442089" y="1047441"/>
                </a:lnTo>
                <a:lnTo>
                  <a:pt x="3648135" y="1604363"/>
                </a:lnTo>
                <a:lnTo>
                  <a:pt x="3069862" y="1061955"/>
                </a:lnTo>
                <a:lnTo>
                  <a:pt x="174577" y="1047441"/>
                </a:lnTo>
                <a:cubicBezTo>
                  <a:pt x="78161" y="1047441"/>
                  <a:pt x="0" y="969280"/>
                  <a:pt x="0" y="872864"/>
                </a:cubicBezTo>
                <a:lnTo>
                  <a:pt x="0" y="872868"/>
                </a:lnTo>
                <a:lnTo>
                  <a:pt x="0" y="611007"/>
                </a:lnTo>
                <a:lnTo>
                  <a:pt x="0" y="611007"/>
                </a:lnTo>
                <a:lnTo>
                  <a:pt x="0" y="174577"/>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effectLst/>
                <a:latin typeface="Arial" charset="0"/>
                <a:ea typeface="ＭＳ Ｐゴシック" pitchFamily="50" charset="-128"/>
              </a:rPr>
              <a:t>・</a:t>
            </a:r>
            <a:r>
              <a:rPr lang="ja-JP" altLang="en-US" sz="1800" b="1">
                <a:ea typeface="ＭＳ Ｐゴシック" pitchFamily="50" charset="-128"/>
              </a:rPr>
              <a:t>費用</a:t>
            </a:r>
            <a:r>
              <a:rPr kumimoji="1" lang="ja-JP" altLang="en-US" sz="1800" b="1" i="0" u="none" strike="noStrike" cap="none" normalizeH="0" baseline="0">
                <a:ln>
                  <a:noFill/>
                </a:ln>
                <a:effectLst/>
                <a:latin typeface="Arial" charset="0"/>
                <a:ea typeface="ＭＳ Ｐゴシック" pitchFamily="50" charset="-128"/>
              </a:rPr>
              <a:t>をなるべく小さくする</a:t>
            </a:r>
            <a:endParaRPr kumimoji="1" lang="en-US" altLang="ja-JP" sz="1800" b="1" i="0" u="none" strike="noStrike" cap="none" normalizeH="0" baseline="0" dirty="0">
              <a:ln>
                <a:noFill/>
              </a:ln>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a:t>
            </a:r>
            <a:r>
              <a:rPr kumimoji="1" lang="en-US" altLang="ja-JP" sz="1800" b="0" i="0" strike="noStrike" cap="none" normalizeH="0" baseline="0" dirty="0">
                <a:ln>
                  <a:noFill/>
                </a:ln>
                <a:solidFill>
                  <a:schemeClr val="tx1"/>
                </a:solidFill>
                <a:effectLst/>
                <a:latin typeface="Arial" charset="0"/>
                <a:ea typeface="ＭＳ Ｐゴシック" pitchFamily="50" charset="-128"/>
              </a:rPr>
              <a:t>30</a:t>
            </a:r>
            <a:r>
              <a:rPr kumimoji="1" lang="ja-JP" altLang="en-US" sz="1800" b="0" i="0" strike="noStrike" cap="none" normalizeH="0" baseline="0">
                <a:ln>
                  <a:noFill/>
                </a:ln>
                <a:solidFill>
                  <a:schemeClr val="tx1"/>
                </a:solidFill>
                <a:effectLst/>
                <a:latin typeface="Arial" charset="0"/>
                <a:ea typeface="ＭＳ Ｐゴシック" pitchFamily="50" charset="-128"/>
              </a:rPr>
              <a:t>分間の平均買</a:t>
            </a:r>
            <a:r>
              <a:rPr lang="ja-JP" altLang="en-US" sz="1800">
                <a:ea typeface="ＭＳ Ｐゴシック" pitchFamily="50" charset="-128"/>
              </a:rPr>
              <a:t>電力量を一定値以下にする</a:t>
            </a:r>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p:txBody>
      </p:sp>
    </p:spTree>
    <p:extLst>
      <p:ext uri="{BB962C8B-B14F-4D97-AF65-F5344CB8AC3E}">
        <p14:creationId xmlns:p14="http://schemas.microsoft.com/office/powerpoint/2010/main" val="10207910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6" name="直線コネクタ 65">
            <a:extLst>
              <a:ext uri="{FF2B5EF4-FFF2-40B4-BE49-F238E27FC236}">
                <a16:creationId xmlns:a16="http://schemas.microsoft.com/office/drawing/2014/main" id="{BEC3FB62-CBF8-2E80-5000-8C5B5F9DDE19}"/>
              </a:ext>
            </a:extLst>
          </p:cNvPr>
          <p:cNvCxnSpPr>
            <a:cxnSpLocks/>
          </p:cNvCxnSpPr>
          <p:nvPr/>
        </p:nvCxnSpPr>
        <p:spPr>
          <a:xfrm>
            <a:off x="1691680" y="2072943"/>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67" name="正方形/長方形 66">
            <a:extLst>
              <a:ext uri="{FF2B5EF4-FFF2-40B4-BE49-F238E27FC236}">
                <a16:creationId xmlns:a16="http://schemas.microsoft.com/office/drawing/2014/main" id="{FD0ACD92-F435-89AF-7C4B-76269E55E168}"/>
              </a:ext>
            </a:extLst>
          </p:cNvPr>
          <p:cNvSpPr/>
          <p:nvPr/>
        </p:nvSpPr>
        <p:spPr>
          <a:xfrm>
            <a:off x="1136828" y="1573158"/>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68" name="正方形/長方形 67">
            <a:extLst>
              <a:ext uri="{FF2B5EF4-FFF2-40B4-BE49-F238E27FC236}">
                <a16:creationId xmlns:a16="http://schemas.microsoft.com/office/drawing/2014/main" id="{F51C4498-A04A-CA34-0D74-C1F6779637FC}"/>
              </a:ext>
            </a:extLst>
          </p:cNvPr>
          <p:cNvSpPr/>
          <p:nvPr/>
        </p:nvSpPr>
        <p:spPr>
          <a:xfrm>
            <a:off x="1187624" y="2567775"/>
            <a:ext cx="947547"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grpSp>
        <p:nvGrpSpPr>
          <p:cNvPr id="72" name="グループ化 71">
            <a:extLst>
              <a:ext uri="{FF2B5EF4-FFF2-40B4-BE49-F238E27FC236}">
                <a16:creationId xmlns:a16="http://schemas.microsoft.com/office/drawing/2014/main" id="{7D095D0A-727C-55C9-F43F-F6D1DDD5E63D}"/>
              </a:ext>
            </a:extLst>
          </p:cNvPr>
          <p:cNvGrpSpPr/>
          <p:nvPr/>
        </p:nvGrpSpPr>
        <p:grpSpPr>
          <a:xfrm>
            <a:off x="1664925" y="2951069"/>
            <a:ext cx="1306767" cy="259714"/>
            <a:chOff x="2220383" y="2089166"/>
            <a:chExt cx="1169198" cy="318368"/>
          </a:xfrm>
        </p:grpSpPr>
        <p:cxnSp>
          <p:nvCxnSpPr>
            <p:cNvPr id="73" name="直線コネクタ 72">
              <a:extLst>
                <a:ext uri="{FF2B5EF4-FFF2-40B4-BE49-F238E27FC236}">
                  <a16:creationId xmlns:a16="http://schemas.microsoft.com/office/drawing/2014/main" id="{8EB8510A-5A11-2D87-1B4E-B9BAF064C8FC}"/>
                </a:ext>
              </a:extLst>
            </p:cNvPr>
            <p:cNvCxnSpPr>
              <a:cxnSpLocks/>
            </p:cNvCxnSpPr>
            <p:nvPr/>
          </p:nvCxnSpPr>
          <p:spPr>
            <a:xfrm>
              <a:off x="2223877"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7A1CD3CF-ABD4-6B90-9538-B67F91F2D43D}"/>
                </a:ext>
              </a:extLst>
            </p:cNvPr>
            <p:cNvCxnSpPr>
              <a:cxnSpLocks/>
            </p:cNvCxnSpPr>
            <p:nvPr/>
          </p:nvCxnSpPr>
          <p:spPr>
            <a:xfrm>
              <a:off x="3389581"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F418735D-3CCA-4BBC-AAE1-B72AFF2D4096}"/>
                </a:ext>
              </a:extLst>
            </p:cNvPr>
            <p:cNvCxnSpPr>
              <a:cxnSpLocks/>
            </p:cNvCxnSpPr>
            <p:nvPr/>
          </p:nvCxnSpPr>
          <p:spPr>
            <a:xfrm flipH="1">
              <a:off x="2220383" y="2404742"/>
              <a:ext cx="1169198"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76" name="直線コネクタ 75">
            <a:extLst>
              <a:ext uri="{FF2B5EF4-FFF2-40B4-BE49-F238E27FC236}">
                <a16:creationId xmlns:a16="http://schemas.microsoft.com/office/drawing/2014/main" id="{6C2FE158-05FB-CF0C-686D-5A2CF42E967A}"/>
              </a:ext>
            </a:extLst>
          </p:cNvPr>
          <p:cNvCxnSpPr>
            <a:cxnSpLocks/>
          </p:cNvCxnSpPr>
          <p:nvPr/>
        </p:nvCxnSpPr>
        <p:spPr>
          <a:xfrm>
            <a:off x="2385006" y="320850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線コネクタ 77">
            <a:extLst>
              <a:ext uri="{FF2B5EF4-FFF2-40B4-BE49-F238E27FC236}">
                <a16:creationId xmlns:a16="http://schemas.microsoft.com/office/drawing/2014/main" id="{5043E2EF-5269-45FA-96B8-ECBA1A83287E}"/>
              </a:ext>
            </a:extLst>
          </p:cNvPr>
          <p:cNvCxnSpPr>
            <a:cxnSpLocks/>
          </p:cNvCxnSpPr>
          <p:nvPr/>
        </p:nvCxnSpPr>
        <p:spPr>
          <a:xfrm>
            <a:off x="2375559" y="388158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9" name="直線コネクタ 78">
            <a:extLst>
              <a:ext uri="{FF2B5EF4-FFF2-40B4-BE49-F238E27FC236}">
                <a16:creationId xmlns:a16="http://schemas.microsoft.com/office/drawing/2014/main" id="{2AE2F689-ED7D-DE35-9424-318DB5DE46BE}"/>
              </a:ext>
            </a:extLst>
          </p:cNvPr>
          <p:cNvCxnSpPr>
            <a:cxnSpLocks/>
          </p:cNvCxnSpPr>
          <p:nvPr/>
        </p:nvCxnSpPr>
        <p:spPr>
          <a:xfrm>
            <a:off x="541585" y="4175818"/>
            <a:ext cx="8350895" cy="9811"/>
          </a:xfrm>
          <a:prstGeom prst="line">
            <a:avLst/>
          </a:prstGeom>
          <a:ln w="19050"/>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42D6600E-F528-9D04-10E6-DAF9AAF1B1D0}"/>
              </a:ext>
            </a:extLst>
          </p:cNvPr>
          <p:cNvCxnSpPr>
            <a:cxnSpLocks/>
          </p:cNvCxnSpPr>
          <p:nvPr/>
        </p:nvCxnSpPr>
        <p:spPr>
          <a:xfrm>
            <a:off x="1346500" y="4817859"/>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A5A52A27-1359-B609-BA20-A4ACEA76C4EC}"/>
              </a:ext>
            </a:extLst>
          </p:cNvPr>
          <p:cNvCxnSpPr>
            <a:cxnSpLocks/>
          </p:cNvCxnSpPr>
          <p:nvPr/>
        </p:nvCxnSpPr>
        <p:spPr>
          <a:xfrm>
            <a:off x="1298858" y="4168086"/>
            <a:ext cx="0" cy="286502"/>
          </a:xfrm>
          <a:prstGeom prst="line">
            <a:avLst/>
          </a:prstGeom>
          <a:ln w="19050"/>
        </p:spPr>
        <p:style>
          <a:lnRef idx="1">
            <a:schemeClr val="dk1"/>
          </a:lnRef>
          <a:fillRef idx="0">
            <a:schemeClr val="dk1"/>
          </a:fillRef>
          <a:effectRef idx="0">
            <a:schemeClr val="dk1"/>
          </a:effectRef>
          <a:fontRef idx="minor">
            <a:schemeClr val="tx1"/>
          </a:fontRef>
        </p:style>
      </p:cxnSp>
      <p:cxnSp>
        <p:nvCxnSpPr>
          <p:cNvPr id="82" name="直線コネクタ 81">
            <a:extLst>
              <a:ext uri="{FF2B5EF4-FFF2-40B4-BE49-F238E27FC236}">
                <a16:creationId xmlns:a16="http://schemas.microsoft.com/office/drawing/2014/main" id="{4194A7AF-3CAB-A319-4399-E51B513C0872}"/>
              </a:ext>
            </a:extLst>
          </p:cNvPr>
          <p:cNvCxnSpPr>
            <a:cxnSpLocks/>
          </p:cNvCxnSpPr>
          <p:nvPr/>
        </p:nvCxnSpPr>
        <p:spPr>
          <a:xfrm flipH="1">
            <a:off x="541585" y="5108169"/>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3" name="直線コネクタ 82">
            <a:extLst>
              <a:ext uri="{FF2B5EF4-FFF2-40B4-BE49-F238E27FC236}">
                <a16:creationId xmlns:a16="http://schemas.microsoft.com/office/drawing/2014/main" id="{43A29E58-395E-A226-2742-20D0767CCFCB}"/>
              </a:ext>
            </a:extLst>
          </p:cNvPr>
          <p:cNvCxnSpPr>
            <a:cxnSpLocks/>
          </p:cNvCxnSpPr>
          <p:nvPr/>
        </p:nvCxnSpPr>
        <p:spPr>
          <a:xfrm flipH="1">
            <a:off x="541585" y="5109546"/>
            <a:ext cx="1058" cy="352366"/>
          </a:xfrm>
          <a:prstGeom prst="line">
            <a:avLst/>
          </a:prstGeom>
          <a:ln w="19050"/>
        </p:spPr>
        <p:style>
          <a:lnRef idx="1">
            <a:schemeClr val="dk1"/>
          </a:lnRef>
          <a:fillRef idx="0">
            <a:schemeClr val="dk1"/>
          </a:fillRef>
          <a:effectRef idx="0">
            <a:schemeClr val="dk1"/>
          </a:effectRef>
          <a:fontRef idx="minor">
            <a:schemeClr val="tx1"/>
          </a:fontRef>
        </p:style>
      </p:cxnSp>
      <p:sp>
        <p:nvSpPr>
          <p:cNvPr id="85" name="正方形/長方形 84">
            <a:extLst>
              <a:ext uri="{FF2B5EF4-FFF2-40B4-BE49-F238E27FC236}">
                <a16:creationId xmlns:a16="http://schemas.microsoft.com/office/drawing/2014/main" id="{A49ED2F6-E0F9-6243-D157-384935A16E40}"/>
              </a:ext>
            </a:extLst>
          </p:cNvPr>
          <p:cNvSpPr/>
          <p:nvPr/>
        </p:nvSpPr>
        <p:spPr>
          <a:xfrm>
            <a:off x="184637" y="5391092"/>
            <a:ext cx="718046"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86" name="直線コネクタ 85">
            <a:extLst>
              <a:ext uri="{FF2B5EF4-FFF2-40B4-BE49-F238E27FC236}">
                <a16:creationId xmlns:a16="http://schemas.microsoft.com/office/drawing/2014/main" id="{A453F381-419F-DF68-2186-E3C82E6637E8}"/>
              </a:ext>
            </a:extLst>
          </p:cNvPr>
          <p:cNvCxnSpPr>
            <a:cxnSpLocks/>
          </p:cNvCxnSpPr>
          <p:nvPr/>
        </p:nvCxnSpPr>
        <p:spPr>
          <a:xfrm>
            <a:off x="1346500" y="5108169"/>
            <a:ext cx="3417" cy="395019"/>
          </a:xfrm>
          <a:prstGeom prst="line">
            <a:avLst/>
          </a:prstGeom>
          <a:ln w="19050"/>
        </p:spPr>
        <p:style>
          <a:lnRef idx="1">
            <a:schemeClr val="dk1"/>
          </a:lnRef>
          <a:fillRef idx="0">
            <a:schemeClr val="dk1"/>
          </a:fillRef>
          <a:effectRef idx="0">
            <a:schemeClr val="dk1"/>
          </a:effectRef>
          <a:fontRef idx="minor">
            <a:schemeClr val="tx1"/>
          </a:fontRef>
        </p:style>
      </p:cxnSp>
      <p:sp>
        <p:nvSpPr>
          <p:cNvPr id="87" name="正方形/長方形 86">
            <a:extLst>
              <a:ext uri="{FF2B5EF4-FFF2-40B4-BE49-F238E27FC236}">
                <a16:creationId xmlns:a16="http://schemas.microsoft.com/office/drawing/2014/main" id="{B8487E0B-1192-24F0-7BF5-FEDD2ACC5526}"/>
              </a:ext>
            </a:extLst>
          </p:cNvPr>
          <p:cNvSpPr/>
          <p:nvPr/>
        </p:nvSpPr>
        <p:spPr>
          <a:xfrm>
            <a:off x="974691" y="5402833"/>
            <a:ext cx="718047" cy="530529"/>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89" name="直線コネクタ 88">
            <a:extLst>
              <a:ext uri="{FF2B5EF4-FFF2-40B4-BE49-F238E27FC236}">
                <a16:creationId xmlns:a16="http://schemas.microsoft.com/office/drawing/2014/main" id="{F2B68B65-8EF5-48AF-1F25-C337547E1F20}"/>
              </a:ext>
            </a:extLst>
          </p:cNvPr>
          <p:cNvCxnSpPr>
            <a:cxnSpLocks/>
          </p:cNvCxnSpPr>
          <p:nvPr/>
        </p:nvCxnSpPr>
        <p:spPr>
          <a:xfrm>
            <a:off x="2126819" y="5108169"/>
            <a:ext cx="0" cy="281735"/>
          </a:xfrm>
          <a:prstGeom prst="line">
            <a:avLst/>
          </a:prstGeom>
          <a:ln w="19050"/>
        </p:spPr>
        <p:style>
          <a:lnRef idx="1">
            <a:schemeClr val="dk1"/>
          </a:lnRef>
          <a:fillRef idx="0">
            <a:schemeClr val="dk1"/>
          </a:fillRef>
          <a:effectRef idx="0">
            <a:schemeClr val="dk1"/>
          </a:effectRef>
          <a:fontRef idx="minor">
            <a:schemeClr val="tx1"/>
          </a:fontRef>
        </p:style>
      </p:cxnSp>
      <p:sp>
        <p:nvSpPr>
          <p:cNvPr id="90" name="円/楕円 89">
            <a:extLst>
              <a:ext uri="{FF2B5EF4-FFF2-40B4-BE49-F238E27FC236}">
                <a16:creationId xmlns:a16="http://schemas.microsoft.com/office/drawing/2014/main" id="{A3C453C7-C935-E395-1445-BA224ED5E06C}"/>
              </a:ext>
            </a:extLst>
          </p:cNvPr>
          <p:cNvSpPr/>
          <p:nvPr/>
        </p:nvSpPr>
        <p:spPr>
          <a:xfrm>
            <a:off x="2331006" y="3155270"/>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1" name="円/楕円 90">
            <a:extLst>
              <a:ext uri="{FF2B5EF4-FFF2-40B4-BE49-F238E27FC236}">
                <a16:creationId xmlns:a16="http://schemas.microsoft.com/office/drawing/2014/main" id="{13CEFEF4-C197-3F41-EF89-73505F2A3AA6}"/>
              </a:ext>
            </a:extLst>
          </p:cNvPr>
          <p:cNvSpPr/>
          <p:nvPr/>
        </p:nvSpPr>
        <p:spPr>
          <a:xfrm>
            <a:off x="1290162" y="5058522"/>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2" name="円/楕円 91">
            <a:extLst>
              <a:ext uri="{FF2B5EF4-FFF2-40B4-BE49-F238E27FC236}">
                <a16:creationId xmlns:a16="http://schemas.microsoft.com/office/drawing/2014/main" id="{3D378F74-F7E5-B8D3-1341-756ACC644A4A}"/>
              </a:ext>
            </a:extLst>
          </p:cNvPr>
          <p:cNvSpPr/>
          <p:nvPr/>
        </p:nvSpPr>
        <p:spPr>
          <a:xfrm>
            <a:off x="1242520" y="4105924"/>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05" name="直線コネクタ 104">
            <a:extLst>
              <a:ext uri="{FF2B5EF4-FFF2-40B4-BE49-F238E27FC236}">
                <a16:creationId xmlns:a16="http://schemas.microsoft.com/office/drawing/2014/main" id="{9EE882AB-7763-68E5-15AF-D3A1E55F4C88}"/>
              </a:ext>
            </a:extLst>
          </p:cNvPr>
          <p:cNvCxnSpPr>
            <a:cxnSpLocks/>
          </p:cNvCxnSpPr>
          <p:nvPr/>
        </p:nvCxnSpPr>
        <p:spPr>
          <a:xfrm flipH="1">
            <a:off x="4688909" y="2678500"/>
            <a:ext cx="2338" cy="1480286"/>
          </a:xfrm>
          <a:prstGeom prst="line">
            <a:avLst/>
          </a:prstGeom>
          <a:ln w="19050"/>
        </p:spPr>
        <p:style>
          <a:lnRef idx="1">
            <a:schemeClr val="dk1"/>
          </a:lnRef>
          <a:fillRef idx="0">
            <a:schemeClr val="dk1"/>
          </a:fillRef>
          <a:effectRef idx="0">
            <a:schemeClr val="dk1"/>
          </a:effectRef>
          <a:fontRef idx="minor">
            <a:schemeClr val="tx1"/>
          </a:fontRef>
        </p:style>
      </p:cxnSp>
      <p:sp>
        <p:nvSpPr>
          <p:cNvPr id="106" name="正方形/長方形 105">
            <a:extLst>
              <a:ext uri="{FF2B5EF4-FFF2-40B4-BE49-F238E27FC236}">
                <a16:creationId xmlns:a16="http://schemas.microsoft.com/office/drawing/2014/main" id="{2E4AD433-00D5-CC1A-0DFF-01E8279D13F1}"/>
              </a:ext>
            </a:extLst>
          </p:cNvPr>
          <p:cNvSpPr/>
          <p:nvPr/>
        </p:nvSpPr>
        <p:spPr>
          <a:xfrm>
            <a:off x="4067944" y="1858181"/>
            <a:ext cx="1215021" cy="842463"/>
          </a:xfrm>
          <a:prstGeom prst="rect">
            <a:avLst/>
          </a:prstGeom>
          <a:solidFill>
            <a:srgbClr val="C0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商用電力</a:t>
            </a:r>
            <a:endParaRPr lang="en-US" altLang="ja-JP" sz="2000" dirty="0">
              <a:solidFill>
                <a:schemeClr val="tx1"/>
              </a:solidFill>
              <a:latin typeface="+mn-ea"/>
            </a:endParaRPr>
          </a:p>
          <a:p>
            <a:r>
              <a:rPr lang="ja-JP" altLang="en-US" sz="2000">
                <a:solidFill>
                  <a:schemeClr val="tx1"/>
                </a:solidFill>
                <a:latin typeface="+mn-ea"/>
              </a:rPr>
              <a:t>系統</a:t>
            </a:r>
            <a:endParaRPr kumimoji="1" lang="ja-JP" altLang="en-US" sz="2400">
              <a:solidFill>
                <a:schemeClr val="tx1"/>
              </a:solidFill>
              <a:latin typeface="+mn-ea"/>
            </a:endParaRPr>
          </a:p>
        </p:txBody>
      </p:sp>
      <p:cxnSp>
        <p:nvCxnSpPr>
          <p:cNvPr id="109" name="直線コネクタ 108">
            <a:extLst>
              <a:ext uri="{FF2B5EF4-FFF2-40B4-BE49-F238E27FC236}">
                <a16:creationId xmlns:a16="http://schemas.microsoft.com/office/drawing/2014/main" id="{5AB06B72-B855-AEAE-FEB9-B3FEDA440C9C}"/>
              </a:ext>
            </a:extLst>
          </p:cNvPr>
          <p:cNvCxnSpPr>
            <a:cxnSpLocks/>
          </p:cNvCxnSpPr>
          <p:nvPr/>
        </p:nvCxnSpPr>
        <p:spPr>
          <a:xfrm>
            <a:off x="6374480" y="3877776"/>
            <a:ext cx="0" cy="290310"/>
          </a:xfrm>
          <a:prstGeom prst="line">
            <a:avLst/>
          </a:prstGeom>
          <a:ln w="19050"/>
        </p:spPr>
        <p:style>
          <a:lnRef idx="1">
            <a:schemeClr val="dk1"/>
          </a:lnRef>
          <a:fillRef idx="0">
            <a:schemeClr val="dk1"/>
          </a:fillRef>
          <a:effectRef idx="0">
            <a:schemeClr val="dk1"/>
          </a:effectRef>
          <a:fontRef idx="minor">
            <a:schemeClr val="tx1"/>
          </a:fontRef>
        </p:style>
      </p:cxnSp>
      <p:sp>
        <p:nvSpPr>
          <p:cNvPr id="110" name="円/楕円 109">
            <a:extLst>
              <a:ext uri="{FF2B5EF4-FFF2-40B4-BE49-F238E27FC236}">
                <a16:creationId xmlns:a16="http://schemas.microsoft.com/office/drawing/2014/main" id="{84834D31-632A-16CD-830D-4C4FCF548189}"/>
              </a:ext>
            </a:extLst>
          </p:cNvPr>
          <p:cNvSpPr/>
          <p:nvPr/>
        </p:nvSpPr>
        <p:spPr>
          <a:xfrm>
            <a:off x="6320480" y="41140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1" name="直線コネクタ 110">
            <a:extLst>
              <a:ext uri="{FF2B5EF4-FFF2-40B4-BE49-F238E27FC236}">
                <a16:creationId xmlns:a16="http://schemas.microsoft.com/office/drawing/2014/main" id="{36606DA0-B8C6-C577-B873-7FC95FFE60D6}"/>
              </a:ext>
            </a:extLst>
          </p:cNvPr>
          <p:cNvCxnSpPr>
            <a:cxnSpLocks/>
          </p:cNvCxnSpPr>
          <p:nvPr/>
        </p:nvCxnSpPr>
        <p:spPr>
          <a:xfrm>
            <a:off x="6377841" y="3100505"/>
            <a:ext cx="0" cy="398310"/>
          </a:xfrm>
          <a:prstGeom prst="line">
            <a:avLst/>
          </a:prstGeom>
          <a:ln w="19050"/>
        </p:spPr>
        <p:style>
          <a:lnRef idx="1">
            <a:schemeClr val="dk1"/>
          </a:lnRef>
          <a:fillRef idx="0">
            <a:schemeClr val="dk1"/>
          </a:fillRef>
          <a:effectRef idx="0">
            <a:schemeClr val="dk1"/>
          </a:effectRef>
          <a:fontRef idx="minor">
            <a:schemeClr val="tx1"/>
          </a:fontRef>
        </p:style>
      </p:cxnSp>
      <p:sp>
        <p:nvSpPr>
          <p:cNvPr id="113" name="正方形/長方形 112">
            <a:extLst>
              <a:ext uri="{FF2B5EF4-FFF2-40B4-BE49-F238E27FC236}">
                <a16:creationId xmlns:a16="http://schemas.microsoft.com/office/drawing/2014/main" id="{1FCB0328-AD19-99AF-6736-B11B31032FD1}"/>
              </a:ext>
            </a:extLst>
          </p:cNvPr>
          <p:cNvSpPr/>
          <p:nvPr/>
        </p:nvSpPr>
        <p:spPr>
          <a:xfrm>
            <a:off x="5796136" y="1789090"/>
            <a:ext cx="1151068" cy="530534"/>
          </a:xfrm>
          <a:prstGeom prst="rect">
            <a:avLst/>
          </a:prstGeom>
          <a:solidFill>
            <a:srgbClr val="C0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a:solidFill>
                  <a:schemeClr val="tx1"/>
                </a:solidFill>
                <a:latin typeface="+mn-ea"/>
              </a:rPr>
              <a:t>蓄電池</a:t>
            </a:r>
          </a:p>
        </p:txBody>
      </p:sp>
      <p:cxnSp>
        <p:nvCxnSpPr>
          <p:cNvPr id="114" name="直線コネクタ 113">
            <a:extLst>
              <a:ext uri="{FF2B5EF4-FFF2-40B4-BE49-F238E27FC236}">
                <a16:creationId xmlns:a16="http://schemas.microsoft.com/office/drawing/2014/main" id="{650484EC-13D9-9EA3-E678-46F9DC9428E2}"/>
              </a:ext>
            </a:extLst>
          </p:cNvPr>
          <p:cNvCxnSpPr>
            <a:cxnSpLocks/>
            <a:stCxn id="113" idx="2"/>
          </p:cNvCxnSpPr>
          <p:nvPr/>
        </p:nvCxnSpPr>
        <p:spPr>
          <a:xfrm>
            <a:off x="6371670" y="2319624"/>
            <a:ext cx="2810" cy="410372"/>
          </a:xfrm>
          <a:prstGeom prst="line">
            <a:avLst/>
          </a:prstGeom>
          <a:ln w="19050"/>
        </p:spPr>
        <p:style>
          <a:lnRef idx="1">
            <a:schemeClr val="dk1"/>
          </a:lnRef>
          <a:fillRef idx="0">
            <a:schemeClr val="dk1"/>
          </a:fillRef>
          <a:effectRef idx="0">
            <a:schemeClr val="dk1"/>
          </a:effectRef>
          <a:fontRef idx="minor">
            <a:schemeClr val="tx1"/>
          </a:fontRef>
        </p:style>
      </p:cxnSp>
      <p:sp>
        <p:nvSpPr>
          <p:cNvPr id="115" name="円/楕円 114">
            <a:extLst>
              <a:ext uri="{FF2B5EF4-FFF2-40B4-BE49-F238E27FC236}">
                <a16:creationId xmlns:a16="http://schemas.microsoft.com/office/drawing/2014/main" id="{BC19D60B-2E1F-4A04-C143-12A35F97C6D0}"/>
              </a:ext>
            </a:extLst>
          </p:cNvPr>
          <p:cNvSpPr/>
          <p:nvPr/>
        </p:nvSpPr>
        <p:spPr>
          <a:xfrm>
            <a:off x="2321559" y="410478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6" name="直線コネクタ 115">
            <a:extLst>
              <a:ext uri="{FF2B5EF4-FFF2-40B4-BE49-F238E27FC236}">
                <a16:creationId xmlns:a16="http://schemas.microsoft.com/office/drawing/2014/main" id="{4839374A-D90D-DF03-E3E8-37C457D7670B}"/>
              </a:ext>
            </a:extLst>
          </p:cNvPr>
          <p:cNvCxnSpPr>
            <a:cxnSpLocks/>
          </p:cNvCxnSpPr>
          <p:nvPr/>
        </p:nvCxnSpPr>
        <p:spPr>
          <a:xfrm>
            <a:off x="6939916" y="4750945"/>
            <a:ext cx="0" cy="632264"/>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線コネクタ 116">
            <a:extLst>
              <a:ext uri="{FF2B5EF4-FFF2-40B4-BE49-F238E27FC236}">
                <a16:creationId xmlns:a16="http://schemas.microsoft.com/office/drawing/2014/main" id="{EF18BA0C-A733-B0A7-762B-B2AC107F958C}"/>
              </a:ext>
            </a:extLst>
          </p:cNvPr>
          <p:cNvCxnSpPr>
            <a:cxnSpLocks/>
          </p:cNvCxnSpPr>
          <p:nvPr/>
        </p:nvCxnSpPr>
        <p:spPr>
          <a:xfrm flipH="1">
            <a:off x="5713799" y="5066254"/>
            <a:ext cx="2329816" cy="6717"/>
          </a:xfrm>
          <a:prstGeom prst="line">
            <a:avLst/>
          </a:prstGeom>
          <a:ln w="19050"/>
        </p:spPr>
        <p:style>
          <a:lnRef idx="1">
            <a:schemeClr val="dk1"/>
          </a:lnRef>
          <a:fillRef idx="0">
            <a:schemeClr val="dk1"/>
          </a:fillRef>
          <a:effectRef idx="0">
            <a:schemeClr val="dk1"/>
          </a:effectRef>
          <a:fontRef idx="minor">
            <a:schemeClr val="tx1"/>
          </a:fontRef>
        </p:style>
      </p:cxnSp>
      <p:sp>
        <p:nvSpPr>
          <p:cNvPr id="119" name="正方形/長方形 118">
            <a:extLst>
              <a:ext uri="{FF2B5EF4-FFF2-40B4-BE49-F238E27FC236}">
                <a16:creationId xmlns:a16="http://schemas.microsoft.com/office/drawing/2014/main" id="{BCBBBF2C-D3F1-50F8-E4A4-177F07E8D42E}"/>
              </a:ext>
            </a:extLst>
          </p:cNvPr>
          <p:cNvSpPr/>
          <p:nvPr/>
        </p:nvSpPr>
        <p:spPr>
          <a:xfrm>
            <a:off x="5224469" y="5383110"/>
            <a:ext cx="1040575" cy="968425"/>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非常用</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特定</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負荷</a:t>
            </a:r>
            <a:endParaRPr kumimoji="1" lang="ja-JP" altLang="en-US">
              <a:solidFill>
                <a:schemeClr val="tx1"/>
              </a:solidFill>
              <a:latin typeface="+mn-ea"/>
            </a:endParaRPr>
          </a:p>
        </p:txBody>
      </p:sp>
      <p:cxnSp>
        <p:nvCxnSpPr>
          <p:cNvPr id="120" name="直線コネクタ 119">
            <a:extLst>
              <a:ext uri="{FF2B5EF4-FFF2-40B4-BE49-F238E27FC236}">
                <a16:creationId xmlns:a16="http://schemas.microsoft.com/office/drawing/2014/main" id="{976EDFF5-6A64-2731-3537-41F9DD915DF3}"/>
              </a:ext>
            </a:extLst>
          </p:cNvPr>
          <p:cNvCxnSpPr>
            <a:cxnSpLocks/>
          </p:cNvCxnSpPr>
          <p:nvPr/>
        </p:nvCxnSpPr>
        <p:spPr>
          <a:xfrm>
            <a:off x="5728525" y="5067077"/>
            <a:ext cx="0" cy="315910"/>
          </a:xfrm>
          <a:prstGeom prst="line">
            <a:avLst/>
          </a:prstGeom>
          <a:ln w="19050"/>
        </p:spPr>
        <p:style>
          <a:lnRef idx="1">
            <a:schemeClr val="dk1"/>
          </a:lnRef>
          <a:fillRef idx="0">
            <a:schemeClr val="dk1"/>
          </a:fillRef>
          <a:effectRef idx="0">
            <a:schemeClr val="dk1"/>
          </a:effectRef>
          <a:fontRef idx="minor">
            <a:schemeClr val="tx1"/>
          </a:fontRef>
        </p:style>
      </p:cxnSp>
      <p:sp>
        <p:nvSpPr>
          <p:cNvPr id="121" name="正方形/長方形 120">
            <a:extLst>
              <a:ext uri="{FF2B5EF4-FFF2-40B4-BE49-F238E27FC236}">
                <a16:creationId xmlns:a16="http://schemas.microsoft.com/office/drawing/2014/main" id="{48E602A8-6F95-9790-4BD5-868E7E9A9807}"/>
              </a:ext>
            </a:extLst>
          </p:cNvPr>
          <p:cNvSpPr/>
          <p:nvPr/>
        </p:nvSpPr>
        <p:spPr>
          <a:xfrm>
            <a:off x="7626798" y="5382399"/>
            <a:ext cx="833634" cy="969136"/>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空調電源</a:t>
            </a:r>
            <a:endParaRPr lang="en-US" altLang="ja-JP" sz="2000" dirty="0">
              <a:solidFill>
                <a:schemeClr val="tx1"/>
              </a:solidFill>
              <a:latin typeface="Cambria Math" panose="02040503050406030204" pitchFamily="18" charset="0"/>
            </a:endParaRPr>
          </a:p>
        </p:txBody>
      </p:sp>
      <p:sp>
        <p:nvSpPr>
          <p:cNvPr id="122" name="正方形/長方形 121">
            <a:extLst>
              <a:ext uri="{FF2B5EF4-FFF2-40B4-BE49-F238E27FC236}">
                <a16:creationId xmlns:a16="http://schemas.microsoft.com/office/drawing/2014/main" id="{FDB8BAAC-F13C-9165-F554-8A027205BBDA}"/>
              </a:ext>
            </a:extLst>
          </p:cNvPr>
          <p:cNvSpPr/>
          <p:nvPr/>
        </p:nvSpPr>
        <p:spPr>
          <a:xfrm>
            <a:off x="6371166" y="5380642"/>
            <a:ext cx="1137500" cy="94790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蓄電池補機</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電源盤</a:t>
            </a:r>
            <a:endParaRPr kumimoji="1" lang="ja-JP" altLang="en-US" sz="2000">
              <a:solidFill>
                <a:schemeClr val="tx1"/>
              </a:solidFill>
              <a:latin typeface="+mn-ea"/>
            </a:endParaRPr>
          </a:p>
        </p:txBody>
      </p:sp>
      <p:cxnSp>
        <p:nvCxnSpPr>
          <p:cNvPr id="123" name="直線コネクタ 122">
            <a:extLst>
              <a:ext uri="{FF2B5EF4-FFF2-40B4-BE49-F238E27FC236}">
                <a16:creationId xmlns:a16="http://schemas.microsoft.com/office/drawing/2014/main" id="{DD100C45-F431-AF17-DF1B-1FCCA72624B8}"/>
              </a:ext>
            </a:extLst>
          </p:cNvPr>
          <p:cNvCxnSpPr>
            <a:cxnSpLocks/>
          </p:cNvCxnSpPr>
          <p:nvPr/>
        </p:nvCxnSpPr>
        <p:spPr>
          <a:xfrm>
            <a:off x="8032781" y="5058522"/>
            <a:ext cx="0" cy="323877"/>
          </a:xfrm>
          <a:prstGeom prst="line">
            <a:avLst/>
          </a:prstGeom>
          <a:ln w="19050"/>
        </p:spPr>
        <p:style>
          <a:lnRef idx="1">
            <a:schemeClr val="dk1"/>
          </a:lnRef>
          <a:fillRef idx="0">
            <a:schemeClr val="dk1"/>
          </a:fillRef>
          <a:effectRef idx="0">
            <a:schemeClr val="dk1"/>
          </a:effectRef>
          <a:fontRef idx="minor">
            <a:schemeClr val="tx1"/>
          </a:fontRef>
        </p:style>
      </p:cxnSp>
      <p:cxnSp>
        <p:nvCxnSpPr>
          <p:cNvPr id="124" name="直線コネクタ 123">
            <a:extLst>
              <a:ext uri="{FF2B5EF4-FFF2-40B4-BE49-F238E27FC236}">
                <a16:creationId xmlns:a16="http://schemas.microsoft.com/office/drawing/2014/main" id="{0014E4B5-7462-56F0-67B1-C4D8287EC104}"/>
              </a:ext>
            </a:extLst>
          </p:cNvPr>
          <p:cNvCxnSpPr>
            <a:cxnSpLocks/>
            <a:endCxn id="173" idx="0"/>
          </p:cNvCxnSpPr>
          <p:nvPr/>
        </p:nvCxnSpPr>
        <p:spPr>
          <a:xfrm>
            <a:off x="6939916" y="4184663"/>
            <a:ext cx="0" cy="271411"/>
          </a:xfrm>
          <a:prstGeom prst="line">
            <a:avLst/>
          </a:prstGeom>
          <a:ln w="19050"/>
        </p:spPr>
        <p:style>
          <a:lnRef idx="1">
            <a:schemeClr val="dk1"/>
          </a:lnRef>
          <a:fillRef idx="0">
            <a:schemeClr val="dk1"/>
          </a:fillRef>
          <a:effectRef idx="0">
            <a:schemeClr val="dk1"/>
          </a:effectRef>
          <a:fontRef idx="minor">
            <a:schemeClr val="tx1"/>
          </a:fontRef>
        </p:style>
      </p:cxnSp>
      <p:sp>
        <p:nvSpPr>
          <p:cNvPr id="125" name="円/楕円 124">
            <a:extLst>
              <a:ext uri="{FF2B5EF4-FFF2-40B4-BE49-F238E27FC236}">
                <a16:creationId xmlns:a16="http://schemas.microsoft.com/office/drawing/2014/main" id="{3EEAD2A2-89F5-B919-3AEF-AD9E5D97BB0A}"/>
              </a:ext>
            </a:extLst>
          </p:cNvPr>
          <p:cNvSpPr/>
          <p:nvPr/>
        </p:nvSpPr>
        <p:spPr>
          <a:xfrm>
            <a:off x="6885916" y="5018971"/>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6" name="円/楕円 125">
            <a:extLst>
              <a:ext uri="{FF2B5EF4-FFF2-40B4-BE49-F238E27FC236}">
                <a16:creationId xmlns:a16="http://schemas.microsoft.com/office/drawing/2014/main" id="{052ED0E7-EEC3-1FA6-E180-C211A489679A}"/>
              </a:ext>
            </a:extLst>
          </p:cNvPr>
          <p:cNvSpPr/>
          <p:nvPr/>
        </p:nvSpPr>
        <p:spPr>
          <a:xfrm>
            <a:off x="6885916" y="41192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7" name="円/楕円 126">
            <a:extLst>
              <a:ext uri="{FF2B5EF4-FFF2-40B4-BE49-F238E27FC236}">
                <a16:creationId xmlns:a16="http://schemas.microsoft.com/office/drawing/2014/main" id="{210F677B-4B6C-1F17-06B5-A0B4489373E5}"/>
              </a:ext>
            </a:extLst>
          </p:cNvPr>
          <p:cNvSpPr/>
          <p:nvPr/>
        </p:nvSpPr>
        <p:spPr>
          <a:xfrm>
            <a:off x="4635709" y="411623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8" name="正方形/長方形 127">
            <a:extLst>
              <a:ext uri="{FF2B5EF4-FFF2-40B4-BE49-F238E27FC236}">
                <a16:creationId xmlns:a16="http://schemas.microsoft.com/office/drawing/2014/main" id="{4026B5F8-369E-2D9D-1B24-FB330072AA50}"/>
              </a:ext>
            </a:extLst>
          </p:cNvPr>
          <p:cNvSpPr/>
          <p:nvPr/>
        </p:nvSpPr>
        <p:spPr>
          <a:xfrm>
            <a:off x="1766779" y="5402833"/>
            <a:ext cx="716989"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32" name="直線コネクタ 131">
            <a:extLst>
              <a:ext uri="{FF2B5EF4-FFF2-40B4-BE49-F238E27FC236}">
                <a16:creationId xmlns:a16="http://schemas.microsoft.com/office/drawing/2014/main" id="{345234D1-7A40-B80E-198B-166E64F173AA}"/>
              </a:ext>
            </a:extLst>
          </p:cNvPr>
          <p:cNvCxnSpPr>
            <a:cxnSpLocks/>
          </p:cNvCxnSpPr>
          <p:nvPr/>
        </p:nvCxnSpPr>
        <p:spPr>
          <a:xfrm>
            <a:off x="3884702" y="4192825"/>
            <a:ext cx="0" cy="286502"/>
          </a:xfrm>
          <a:prstGeom prst="line">
            <a:avLst/>
          </a:prstGeom>
          <a:ln w="19050"/>
        </p:spPr>
        <p:style>
          <a:lnRef idx="1">
            <a:schemeClr val="dk1"/>
          </a:lnRef>
          <a:fillRef idx="0">
            <a:schemeClr val="dk1"/>
          </a:fillRef>
          <a:effectRef idx="0">
            <a:schemeClr val="dk1"/>
          </a:effectRef>
          <a:fontRef idx="minor">
            <a:schemeClr val="tx1"/>
          </a:fontRef>
        </p:style>
      </p:cxnSp>
      <p:sp>
        <p:nvSpPr>
          <p:cNvPr id="141" name="円/楕円 140">
            <a:extLst>
              <a:ext uri="{FF2B5EF4-FFF2-40B4-BE49-F238E27FC236}">
                <a16:creationId xmlns:a16="http://schemas.microsoft.com/office/drawing/2014/main" id="{746CE5DE-F8BE-0E15-EB47-2EC89C5EE284}"/>
              </a:ext>
            </a:extLst>
          </p:cNvPr>
          <p:cNvSpPr/>
          <p:nvPr/>
        </p:nvSpPr>
        <p:spPr>
          <a:xfrm>
            <a:off x="3836941" y="4130663"/>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47" name="直線コネクタ 146">
            <a:extLst>
              <a:ext uri="{FF2B5EF4-FFF2-40B4-BE49-F238E27FC236}">
                <a16:creationId xmlns:a16="http://schemas.microsoft.com/office/drawing/2014/main" id="{D0C959E1-F04D-1591-4E83-C74ABB25B07B}"/>
              </a:ext>
            </a:extLst>
          </p:cNvPr>
          <p:cNvCxnSpPr>
            <a:cxnSpLocks/>
          </p:cNvCxnSpPr>
          <p:nvPr/>
        </p:nvCxnSpPr>
        <p:spPr>
          <a:xfrm>
            <a:off x="3866780" y="4834945"/>
            <a:ext cx="0" cy="319341"/>
          </a:xfrm>
          <a:prstGeom prst="line">
            <a:avLst/>
          </a:prstGeom>
          <a:ln w="19050"/>
        </p:spPr>
        <p:style>
          <a:lnRef idx="1">
            <a:schemeClr val="dk1"/>
          </a:lnRef>
          <a:fillRef idx="0">
            <a:schemeClr val="dk1"/>
          </a:fillRef>
          <a:effectRef idx="0">
            <a:schemeClr val="dk1"/>
          </a:effectRef>
          <a:fontRef idx="minor">
            <a:schemeClr val="tx1"/>
          </a:fontRef>
        </p:style>
      </p:cxnSp>
      <p:cxnSp>
        <p:nvCxnSpPr>
          <p:cNvPr id="148" name="直線コネクタ 147">
            <a:extLst>
              <a:ext uri="{FF2B5EF4-FFF2-40B4-BE49-F238E27FC236}">
                <a16:creationId xmlns:a16="http://schemas.microsoft.com/office/drawing/2014/main" id="{26A17FE4-47E2-D147-CED7-D3B55C78BBAB}"/>
              </a:ext>
            </a:extLst>
          </p:cNvPr>
          <p:cNvCxnSpPr>
            <a:cxnSpLocks/>
          </p:cNvCxnSpPr>
          <p:nvPr/>
        </p:nvCxnSpPr>
        <p:spPr>
          <a:xfrm flipH="1">
            <a:off x="3061865" y="5139770"/>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9" name="直線コネクタ 148">
            <a:extLst>
              <a:ext uri="{FF2B5EF4-FFF2-40B4-BE49-F238E27FC236}">
                <a16:creationId xmlns:a16="http://schemas.microsoft.com/office/drawing/2014/main" id="{DB764CCE-2013-B1DE-5114-8A840A9D0B3D}"/>
              </a:ext>
            </a:extLst>
          </p:cNvPr>
          <p:cNvCxnSpPr>
            <a:cxnSpLocks/>
          </p:cNvCxnSpPr>
          <p:nvPr/>
        </p:nvCxnSpPr>
        <p:spPr>
          <a:xfrm flipH="1">
            <a:off x="3061865" y="5123529"/>
            <a:ext cx="1058" cy="387603"/>
          </a:xfrm>
          <a:prstGeom prst="line">
            <a:avLst/>
          </a:prstGeom>
          <a:ln w="19050"/>
        </p:spPr>
        <p:style>
          <a:lnRef idx="1">
            <a:schemeClr val="dk1"/>
          </a:lnRef>
          <a:fillRef idx="0">
            <a:schemeClr val="dk1"/>
          </a:fillRef>
          <a:effectRef idx="0">
            <a:schemeClr val="dk1"/>
          </a:effectRef>
          <a:fontRef idx="minor">
            <a:schemeClr val="tx1"/>
          </a:fontRef>
        </p:style>
      </p:cxnSp>
      <p:sp>
        <p:nvSpPr>
          <p:cNvPr id="150" name="正方形/長方形 149">
            <a:extLst>
              <a:ext uri="{FF2B5EF4-FFF2-40B4-BE49-F238E27FC236}">
                <a16:creationId xmlns:a16="http://schemas.microsoft.com/office/drawing/2014/main" id="{E8E33A6F-B654-FDAB-96FE-51FE5EFA2D59}"/>
              </a:ext>
            </a:extLst>
          </p:cNvPr>
          <p:cNvSpPr/>
          <p:nvPr/>
        </p:nvSpPr>
        <p:spPr>
          <a:xfrm>
            <a:off x="2701826" y="5396167"/>
            <a:ext cx="718046"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151" name="直線コネクタ 150">
            <a:extLst>
              <a:ext uri="{FF2B5EF4-FFF2-40B4-BE49-F238E27FC236}">
                <a16:creationId xmlns:a16="http://schemas.microsoft.com/office/drawing/2014/main" id="{2DE71881-DDD0-CE55-C716-AE70A05942FA}"/>
              </a:ext>
            </a:extLst>
          </p:cNvPr>
          <p:cNvCxnSpPr>
            <a:cxnSpLocks/>
          </p:cNvCxnSpPr>
          <p:nvPr/>
        </p:nvCxnSpPr>
        <p:spPr>
          <a:xfrm>
            <a:off x="3866780" y="5120019"/>
            <a:ext cx="3417" cy="434521"/>
          </a:xfrm>
          <a:prstGeom prst="line">
            <a:avLst/>
          </a:prstGeom>
          <a:ln w="19050"/>
        </p:spPr>
        <p:style>
          <a:lnRef idx="1">
            <a:schemeClr val="dk1"/>
          </a:lnRef>
          <a:fillRef idx="0">
            <a:schemeClr val="dk1"/>
          </a:fillRef>
          <a:effectRef idx="0">
            <a:schemeClr val="dk1"/>
          </a:effectRef>
          <a:fontRef idx="minor">
            <a:schemeClr val="tx1"/>
          </a:fontRef>
        </p:style>
      </p:cxnSp>
      <p:sp>
        <p:nvSpPr>
          <p:cNvPr id="152" name="正方形/長方形 151">
            <a:extLst>
              <a:ext uri="{FF2B5EF4-FFF2-40B4-BE49-F238E27FC236}">
                <a16:creationId xmlns:a16="http://schemas.microsoft.com/office/drawing/2014/main" id="{5718CDCB-EAC3-10D3-29AD-28DD16C8ECFA}"/>
              </a:ext>
            </a:extLst>
          </p:cNvPr>
          <p:cNvSpPr/>
          <p:nvPr/>
        </p:nvSpPr>
        <p:spPr>
          <a:xfrm>
            <a:off x="3494971" y="5407907"/>
            <a:ext cx="718047" cy="583582"/>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153" name="直線コネクタ 152">
            <a:extLst>
              <a:ext uri="{FF2B5EF4-FFF2-40B4-BE49-F238E27FC236}">
                <a16:creationId xmlns:a16="http://schemas.microsoft.com/office/drawing/2014/main" id="{894EAB57-1D32-97C9-CC9E-77338E1969D4}"/>
              </a:ext>
            </a:extLst>
          </p:cNvPr>
          <p:cNvCxnSpPr>
            <a:cxnSpLocks/>
          </p:cNvCxnSpPr>
          <p:nvPr/>
        </p:nvCxnSpPr>
        <p:spPr>
          <a:xfrm>
            <a:off x="4647099" y="5125683"/>
            <a:ext cx="0" cy="309909"/>
          </a:xfrm>
          <a:prstGeom prst="line">
            <a:avLst/>
          </a:prstGeom>
          <a:ln w="19050"/>
        </p:spPr>
        <p:style>
          <a:lnRef idx="1">
            <a:schemeClr val="dk1"/>
          </a:lnRef>
          <a:fillRef idx="0">
            <a:schemeClr val="dk1"/>
          </a:fillRef>
          <a:effectRef idx="0">
            <a:schemeClr val="dk1"/>
          </a:effectRef>
          <a:fontRef idx="minor">
            <a:schemeClr val="tx1"/>
          </a:fontRef>
        </p:style>
      </p:cxnSp>
      <p:sp>
        <p:nvSpPr>
          <p:cNvPr id="154" name="円/楕円 153">
            <a:extLst>
              <a:ext uri="{FF2B5EF4-FFF2-40B4-BE49-F238E27FC236}">
                <a16:creationId xmlns:a16="http://schemas.microsoft.com/office/drawing/2014/main" id="{3695136C-97AB-1F9E-C905-D4B2E96F5640}"/>
              </a:ext>
            </a:extLst>
          </p:cNvPr>
          <p:cNvSpPr/>
          <p:nvPr/>
        </p:nvSpPr>
        <p:spPr>
          <a:xfrm>
            <a:off x="3810442" y="5084723"/>
            <a:ext cx="108000" cy="1188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55" name="正方形/長方形 154">
            <a:extLst>
              <a:ext uri="{FF2B5EF4-FFF2-40B4-BE49-F238E27FC236}">
                <a16:creationId xmlns:a16="http://schemas.microsoft.com/office/drawing/2014/main" id="{F8916B8C-DB85-59B3-550A-B619A4ADA48F}"/>
              </a:ext>
            </a:extLst>
          </p:cNvPr>
          <p:cNvSpPr/>
          <p:nvPr/>
        </p:nvSpPr>
        <p:spPr>
          <a:xfrm>
            <a:off x="4287059" y="5407908"/>
            <a:ext cx="716989"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59" name="直線矢印コネクタ 158">
            <a:extLst>
              <a:ext uri="{FF2B5EF4-FFF2-40B4-BE49-F238E27FC236}">
                <a16:creationId xmlns:a16="http://schemas.microsoft.com/office/drawing/2014/main" id="{0D652B94-815A-E043-79CB-D61EDA98D414}"/>
              </a:ext>
            </a:extLst>
          </p:cNvPr>
          <p:cNvCxnSpPr>
            <a:cxnSpLocks/>
          </p:cNvCxnSpPr>
          <p:nvPr/>
        </p:nvCxnSpPr>
        <p:spPr bwMode="auto">
          <a:xfrm flipV="1">
            <a:off x="4932040" y="3025141"/>
            <a:ext cx="0" cy="65182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161" name="直線矢印コネクタ 160">
            <a:extLst>
              <a:ext uri="{FF2B5EF4-FFF2-40B4-BE49-F238E27FC236}">
                <a16:creationId xmlns:a16="http://schemas.microsoft.com/office/drawing/2014/main" id="{88A02241-E04E-77DB-348F-6A9EB498D9E7}"/>
              </a:ext>
            </a:extLst>
          </p:cNvPr>
          <p:cNvCxnSpPr>
            <a:cxnSpLocks/>
          </p:cNvCxnSpPr>
          <p:nvPr/>
        </p:nvCxnSpPr>
        <p:spPr bwMode="auto">
          <a:xfrm>
            <a:off x="1547664"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164" name="直線コネクタ 163">
            <a:extLst>
              <a:ext uri="{FF2B5EF4-FFF2-40B4-BE49-F238E27FC236}">
                <a16:creationId xmlns:a16="http://schemas.microsoft.com/office/drawing/2014/main" id="{92D65F6D-B2AD-C414-BED7-4685E2C3DEF0}"/>
              </a:ext>
            </a:extLst>
          </p:cNvPr>
          <p:cNvCxnSpPr>
            <a:cxnSpLocks/>
          </p:cNvCxnSpPr>
          <p:nvPr/>
        </p:nvCxnSpPr>
        <p:spPr>
          <a:xfrm>
            <a:off x="2961086" y="2064817"/>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165" name="正方形/長方形 164">
            <a:extLst>
              <a:ext uri="{FF2B5EF4-FFF2-40B4-BE49-F238E27FC236}">
                <a16:creationId xmlns:a16="http://schemas.microsoft.com/office/drawing/2014/main" id="{AB8B5D48-20C9-71EB-D90C-797DC215DF22}"/>
              </a:ext>
            </a:extLst>
          </p:cNvPr>
          <p:cNvSpPr/>
          <p:nvPr/>
        </p:nvSpPr>
        <p:spPr>
          <a:xfrm>
            <a:off x="2406234" y="1565032"/>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166" name="正方形/長方形 165">
            <a:extLst>
              <a:ext uri="{FF2B5EF4-FFF2-40B4-BE49-F238E27FC236}">
                <a16:creationId xmlns:a16="http://schemas.microsoft.com/office/drawing/2014/main" id="{78CDDD87-D96E-AB70-45B9-72155484FFCC}"/>
              </a:ext>
            </a:extLst>
          </p:cNvPr>
          <p:cNvSpPr/>
          <p:nvPr/>
        </p:nvSpPr>
        <p:spPr>
          <a:xfrm>
            <a:off x="2483768" y="2559649"/>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
        <p:nvSpPr>
          <p:cNvPr id="167" name="正方形/長方形 166">
            <a:extLst>
              <a:ext uri="{FF2B5EF4-FFF2-40B4-BE49-F238E27FC236}">
                <a16:creationId xmlns:a16="http://schemas.microsoft.com/office/drawing/2014/main" id="{C9BA6EA9-28D8-67B9-05B1-876B20202F65}"/>
              </a:ext>
            </a:extLst>
          </p:cNvPr>
          <p:cNvSpPr/>
          <p:nvPr/>
        </p:nvSpPr>
        <p:spPr>
          <a:xfrm>
            <a:off x="1907704" y="3480382"/>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0" name="正方形/長方形 169">
            <a:extLst>
              <a:ext uri="{FF2B5EF4-FFF2-40B4-BE49-F238E27FC236}">
                <a16:creationId xmlns:a16="http://schemas.microsoft.com/office/drawing/2014/main" id="{83FA9ED7-9CE4-F7CA-7F99-44E41A8A60E9}"/>
              </a:ext>
            </a:extLst>
          </p:cNvPr>
          <p:cNvSpPr/>
          <p:nvPr/>
        </p:nvSpPr>
        <p:spPr>
          <a:xfrm>
            <a:off x="5897149" y="3492187"/>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1" name="正方形/長方形 170">
            <a:extLst>
              <a:ext uri="{FF2B5EF4-FFF2-40B4-BE49-F238E27FC236}">
                <a16:creationId xmlns:a16="http://schemas.microsoft.com/office/drawing/2014/main" id="{E9B0BD49-6091-BDC5-922D-6443267A8361}"/>
              </a:ext>
            </a:extLst>
          </p:cNvPr>
          <p:cNvSpPr/>
          <p:nvPr/>
        </p:nvSpPr>
        <p:spPr>
          <a:xfrm>
            <a:off x="869230"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2" name="正方形/長方形 171">
            <a:extLst>
              <a:ext uri="{FF2B5EF4-FFF2-40B4-BE49-F238E27FC236}">
                <a16:creationId xmlns:a16="http://schemas.microsoft.com/office/drawing/2014/main" id="{CD8B44CB-A210-A597-9C43-7CB7FA95F7F5}"/>
              </a:ext>
            </a:extLst>
          </p:cNvPr>
          <p:cNvSpPr/>
          <p:nvPr/>
        </p:nvSpPr>
        <p:spPr>
          <a:xfrm>
            <a:off x="3372704" y="4435886"/>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3" name="正方形/長方形 172">
            <a:extLst>
              <a:ext uri="{FF2B5EF4-FFF2-40B4-BE49-F238E27FC236}">
                <a16:creationId xmlns:a16="http://schemas.microsoft.com/office/drawing/2014/main" id="{AE30ED98-E13E-8A9F-EC28-48F943717070}"/>
              </a:ext>
            </a:extLst>
          </p:cNvPr>
          <p:cNvSpPr/>
          <p:nvPr/>
        </p:nvSpPr>
        <p:spPr>
          <a:xfrm>
            <a:off x="6458626"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9" name="コンテンツ プレースホルダー 2">
            <a:extLst>
              <a:ext uri="{FF2B5EF4-FFF2-40B4-BE49-F238E27FC236}">
                <a16:creationId xmlns:a16="http://schemas.microsoft.com/office/drawing/2014/main" id="{79629AF1-DA1F-8876-D0E4-9E1A79B1FD0D}"/>
              </a:ext>
            </a:extLst>
          </p:cNvPr>
          <p:cNvSpPr txBox="1">
            <a:spLocks/>
          </p:cNvSpPr>
          <p:nvPr/>
        </p:nvSpPr>
        <p:spPr>
          <a:xfrm>
            <a:off x="7356504" y="1124744"/>
            <a:ext cx="1656424" cy="77816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2400" dirty="0">
              <a:latin typeface="MS PGothic" panose="020B0600070205080204" pitchFamily="34" charset="-128"/>
              <a:ea typeface="MS PGothic" panose="020B0600070205080204" pitchFamily="34" charset="-128"/>
            </a:endParaRPr>
          </a:p>
        </p:txBody>
      </p:sp>
      <p:sp>
        <p:nvSpPr>
          <p:cNvPr id="183" name="テキスト ボックス 182">
            <a:extLst>
              <a:ext uri="{FF2B5EF4-FFF2-40B4-BE49-F238E27FC236}">
                <a16:creationId xmlns:a16="http://schemas.microsoft.com/office/drawing/2014/main" id="{57A97B71-BE98-B016-EB1E-B26A82FBF473}"/>
              </a:ext>
            </a:extLst>
          </p:cNvPr>
          <p:cNvSpPr txBox="1"/>
          <p:nvPr/>
        </p:nvSpPr>
        <p:spPr>
          <a:xfrm>
            <a:off x="7842800" y="112474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決まるもの</a:t>
            </a:r>
            <a:endParaRPr kumimoji="1" lang="ja-JP" altLang="en-US" sz="1600">
              <a:latin typeface="MS PGothic" panose="020B0600070205080204" pitchFamily="34" charset="-128"/>
              <a:ea typeface="MS PGothic" panose="020B0600070205080204" pitchFamily="34" charset="-128"/>
            </a:endParaRPr>
          </a:p>
        </p:txBody>
      </p:sp>
      <p:sp>
        <p:nvSpPr>
          <p:cNvPr id="197" name="テキスト ボックス 196">
            <a:extLst>
              <a:ext uri="{FF2B5EF4-FFF2-40B4-BE49-F238E27FC236}">
                <a16:creationId xmlns:a16="http://schemas.microsoft.com/office/drawing/2014/main" id="{0A907DA2-46AB-F507-3538-BBFD7819D9E3}"/>
              </a:ext>
            </a:extLst>
          </p:cNvPr>
          <p:cNvSpPr txBox="1"/>
          <p:nvPr/>
        </p:nvSpPr>
        <p:spPr>
          <a:xfrm>
            <a:off x="7868823" y="156435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決めるもの</a:t>
            </a:r>
            <a:endParaRPr kumimoji="1" lang="ja-JP" altLang="en-US" sz="1600">
              <a:latin typeface="MS PGothic" panose="020B0600070205080204" pitchFamily="34" charset="-128"/>
              <a:ea typeface="MS PGothic" panose="020B0600070205080204" pitchFamily="34" charset="-128"/>
            </a:endParaRPr>
          </a:p>
        </p:txBody>
      </p:sp>
      <p:cxnSp>
        <p:nvCxnSpPr>
          <p:cNvPr id="200" name="直線矢印コネクタ 199">
            <a:extLst>
              <a:ext uri="{FF2B5EF4-FFF2-40B4-BE49-F238E27FC236}">
                <a16:creationId xmlns:a16="http://schemas.microsoft.com/office/drawing/2014/main" id="{CD9D41FA-3295-4461-B414-B45D3BB0AD31}"/>
              </a:ext>
            </a:extLst>
          </p:cNvPr>
          <p:cNvCxnSpPr>
            <a:cxnSpLocks/>
          </p:cNvCxnSpPr>
          <p:nvPr/>
        </p:nvCxnSpPr>
        <p:spPr bwMode="auto">
          <a:xfrm>
            <a:off x="2864378"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03" name="直線矢印コネクタ 202">
            <a:extLst>
              <a:ext uri="{FF2B5EF4-FFF2-40B4-BE49-F238E27FC236}">
                <a16:creationId xmlns:a16="http://schemas.microsoft.com/office/drawing/2014/main" id="{BCEA0E85-76F5-B4FC-E2C8-1386985BABC3}"/>
              </a:ext>
            </a:extLst>
          </p:cNvPr>
          <p:cNvCxnSpPr>
            <a:cxnSpLocks/>
          </p:cNvCxnSpPr>
          <p:nvPr/>
        </p:nvCxnSpPr>
        <p:spPr bwMode="auto">
          <a:xfrm>
            <a:off x="4427984" y="3036946"/>
            <a:ext cx="0" cy="646887"/>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06" name="直線矢印コネクタ 205">
            <a:extLst>
              <a:ext uri="{FF2B5EF4-FFF2-40B4-BE49-F238E27FC236}">
                <a16:creationId xmlns:a16="http://schemas.microsoft.com/office/drawing/2014/main" id="{4406EE65-D6ED-E032-E05F-7CE8508AF15C}"/>
              </a:ext>
            </a:extLst>
          </p:cNvPr>
          <p:cNvCxnSpPr>
            <a:cxnSpLocks/>
          </p:cNvCxnSpPr>
          <p:nvPr/>
        </p:nvCxnSpPr>
        <p:spPr bwMode="auto">
          <a:xfrm flipV="1">
            <a:off x="6509872" y="2390107"/>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0" name="直線矢印コネクタ 209">
            <a:extLst>
              <a:ext uri="{FF2B5EF4-FFF2-40B4-BE49-F238E27FC236}">
                <a16:creationId xmlns:a16="http://schemas.microsoft.com/office/drawing/2014/main" id="{E3B9C5BF-4402-5DF6-E198-8C878B215B90}"/>
              </a:ext>
            </a:extLst>
          </p:cNvPr>
          <p:cNvCxnSpPr>
            <a:cxnSpLocks/>
          </p:cNvCxnSpPr>
          <p:nvPr/>
        </p:nvCxnSpPr>
        <p:spPr bwMode="auto">
          <a:xfrm flipV="1">
            <a:off x="6509872" y="3168342"/>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1" name="直線矢印コネクタ 210">
            <a:extLst>
              <a:ext uri="{FF2B5EF4-FFF2-40B4-BE49-F238E27FC236}">
                <a16:creationId xmlns:a16="http://schemas.microsoft.com/office/drawing/2014/main" id="{13A6439D-B8D3-CE4F-08CD-0E8D0DD5D119}"/>
              </a:ext>
            </a:extLst>
          </p:cNvPr>
          <p:cNvCxnSpPr>
            <a:cxnSpLocks/>
          </p:cNvCxnSpPr>
          <p:nvPr/>
        </p:nvCxnSpPr>
        <p:spPr bwMode="auto">
          <a:xfrm flipV="1">
            <a:off x="6516216"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4" name="直線矢印コネクタ 213">
            <a:extLst>
              <a:ext uri="{FF2B5EF4-FFF2-40B4-BE49-F238E27FC236}">
                <a16:creationId xmlns:a16="http://schemas.microsoft.com/office/drawing/2014/main" id="{51CFBA75-1B5D-6076-FB5C-515C522DEEC1}"/>
              </a:ext>
            </a:extLst>
          </p:cNvPr>
          <p:cNvCxnSpPr>
            <a:cxnSpLocks/>
          </p:cNvCxnSpPr>
          <p:nvPr/>
        </p:nvCxnSpPr>
        <p:spPr bwMode="auto">
          <a:xfrm>
            <a:off x="6228184" y="2391095"/>
            <a:ext cx="0" cy="261648"/>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5" name="直線矢印コネクタ 214">
            <a:extLst>
              <a:ext uri="{FF2B5EF4-FFF2-40B4-BE49-F238E27FC236}">
                <a16:creationId xmlns:a16="http://schemas.microsoft.com/office/drawing/2014/main" id="{0BD832D7-7510-86C4-AE20-9F5DC6FAB3E8}"/>
              </a:ext>
            </a:extLst>
          </p:cNvPr>
          <p:cNvCxnSpPr>
            <a:cxnSpLocks/>
          </p:cNvCxnSpPr>
          <p:nvPr/>
        </p:nvCxnSpPr>
        <p:spPr bwMode="auto">
          <a:xfrm>
            <a:off x="6228184" y="3165788"/>
            <a:ext cx="0" cy="252855"/>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6" name="直線矢印コネクタ 215">
            <a:extLst>
              <a:ext uri="{FF2B5EF4-FFF2-40B4-BE49-F238E27FC236}">
                <a16:creationId xmlns:a16="http://schemas.microsoft.com/office/drawing/2014/main" id="{82E654B5-B09C-F782-64B0-172071CA38FA}"/>
              </a:ext>
            </a:extLst>
          </p:cNvPr>
          <p:cNvCxnSpPr>
            <a:cxnSpLocks/>
          </p:cNvCxnSpPr>
          <p:nvPr/>
        </p:nvCxnSpPr>
        <p:spPr bwMode="auto">
          <a:xfrm>
            <a:off x="6228184"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23" name="直線矢印コネクタ 222">
            <a:extLst>
              <a:ext uri="{FF2B5EF4-FFF2-40B4-BE49-F238E27FC236}">
                <a16:creationId xmlns:a16="http://schemas.microsoft.com/office/drawing/2014/main" id="{C99D19B7-41F5-126F-A699-3B92F522AFA0}"/>
              </a:ext>
            </a:extLst>
          </p:cNvPr>
          <p:cNvCxnSpPr>
            <a:cxnSpLocks/>
          </p:cNvCxnSpPr>
          <p:nvPr/>
        </p:nvCxnSpPr>
        <p:spPr bwMode="auto">
          <a:xfrm>
            <a:off x="611560"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5" name="直線矢印コネクタ 224">
            <a:extLst>
              <a:ext uri="{FF2B5EF4-FFF2-40B4-BE49-F238E27FC236}">
                <a16:creationId xmlns:a16="http://schemas.microsoft.com/office/drawing/2014/main" id="{86ED6B8D-4F15-8D3D-6FC4-F442AD539384}"/>
              </a:ext>
            </a:extLst>
          </p:cNvPr>
          <p:cNvCxnSpPr>
            <a:cxnSpLocks/>
          </p:cNvCxnSpPr>
          <p:nvPr/>
        </p:nvCxnSpPr>
        <p:spPr bwMode="auto">
          <a:xfrm>
            <a:off x="147565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6" name="直線矢印コネクタ 225">
            <a:extLst>
              <a:ext uri="{FF2B5EF4-FFF2-40B4-BE49-F238E27FC236}">
                <a16:creationId xmlns:a16="http://schemas.microsoft.com/office/drawing/2014/main" id="{3197FCF6-6ABC-53F5-50C8-A64779C719B0}"/>
              </a:ext>
            </a:extLst>
          </p:cNvPr>
          <p:cNvCxnSpPr>
            <a:cxnSpLocks/>
          </p:cNvCxnSpPr>
          <p:nvPr/>
        </p:nvCxnSpPr>
        <p:spPr bwMode="auto">
          <a:xfrm>
            <a:off x="219573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7" name="直線矢印コネクタ 226">
            <a:extLst>
              <a:ext uri="{FF2B5EF4-FFF2-40B4-BE49-F238E27FC236}">
                <a16:creationId xmlns:a16="http://schemas.microsoft.com/office/drawing/2014/main" id="{46510D7F-4A8F-3B2F-05C8-28090663FB6C}"/>
              </a:ext>
            </a:extLst>
          </p:cNvPr>
          <p:cNvCxnSpPr>
            <a:cxnSpLocks/>
          </p:cNvCxnSpPr>
          <p:nvPr/>
        </p:nvCxnSpPr>
        <p:spPr bwMode="auto">
          <a:xfrm>
            <a:off x="3131840" y="5178581"/>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8" name="直線矢印コネクタ 227">
            <a:extLst>
              <a:ext uri="{FF2B5EF4-FFF2-40B4-BE49-F238E27FC236}">
                <a16:creationId xmlns:a16="http://schemas.microsoft.com/office/drawing/2014/main" id="{72339D54-8536-6C75-0D09-65C71E4BD9A4}"/>
              </a:ext>
            </a:extLst>
          </p:cNvPr>
          <p:cNvCxnSpPr>
            <a:cxnSpLocks/>
          </p:cNvCxnSpPr>
          <p:nvPr/>
        </p:nvCxnSpPr>
        <p:spPr bwMode="auto">
          <a:xfrm>
            <a:off x="399593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9" name="直線矢印コネクタ 228">
            <a:extLst>
              <a:ext uri="{FF2B5EF4-FFF2-40B4-BE49-F238E27FC236}">
                <a16:creationId xmlns:a16="http://schemas.microsoft.com/office/drawing/2014/main" id="{B8C90300-7ADA-C6DA-339B-786E5634AF12}"/>
              </a:ext>
            </a:extLst>
          </p:cNvPr>
          <p:cNvCxnSpPr>
            <a:cxnSpLocks/>
          </p:cNvCxnSpPr>
          <p:nvPr/>
        </p:nvCxnSpPr>
        <p:spPr bwMode="auto">
          <a:xfrm>
            <a:off x="471601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0" name="直線矢印コネクタ 229">
            <a:extLst>
              <a:ext uri="{FF2B5EF4-FFF2-40B4-BE49-F238E27FC236}">
                <a16:creationId xmlns:a16="http://schemas.microsoft.com/office/drawing/2014/main" id="{39E4213F-EF49-45CE-8925-C6CB8791A645}"/>
              </a:ext>
            </a:extLst>
          </p:cNvPr>
          <p:cNvCxnSpPr>
            <a:cxnSpLocks/>
          </p:cNvCxnSpPr>
          <p:nvPr/>
        </p:nvCxnSpPr>
        <p:spPr bwMode="auto">
          <a:xfrm>
            <a:off x="5837030" y="5154345"/>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1" name="直線矢印コネクタ 230">
            <a:extLst>
              <a:ext uri="{FF2B5EF4-FFF2-40B4-BE49-F238E27FC236}">
                <a16:creationId xmlns:a16="http://schemas.microsoft.com/office/drawing/2014/main" id="{093C19A9-2D56-D1E3-5D59-A29201F9AF88}"/>
              </a:ext>
            </a:extLst>
          </p:cNvPr>
          <p:cNvCxnSpPr>
            <a:cxnSpLocks/>
          </p:cNvCxnSpPr>
          <p:nvPr/>
        </p:nvCxnSpPr>
        <p:spPr bwMode="auto">
          <a:xfrm>
            <a:off x="7020272"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2" name="直線矢印コネクタ 231">
            <a:extLst>
              <a:ext uri="{FF2B5EF4-FFF2-40B4-BE49-F238E27FC236}">
                <a16:creationId xmlns:a16="http://schemas.microsoft.com/office/drawing/2014/main" id="{BEC3E13C-69E6-3BA8-45B3-7CB82CEA2BB0}"/>
              </a:ext>
            </a:extLst>
          </p:cNvPr>
          <p:cNvCxnSpPr>
            <a:cxnSpLocks/>
          </p:cNvCxnSpPr>
          <p:nvPr/>
        </p:nvCxnSpPr>
        <p:spPr bwMode="auto">
          <a:xfrm>
            <a:off x="8100392" y="517928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5" name="直線矢印コネクタ 234">
            <a:extLst>
              <a:ext uri="{FF2B5EF4-FFF2-40B4-BE49-F238E27FC236}">
                <a16:creationId xmlns:a16="http://schemas.microsoft.com/office/drawing/2014/main" id="{77273382-481E-9633-6B0D-5CCDFE02DBF5}"/>
              </a:ext>
            </a:extLst>
          </p:cNvPr>
          <p:cNvCxnSpPr>
            <a:cxnSpLocks/>
          </p:cNvCxnSpPr>
          <p:nvPr/>
        </p:nvCxnSpPr>
        <p:spPr bwMode="auto">
          <a:xfrm>
            <a:off x="1403648" y="4201733"/>
            <a:ext cx="0" cy="234153"/>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8" name="直線矢印コネクタ 237">
            <a:extLst>
              <a:ext uri="{FF2B5EF4-FFF2-40B4-BE49-F238E27FC236}">
                <a16:creationId xmlns:a16="http://schemas.microsoft.com/office/drawing/2014/main" id="{1D67C806-5092-F387-A84E-22E23D792CBB}"/>
              </a:ext>
            </a:extLst>
          </p:cNvPr>
          <p:cNvCxnSpPr>
            <a:cxnSpLocks/>
          </p:cNvCxnSpPr>
          <p:nvPr/>
        </p:nvCxnSpPr>
        <p:spPr bwMode="auto">
          <a:xfrm>
            <a:off x="3995936" y="4212786"/>
            <a:ext cx="0" cy="212662"/>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0" name="直線矢印コネクタ 239">
            <a:extLst>
              <a:ext uri="{FF2B5EF4-FFF2-40B4-BE49-F238E27FC236}">
                <a16:creationId xmlns:a16="http://schemas.microsoft.com/office/drawing/2014/main" id="{FC44527C-DF09-36ED-7877-76A3A947878E}"/>
              </a:ext>
            </a:extLst>
          </p:cNvPr>
          <p:cNvCxnSpPr>
            <a:cxnSpLocks/>
          </p:cNvCxnSpPr>
          <p:nvPr/>
        </p:nvCxnSpPr>
        <p:spPr bwMode="auto">
          <a:xfrm>
            <a:off x="7092280" y="4222087"/>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2" name="直線矢印コネクタ 241">
            <a:extLst>
              <a:ext uri="{FF2B5EF4-FFF2-40B4-BE49-F238E27FC236}">
                <a16:creationId xmlns:a16="http://schemas.microsoft.com/office/drawing/2014/main" id="{7CDF4907-50DB-7CD5-3D56-80EE742F0D3B}"/>
              </a:ext>
            </a:extLst>
          </p:cNvPr>
          <p:cNvCxnSpPr>
            <a:cxnSpLocks/>
          </p:cNvCxnSpPr>
          <p:nvPr/>
        </p:nvCxnSpPr>
        <p:spPr bwMode="auto">
          <a:xfrm>
            <a:off x="2483768" y="3263270"/>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3" name="直線矢印コネクタ 242">
            <a:extLst>
              <a:ext uri="{FF2B5EF4-FFF2-40B4-BE49-F238E27FC236}">
                <a16:creationId xmlns:a16="http://schemas.microsoft.com/office/drawing/2014/main" id="{B3066C45-EEBF-D475-88B2-E34D47A49666}"/>
              </a:ext>
            </a:extLst>
          </p:cNvPr>
          <p:cNvCxnSpPr>
            <a:cxnSpLocks/>
          </p:cNvCxnSpPr>
          <p:nvPr/>
        </p:nvCxnSpPr>
        <p:spPr bwMode="auto">
          <a:xfrm>
            <a:off x="2493277" y="3901425"/>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sp>
        <p:nvSpPr>
          <p:cNvPr id="244" name="テキスト ボックス 243">
            <a:extLst>
              <a:ext uri="{FF2B5EF4-FFF2-40B4-BE49-F238E27FC236}">
                <a16:creationId xmlns:a16="http://schemas.microsoft.com/office/drawing/2014/main" id="{D94533F8-C2EC-17CD-549C-5AE8B03FCF33}"/>
              </a:ext>
            </a:extLst>
          </p:cNvPr>
          <p:cNvSpPr txBox="1"/>
          <p:nvPr/>
        </p:nvSpPr>
        <p:spPr>
          <a:xfrm>
            <a:off x="1577839" y="2268899"/>
            <a:ext cx="1321843" cy="307777"/>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太陽光発電量</a:t>
            </a:r>
          </a:p>
        </p:txBody>
      </p:sp>
      <p:sp>
        <p:nvSpPr>
          <p:cNvPr id="245" name="テキスト ボックス 244">
            <a:extLst>
              <a:ext uri="{FF2B5EF4-FFF2-40B4-BE49-F238E27FC236}">
                <a16:creationId xmlns:a16="http://schemas.microsoft.com/office/drawing/2014/main" id="{710A75AF-7829-78E2-017F-8B55E9FC8DBC}"/>
              </a:ext>
            </a:extLst>
          </p:cNvPr>
          <p:cNvSpPr txBox="1"/>
          <p:nvPr/>
        </p:nvSpPr>
        <p:spPr>
          <a:xfrm>
            <a:off x="1264205" y="479715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6" name="テキスト ボックス 245">
            <a:extLst>
              <a:ext uri="{FF2B5EF4-FFF2-40B4-BE49-F238E27FC236}">
                <a16:creationId xmlns:a16="http://schemas.microsoft.com/office/drawing/2014/main" id="{BD0C99B4-1255-B78D-3FE3-9CD317EEA632}"/>
              </a:ext>
            </a:extLst>
          </p:cNvPr>
          <p:cNvSpPr txBox="1"/>
          <p:nvPr/>
        </p:nvSpPr>
        <p:spPr>
          <a:xfrm>
            <a:off x="3869348" y="4826465"/>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7" name="テキスト ボックス 246">
            <a:extLst>
              <a:ext uri="{FF2B5EF4-FFF2-40B4-BE49-F238E27FC236}">
                <a16:creationId xmlns:a16="http://schemas.microsoft.com/office/drawing/2014/main" id="{D16B3162-0FCE-D647-556C-B464F88E852A}"/>
              </a:ext>
            </a:extLst>
          </p:cNvPr>
          <p:cNvSpPr txBox="1"/>
          <p:nvPr/>
        </p:nvSpPr>
        <p:spPr>
          <a:xfrm>
            <a:off x="6891529" y="480214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8" name="テキスト ボックス 247">
            <a:extLst>
              <a:ext uri="{FF2B5EF4-FFF2-40B4-BE49-F238E27FC236}">
                <a16:creationId xmlns:a16="http://schemas.microsoft.com/office/drawing/2014/main" id="{4D221866-4F11-EC0A-7A22-891431EC37B4}"/>
              </a:ext>
            </a:extLst>
          </p:cNvPr>
          <p:cNvSpPr txBox="1"/>
          <p:nvPr/>
        </p:nvSpPr>
        <p:spPr>
          <a:xfrm>
            <a:off x="6473471" y="2383488"/>
            <a:ext cx="810471"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充電</a:t>
            </a:r>
            <a:r>
              <a:rPr kumimoji="1" lang="ja-JP" altLang="en-US" sz="1400">
                <a:solidFill>
                  <a:srgbClr val="C00000"/>
                </a:solidFill>
                <a:latin typeface="MS PGothic" panose="020B0600070205080204" pitchFamily="34" charset="-128"/>
                <a:ea typeface="MS PGothic" panose="020B0600070205080204" pitchFamily="34" charset="-128"/>
              </a:rPr>
              <a:t>量</a:t>
            </a:r>
            <a:endParaRPr kumimoji="1" lang="ja-JP" altLang="en-US" sz="1200">
              <a:solidFill>
                <a:srgbClr val="C00000"/>
              </a:solidFill>
              <a:latin typeface="MS PGothic" panose="020B0600070205080204" pitchFamily="34" charset="-128"/>
              <a:ea typeface="MS PGothic" panose="020B0600070205080204" pitchFamily="34" charset="-128"/>
            </a:endParaRPr>
          </a:p>
        </p:txBody>
      </p:sp>
      <p:sp>
        <p:nvSpPr>
          <p:cNvPr id="249" name="テキスト ボックス 248">
            <a:extLst>
              <a:ext uri="{FF2B5EF4-FFF2-40B4-BE49-F238E27FC236}">
                <a16:creationId xmlns:a16="http://schemas.microsoft.com/office/drawing/2014/main" id="{376465D0-CE03-C693-B751-A102F5BFB6CB}"/>
              </a:ext>
            </a:extLst>
          </p:cNvPr>
          <p:cNvSpPr txBox="1"/>
          <p:nvPr/>
        </p:nvSpPr>
        <p:spPr>
          <a:xfrm>
            <a:off x="5460551" y="2391770"/>
            <a:ext cx="795896"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放電量</a:t>
            </a:r>
          </a:p>
        </p:txBody>
      </p:sp>
      <p:sp>
        <p:nvSpPr>
          <p:cNvPr id="250" name="テキスト ボックス 249">
            <a:extLst>
              <a:ext uri="{FF2B5EF4-FFF2-40B4-BE49-F238E27FC236}">
                <a16:creationId xmlns:a16="http://schemas.microsoft.com/office/drawing/2014/main" id="{8A780767-281D-01BA-16A7-1FD85046D947}"/>
              </a:ext>
            </a:extLst>
          </p:cNvPr>
          <p:cNvSpPr txBox="1"/>
          <p:nvPr/>
        </p:nvSpPr>
        <p:spPr>
          <a:xfrm>
            <a:off x="4858003" y="3194216"/>
            <a:ext cx="866125"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売電</a:t>
            </a:r>
            <a:r>
              <a:rPr kumimoji="1" lang="ja-JP" altLang="en-US" sz="1400">
                <a:solidFill>
                  <a:srgbClr val="C00000"/>
                </a:solidFill>
                <a:latin typeface="MS PGothic" panose="020B0600070205080204" pitchFamily="34" charset="-128"/>
                <a:ea typeface="MS PGothic" panose="020B0600070205080204" pitchFamily="34" charset="-128"/>
              </a:rPr>
              <a:t>量</a:t>
            </a:r>
          </a:p>
        </p:txBody>
      </p:sp>
      <p:sp>
        <p:nvSpPr>
          <p:cNvPr id="251" name="テキスト ボックス 250">
            <a:extLst>
              <a:ext uri="{FF2B5EF4-FFF2-40B4-BE49-F238E27FC236}">
                <a16:creationId xmlns:a16="http://schemas.microsoft.com/office/drawing/2014/main" id="{0FFE7E01-884A-6D3A-06B1-3BF7D992EA0C}"/>
              </a:ext>
            </a:extLst>
          </p:cNvPr>
          <p:cNvSpPr txBox="1"/>
          <p:nvPr/>
        </p:nvSpPr>
        <p:spPr>
          <a:xfrm>
            <a:off x="3633867" y="3203709"/>
            <a:ext cx="866125"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買電量</a:t>
            </a:r>
          </a:p>
        </p:txBody>
      </p:sp>
      <p:sp>
        <p:nvSpPr>
          <p:cNvPr id="252" name="テキスト ボックス 251">
            <a:extLst>
              <a:ext uri="{FF2B5EF4-FFF2-40B4-BE49-F238E27FC236}">
                <a16:creationId xmlns:a16="http://schemas.microsoft.com/office/drawing/2014/main" id="{45173E21-0FC2-4CBF-B919-E8D709C4B8C4}"/>
              </a:ext>
            </a:extLst>
          </p:cNvPr>
          <p:cNvSpPr txBox="1"/>
          <p:nvPr/>
        </p:nvSpPr>
        <p:spPr>
          <a:xfrm>
            <a:off x="3782243" y="1133751"/>
            <a:ext cx="1418523" cy="738664"/>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買電単価</a:t>
            </a:r>
            <a:endParaRPr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売電単価</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最大買電力量</a:t>
            </a:r>
          </a:p>
        </p:txBody>
      </p:sp>
      <p:sp>
        <p:nvSpPr>
          <p:cNvPr id="255" name="テキスト ボックス 254">
            <a:extLst>
              <a:ext uri="{FF2B5EF4-FFF2-40B4-BE49-F238E27FC236}">
                <a16:creationId xmlns:a16="http://schemas.microsoft.com/office/drawing/2014/main" id="{1C9CB93D-37B4-3F71-BD72-9EF7FDE15024}"/>
              </a:ext>
            </a:extLst>
          </p:cNvPr>
          <p:cNvSpPr txBox="1"/>
          <p:nvPr/>
        </p:nvSpPr>
        <p:spPr>
          <a:xfrm>
            <a:off x="237076" y="2609735"/>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6" name="テキスト ボックス 255">
            <a:extLst>
              <a:ext uri="{FF2B5EF4-FFF2-40B4-BE49-F238E27FC236}">
                <a16:creationId xmlns:a16="http://schemas.microsoft.com/office/drawing/2014/main" id="{7AD99471-9B29-C04D-234D-918B0A9D8CD6}"/>
              </a:ext>
            </a:extLst>
          </p:cNvPr>
          <p:cNvSpPr txBox="1"/>
          <p:nvPr/>
        </p:nvSpPr>
        <p:spPr>
          <a:xfrm>
            <a:off x="968509" y="3573222"/>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7" name="テキスト ボックス 256">
            <a:extLst>
              <a:ext uri="{FF2B5EF4-FFF2-40B4-BE49-F238E27FC236}">
                <a16:creationId xmlns:a16="http://schemas.microsoft.com/office/drawing/2014/main" id="{76362F7B-30A0-44E5-C812-7D87045324E8}"/>
              </a:ext>
            </a:extLst>
          </p:cNvPr>
          <p:cNvSpPr txBox="1"/>
          <p:nvPr/>
        </p:nvSpPr>
        <p:spPr>
          <a:xfrm>
            <a:off x="1787222"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8" name="テキスト ボックス 257">
            <a:extLst>
              <a:ext uri="{FF2B5EF4-FFF2-40B4-BE49-F238E27FC236}">
                <a16:creationId xmlns:a16="http://schemas.microsoft.com/office/drawing/2014/main" id="{865C9BC1-7000-4BE4-A4E5-B3C53624C3B5}"/>
              </a:ext>
            </a:extLst>
          </p:cNvPr>
          <p:cNvSpPr txBox="1"/>
          <p:nvPr/>
        </p:nvSpPr>
        <p:spPr>
          <a:xfrm>
            <a:off x="4299155"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9" name="テキスト ボックス 258">
            <a:extLst>
              <a:ext uri="{FF2B5EF4-FFF2-40B4-BE49-F238E27FC236}">
                <a16:creationId xmlns:a16="http://schemas.microsoft.com/office/drawing/2014/main" id="{B5016149-B3E5-946D-8C9E-3C9DCE44710B}"/>
              </a:ext>
            </a:extLst>
          </p:cNvPr>
          <p:cNvSpPr txBox="1"/>
          <p:nvPr/>
        </p:nvSpPr>
        <p:spPr>
          <a:xfrm>
            <a:off x="7390009" y="4449741"/>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0" name="テキスト ボックス 259">
            <a:extLst>
              <a:ext uri="{FF2B5EF4-FFF2-40B4-BE49-F238E27FC236}">
                <a16:creationId xmlns:a16="http://schemas.microsoft.com/office/drawing/2014/main" id="{85C715D3-640D-034F-E8EB-D1099A13D7DA}"/>
              </a:ext>
            </a:extLst>
          </p:cNvPr>
          <p:cNvSpPr txBox="1"/>
          <p:nvPr/>
        </p:nvSpPr>
        <p:spPr>
          <a:xfrm>
            <a:off x="6868577" y="276934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1" name="テキスト ボックス 260">
            <a:extLst>
              <a:ext uri="{FF2B5EF4-FFF2-40B4-BE49-F238E27FC236}">
                <a16:creationId xmlns:a16="http://schemas.microsoft.com/office/drawing/2014/main" id="{A4AB953D-E1A8-79F1-F82E-C8F5956EA1AF}"/>
              </a:ext>
            </a:extLst>
          </p:cNvPr>
          <p:cNvSpPr txBox="1"/>
          <p:nvPr/>
        </p:nvSpPr>
        <p:spPr>
          <a:xfrm>
            <a:off x="6885953" y="3579834"/>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2" name="テキスト ボックス 261">
            <a:extLst>
              <a:ext uri="{FF2B5EF4-FFF2-40B4-BE49-F238E27FC236}">
                <a16:creationId xmlns:a16="http://schemas.microsoft.com/office/drawing/2014/main" id="{F2EF8C2B-06B0-93D3-F0CE-5D06EE65831B}"/>
              </a:ext>
            </a:extLst>
          </p:cNvPr>
          <p:cNvSpPr txBox="1"/>
          <p:nvPr/>
        </p:nvSpPr>
        <p:spPr>
          <a:xfrm>
            <a:off x="5546036" y="1056623"/>
            <a:ext cx="1542430" cy="738664"/>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最大容量</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0070C0"/>
                </a:solidFill>
                <a:latin typeface="MS PGothic" panose="020B0600070205080204" pitchFamily="34" charset="-128"/>
                <a:ea typeface="MS PGothic" panose="020B0600070205080204" pitchFamily="34" charset="-128"/>
              </a:rPr>
              <a:t>最大充放電量</a:t>
            </a:r>
            <a:endParaRPr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C00000"/>
                </a:solidFill>
                <a:latin typeface="MS PGothic" panose="020B0600070205080204" pitchFamily="34" charset="-128"/>
                <a:ea typeface="MS PGothic" panose="020B0600070205080204" pitchFamily="34" charset="-128"/>
              </a:rPr>
              <a:t>蓄電池の残量</a:t>
            </a:r>
            <a:endParaRPr kumimoji="1" lang="ja-JP" altLang="en-US" sz="1400">
              <a:solidFill>
                <a:srgbClr val="C00000"/>
              </a:solidFill>
              <a:latin typeface="MS PGothic" panose="020B0600070205080204" pitchFamily="34" charset="-128"/>
              <a:ea typeface="MS PGothic" panose="020B0600070205080204" pitchFamily="34" charset="-128"/>
            </a:endParaRPr>
          </a:p>
        </p:txBody>
      </p:sp>
      <p:sp>
        <p:nvSpPr>
          <p:cNvPr id="264" name="テキスト ボックス 263">
            <a:extLst>
              <a:ext uri="{FF2B5EF4-FFF2-40B4-BE49-F238E27FC236}">
                <a16:creationId xmlns:a16="http://schemas.microsoft.com/office/drawing/2014/main" id="{AEAFB855-16FA-881D-EC07-5BA5A390A08C}"/>
              </a:ext>
            </a:extLst>
          </p:cNvPr>
          <p:cNvSpPr txBox="1"/>
          <p:nvPr/>
        </p:nvSpPr>
        <p:spPr>
          <a:xfrm>
            <a:off x="7088466" y="1124744"/>
            <a:ext cx="1152593" cy="338554"/>
          </a:xfrm>
          <a:prstGeom prst="rect">
            <a:avLst/>
          </a:prstGeom>
          <a:noFill/>
        </p:spPr>
        <p:txBody>
          <a:bodyPr wrap="square">
            <a:spAutoFit/>
          </a:bodyPr>
          <a:lstStyle/>
          <a:p>
            <a:r>
              <a:rPr lang="ja-JP" altLang="en-US" sz="1600">
                <a:solidFill>
                  <a:srgbClr val="0070C0"/>
                </a:solidFill>
                <a:latin typeface="MS PGothic" panose="020B0600070205080204" pitchFamily="34" charset="-128"/>
                <a:ea typeface="MS PGothic" panose="020B0600070205080204" pitchFamily="34" charset="-128"/>
              </a:rPr>
              <a:t>青字</a:t>
            </a:r>
            <a:endParaRPr kumimoji="1" lang="en-US" altLang="ja-JP" sz="2400" dirty="0">
              <a:solidFill>
                <a:srgbClr val="0070C0"/>
              </a:solidFill>
              <a:latin typeface="MS PGothic" panose="020B0600070205080204" pitchFamily="34" charset="-128"/>
              <a:ea typeface="MS PGothic" panose="020B0600070205080204" pitchFamily="34" charset="-128"/>
            </a:endParaRPr>
          </a:p>
        </p:txBody>
      </p:sp>
      <p:sp>
        <p:nvSpPr>
          <p:cNvPr id="265" name="テキスト ボックス 264">
            <a:extLst>
              <a:ext uri="{FF2B5EF4-FFF2-40B4-BE49-F238E27FC236}">
                <a16:creationId xmlns:a16="http://schemas.microsoft.com/office/drawing/2014/main" id="{D53BB942-DB37-26BA-88ED-4D1CA92538D3}"/>
              </a:ext>
            </a:extLst>
          </p:cNvPr>
          <p:cNvSpPr txBox="1"/>
          <p:nvPr/>
        </p:nvSpPr>
        <p:spPr>
          <a:xfrm>
            <a:off x="7107539" y="1567718"/>
            <a:ext cx="1152593" cy="338554"/>
          </a:xfrm>
          <a:prstGeom prst="rect">
            <a:avLst/>
          </a:prstGeom>
          <a:noFill/>
        </p:spPr>
        <p:txBody>
          <a:bodyPr wrap="square">
            <a:spAutoFit/>
          </a:bodyPr>
          <a:lstStyle/>
          <a:p>
            <a:r>
              <a:rPr lang="ja-JP" altLang="en-US" sz="1600">
                <a:solidFill>
                  <a:srgbClr val="C00000"/>
                </a:solidFill>
                <a:latin typeface="MS PGothic" panose="020B0600070205080204" pitchFamily="34" charset="-128"/>
                <a:ea typeface="MS PGothic" panose="020B0600070205080204" pitchFamily="34" charset="-128"/>
              </a:rPr>
              <a:t>赤字</a:t>
            </a:r>
            <a:endParaRPr kumimoji="1" lang="en-US" altLang="ja-JP" sz="2400" dirty="0">
              <a:solidFill>
                <a:srgbClr val="C00000"/>
              </a:solidFill>
              <a:latin typeface="MS PGothic" panose="020B0600070205080204" pitchFamily="34" charset="-128"/>
              <a:ea typeface="MS PGothic" panose="020B0600070205080204" pitchFamily="34" charset="-128"/>
            </a:endParaRPr>
          </a:p>
        </p:txBody>
      </p:sp>
      <p:sp>
        <p:nvSpPr>
          <p:cNvPr id="2" name="正方形/長方形 1">
            <a:extLst>
              <a:ext uri="{FF2B5EF4-FFF2-40B4-BE49-F238E27FC236}">
                <a16:creationId xmlns:a16="http://schemas.microsoft.com/office/drawing/2014/main" id="{13123FE9-7C1A-36C9-61F4-021526138DA2}"/>
              </a:ext>
            </a:extLst>
          </p:cNvPr>
          <p:cNvSpPr/>
          <p:nvPr/>
        </p:nvSpPr>
        <p:spPr>
          <a:xfrm>
            <a:off x="5902191" y="2712325"/>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
        <p:nvSpPr>
          <p:cNvPr id="3" name="角丸四角形吹き出し 1">
            <a:extLst>
              <a:ext uri="{FF2B5EF4-FFF2-40B4-BE49-F238E27FC236}">
                <a16:creationId xmlns:a16="http://schemas.microsoft.com/office/drawing/2014/main" id="{223A5A25-2B90-BC03-AA2A-E4A300596359}"/>
              </a:ext>
            </a:extLst>
          </p:cNvPr>
          <p:cNvSpPr/>
          <p:nvPr/>
        </p:nvSpPr>
        <p:spPr bwMode="auto">
          <a:xfrm>
            <a:off x="6386638" y="2492896"/>
            <a:ext cx="2614785" cy="1205870"/>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11686" h="1753549">
                <a:moveTo>
                  <a:pt x="681179" y="866171"/>
                </a:moveTo>
                <a:cubicBezTo>
                  <a:pt x="681179" y="769755"/>
                  <a:pt x="759340" y="691594"/>
                  <a:pt x="855756" y="691594"/>
                </a:cubicBezTo>
                <a:lnTo>
                  <a:pt x="1467022" y="691594"/>
                </a:lnTo>
                <a:lnTo>
                  <a:pt x="1738290" y="691594"/>
                </a:lnTo>
                <a:lnTo>
                  <a:pt x="0" y="0"/>
                </a:lnTo>
                <a:lnTo>
                  <a:pt x="2141958" y="696081"/>
                </a:lnTo>
                <a:lnTo>
                  <a:pt x="4637109" y="691594"/>
                </a:lnTo>
                <a:cubicBezTo>
                  <a:pt x="4733525" y="691594"/>
                  <a:pt x="4811686" y="769755"/>
                  <a:pt x="4811686" y="866171"/>
                </a:cubicBezTo>
                <a:lnTo>
                  <a:pt x="4811686" y="1302601"/>
                </a:lnTo>
                <a:lnTo>
                  <a:pt x="4811686" y="1302601"/>
                </a:lnTo>
                <a:lnTo>
                  <a:pt x="4811686" y="1564462"/>
                </a:lnTo>
                <a:lnTo>
                  <a:pt x="4811686" y="1564458"/>
                </a:lnTo>
                <a:cubicBezTo>
                  <a:pt x="4811686" y="1660874"/>
                  <a:pt x="4733525" y="1739035"/>
                  <a:pt x="4637109" y="1739035"/>
                </a:cubicBezTo>
                <a:lnTo>
                  <a:pt x="4123268" y="1739035"/>
                </a:lnTo>
                <a:lnTo>
                  <a:pt x="3901431" y="1748073"/>
                </a:lnTo>
                <a:lnTo>
                  <a:pt x="3751041" y="1753549"/>
                </a:lnTo>
                <a:lnTo>
                  <a:pt x="855756" y="1739035"/>
                </a:lnTo>
                <a:cubicBezTo>
                  <a:pt x="759340" y="1739035"/>
                  <a:pt x="681179" y="1660874"/>
                  <a:pt x="681179" y="1564458"/>
                </a:cubicBezTo>
                <a:lnTo>
                  <a:pt x="681179" y="1564462"/>
                </a:lnTo>
                <a:lnTo>
                  <a:pt x="681179" y="1302601"/>
                </a:lnTo>
                <a:lnTo>
                  <a:pt x="681179" y="1302601"/>
                </a:lnTo>
                <a:lnTo>
                  <a:pt x="681179" y="866171"/>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　　・最大充放電量以下</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lang="ja-JP" altLang="en-US" sz="180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しか充放電できない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p:txBody>
      </p:sp>
      <p:sp>
        <p:nvSpPr>
          <p:cNvPr id="4" name="角丸四角形吹き出し 1">
            <a:extLst>
              <a:ext uri="{FF2B5EF4-FFF2-40B4-BE49-F238E27FC236}">
                <a16:creationId xmlns:a16="http://schemas.microsoft.com/office/drawing/2014/main" id="{CFFC9DE5-6928-055D-5D8E-4443CAD947A1}"/>
              </a:ext>
            </a:extLst>
          </p:cNvPr>
          <p:cNvSpPr/>
          <p:nvPr/>
        </p:nvSpPr>
        <p:spPr bwMode="auto">
          <a:xfrm>
            <a:off x="3562093" y="2218569"/>
            <a:ext cx="2799922" cy="1994093"/>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 name="connsiteX0" fmla="*/ 0 w 4130507"/>
              <a:gd name="connsiteY0" fmla="*/ 2010331 h 2897709"/>
              <a:gd name="connsiteX1" fmla="*/ 174577 w 4130507"/>
              <a:gd name="connsiteY1" fmla="*/ 1835754 h 2897709"/>
              <a:gd name="connsiteX2" fmla="*/ 785843 w 4130507"/>
              <a:gd name="connsiteY2" fmla="*/ 1835754 h 2897709"/>
              <a:gd name="connsiteX3" fmla="*/ 1057111 w 4130507"/>
              <a:gd name="connsiteY3" fmla="*/ 1835754 h 2897709"/>
              <a:gd name="connsiteX4" fmla="*/ 3447219 w 4130507"/>
              <a:gd name="connsiteY4" fmla="*/ 0 h 2897709"/>
              <a:gd name="connsiteX5" fmla="*/ 1460779 w 4130507"/>
              <a:gd name="connsiteY5" fmla="*/ 1840241 h 2897709"/>
              <a:gd name="connsiteX6" fmla="*/ 3955930 w 4130507"/>
              <a:gd name="connsiteY6" fmla="*/ 1835754 h 2897709"/>
              <a:gd name="connsiteX7" fmla="*/ 4130507 w 4130507"/>
              <a:gd name="connsiteY7" fmla="*/ 2010331 h 2897709"/>
              <a:gd name="connsiteX8" fmla="*/ 4130507 w 4130507"/>
              <a:gd name="connsiteY8" fmla="*/ 2446761 h 2897709"/>
              <a:gd name="connsiteX9" fmla="*/ 4130507 w 4130507"/>
              <a:gd name="connsiteY9" fmla="*/ 2446761 h 2897709"/>
              <a:gd name="connsiteX10" fmla="*/ 4130507 w 4130507"/>
              <a:gd name="connsiteY10" fmla="*/ 2708622 h 2897709"/>
              <a:gd name="connsiteX11" fmla="*/ 4130507 w 4130507"/>
              <a:gd name="connsiteY11" fmla="*/ 2708618 h 2897709"/>
              <a:gd name="connsiteX12" fmla="*/ 3955930 w 4130507"/>
              <a:gd name="connsiteY12" fmla="*/ 2883195 h 2897709"/>
              <a:gd name="connsiteX13" fmla="*/ 3442089 w 4130507"/>
              <a:gd name="connsiteY13" fmla="*/ 2883195 h 2897709"/>
              <a:gd name="connsiteX14" fmla="*/ 3220252 w 4130507"/>
              <a:gd name="connsiteY14" fmla="*/ 2892233 h 2897709"/>
              <a:gd name="connsiteX15" fmla="*/ 3069862 w 4130507"/>
              <a:gd name="connsiteY15" fmla="*/ 2897709 h 2897709"/>
              <a:gd name="connsiteX16" fmla="*/ 174577 w 4130507"/>
              <a:gd name="connsiteY16" fmla="*/ 2883195 h 2897709"/>
              <a:gd name="connsiteX17" fmla="*/ 0 w 4130507"/>
              <a:gd name="connsiteY17" fmla="*/ 2708618 h 2897709"/>
              <a:gd name="connsiteX18" fmla="*/ 0 w 4130507"/>
              <a:gd name="connsiteY18" fmla="*/ 2708622 h 2897709"/>
              <a:gd name="connsiteX19" fmla="*/ 0 w 4130507"/>
              <a:gd name="connsiteY19" fmla="*/ 2446761 h 2897709"/>
              <a:gd name="connsiteX20" fmla="*/ 0 w 4130507"/>
              <a:gd name="connsiteY20" fmla="*/ 2446761 h 2897709"/>
              <a:gd name="connsiteX21" fmla="*/ 0 w 4130507"/>
              <a:gd name="connsiteY21" fmla="*/ 2010331 h 2897709"/>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1460779 w 4130507"/>
              <a:gd name="connsiteY5" fmla="*/ 800010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2176447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51951 h 1839329"/>
              <a:gd name="connsiteX1" fmla="*/ 174577 w 4130507"/>
              <a:gd name="connsiteY1" fmla="*/ 777374 h 1839329"/>
              <a:gd name="connsiteX2" fmla="*/ 785843 w 4130507"/>
              <a:gd name="connsiteY2" fmla="*/ 777374 h 1839329"/>
              <a:gd name="connsiteX3" fmla="*/ 2176447 w 4130507"/>
              <a:gd name="connsiteY3" fmla="*/ 777374 h 1839329"/>
              <a:gd name="connsiteX4" fmla="*/ 3418518 w 4130507"/>
              <a:gd name="connsiteY4" fmla="*/ 0 h 1839329"/>
              <a:gd name="connsiteX5" fmla="*/ 2694918 w 4130507"/>
              <a:gd name="connsiteY5" fmla="*/ 790936 h 1839329"/>
              <a:gd name="connsiteX6" fmla="*/ 3955930 w 4130507"/>
              <a:gd name="connsiteY6" fmla="*/ 777374 h 1839329"/>
              <a:gd name="connsiteX7" fmla="*/ 4130507 w 4130507"/>
              <a:gd name="connsiteY7" fmla="*/ 951951 h 1839329"/>
              <a:gd name="connsiteX8" fmla="*/ 4130507 w 4130507"/>
              <a:gd name="connsiteY8" fmla="*/ 1388381 h 1839329"/>
              <a:gd name="connsiteX9" fmla="*/ 4130507 w 4130507"/>
              <a:gd name="connsiteY9" fmla="*/ 1388381 h 1839329"/>
              <a:gd name="connsiteX10" fmla="*/ 4130507 w 4130507"/>
              <a:gd name="connsiteY10" fmla="*/ 1650242 h 1839329"/>
              <a:gd name="connsiteX11" fmla="*/ 4130507 w 4130507"/>
              <a:gd name="connsiteY11" fmla="*/ 1650238 h 1839329"/>
              <a:gd name="connsiteX12" fmla="*/ 3955930 w 4130507"/>
              <a:gd name="connsiteY12" fmla="*/ 1824815 h 1839329"/>
              <a:gd name="connsiteX13" fmla="*/ 3442089 w 4130507"/>
              <a:gd name="connsiteY13" fmla="*/ 1824815 h 1839329"/>
              <a:gd name="connsiteX14" fmla="*/ 3220252 w 4130507"/>
              <a:gd name="connsiteY14" fmla="*/ 1833853 h 1839329"/>
              <a:gd name="connsiteX15" fmla="*/ 3069862 w 4130507"/>
              <a:gd name="connsiteY15" fmla="*/ 1839329 h 1839329"/>
              <a:gd name="connsiteX16" fmla="*/ 174577 w 4130507"/>
              <a:gd name="connsiteY16" fmla="*/ 1824815 h 1839329"/>
              <a:gd name="connsiteX17" fmla="*/ 0 w 4130507"/>
              <a:gd name="connsiteY17" fmla="*/ 1650238 h 1839329"/>
              <a:gd name="connsiteX18" fmla="*/ 0 w 4130507"/>
              <a:gd name="connsiteY18" fmla="*/ 1650242 h 1839329"/>
              <a:gd name="connsiteX19" fmla="*/ 0 w 4130507"/>
              <a:gd name="connsiteY19" fmla="*/ 1388381 h 1839329"/>
              <a:gd name="connsiteX20" fmla="*/ 0 w 4130507"/>
              <a:gd name="connsiteY20" fmla="*/ 1388381 h 1839329"/>
              <a:gd name="connsiteX21" fmla="*/ 0 w 4130507"/>
              <a:gd name="connsiteY21" fmla="*/ 951951 h 183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07" h="1839329">
                <a:moveTo>
                  <a:pt x="0" y="951951"/>
                </a:moveTo>
                <a:cubicBezTo>
                  <a:pt x="0" y="855535"/>
                  <a:pt x="78161" y="777374"/>
                  <a:pt x="174577" y="777374"/>
                </a:cubicBezTo>
                <a:lnTo>
                  <a:pt x="785843" y="777374"/>
                </a:lnTo>
                <a:lnTo>
                  <a:pt x="2176447" y="777374"/>
                </a:lnTo>
                <a:lnTo>
                  <a:pt x="3418518" y="0"/>
                </a:lnTo>
                <a:lnTo>
                  <a:pt x="2694918" y="790936"/>
                </a:lnTo>
                <a:lnTo>
                  <a:pt x="3955930" y="777374"/>
                </a:lnTo>
                <a:cubicBezTo>
                  <a:pt x="4052346" y="777374"/>
                  <a:pt x="4130507" y="855535"/>
                  <a:pt x="4130507" y="951951"/>
                </a:cubicBezTo>
                <a:lnTo>
                  <a:pt x="4130507" y="1388381"/>
                </a:lnTo>
                <a:lnTo>
                  <a:pt x="4130507" y="1388381"/>
                </a:lnTo>
                <a:lnTo>
                  <a:pt x="4130507" y="1650242"/>
                </a:lnTo>
                <a:lnTo>
                  <a:pt x="4130507" y="1650238"/>
                </a:lnTo>
                <a:cubicBezTo>
                  <a:pt x="4130507" y="1746654"/>
                  <a:pt x="4052346" y="1824815"/>
                  <a:pt x="3955930" y="1824815"/>
                </a:cubicBezTo>
                <a:lnTo>
                  <a:pt x="3442089" y="1824815"/>
                </a:lnTo>
                <a:lnTo>
                  <a:pt x="3220252" y="1833853"/>
                </a:lnTo>
                <a:lnTo>
                  <a:pt x="3069862" y="1839329"/>
                </a:lnTo>
                <a:lnTo>
                  <a:pt x="174577" y="1824815"/>
                </a:lnTo>
                <a:cubicBezTo>
                  <a:pt x="78161" y="1824815"/>
                  <a:pt x="0" y="1746654"/>
                  <a:pt x="0" y="1650238"/>
                </a:cubicBezTo>
                <a:lnTo>
                  <a:pt x="0" y="1650242"/>
                </a:lnTo>
                <a:lnTo>
                  <a:pt x="0" y="1388381"/>
                </a:lnTo>
                <a:lnTo>
                  <a:pt x="0" y="1388381"/>
                </a:lnTo>
                <a:lnTo>
                  <a:pt x="0" y="951951"/>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・充放電量に応じて蓄電池　　</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の残量が増減する</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・蓄電池の残量は</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lang="ja-JP" altLang="en-US" sz="180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最大容量を超えない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p:sp>
        <p:nvSpPr>
          <p:cNvPr id="6" name="角丸四角形吹き出し 1">
            <a:extLst>
              <a:ext uri="{FF2B5EF4-FFF2-40B4-BE49-F238E27FC236}">
                <a16:creationId xmlns:a16="http://schemas.microsoft.com/office/drawing/2014/main" id="{AB416F70-A122-E0F1-C036-4BD294DE9026}"/>
              </a:ext>
            </a:extLst>
          </p:cNvPr>
          <p:cNvSpPr/>
          <p:nvPr/>
        </p:nvSpPr>
        <p:spPr bwMode="auto">
          <a:xfrm flipH="1">
            <a:off x="72179" y="4172861"/>
            <a:ext cx="5267135" cy="1323612"/>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07" h="2430136">
                <a:moveTo>
                  <a:pt x="0" y="1542758"/>
                </a:moveTo>
                <a:cubicBezTo>
                  <a:pt x="0" y="1446342"/>
                  <a:pt x="78161" y="1368181"/>
                  <a:pt x="174577" y="1368181"/>
                </a:cubicBezTo>
                <a:lnTo>
                  <a:pt x="2409462" y="1368181"/>
                </a:lnTo>
                <a:lnTo>
                  <a:pt x="2781421" y="1368181"/>
                </a:lnTo>
                <a:lnTo>
                  <a:pt x="2909412" y="0"/>
                </a:lnTo>
                <a:lnTo>
                  <a:pt x="3147330" y="1386874"/>
                </a:lnTo>
                <a:lnTo>
                  <a:pt x="3955930" y="1368181"/>
                </a:lnTo>
                <a:cubicBezTo>
                  <a:pt x="4052346" y="1368181"/>
                  <a:pt x="4130507" y="1446342"/>
                  <a:pt x="4130507" y="1542758"/>
                </a:cubicBezTo>
                <a:lnTo>
                  <a:pt x="4130507" y="1979188"/>
                </a:lnTo>
                <a:lnTo>
                  <a:pt x="4130507" y="1979188"/>
                </a:lnTo>
                <a:lnTo>
                  <a:pt x="4130507" y="2241049"/>
                </a:lnTo>
                <a:lnTo>
                  <a:pt x="4130507" y="2241045"/>
                </a:lnTo>
                <a:cubicBezTo>
                  <a:pt x="4130507" y="2337461"/>
                  <a:pt x="4052346" y="2415622"/>
                  <a:pt x="3955930" y="2415622"/>
                </a:cubicBezTo>
                <a:lnTo>
                  <a:pt x="3442089" y="2415622"/>
                </a:lnTo>
                <a:lnTo>
                  <a:pt x="3220252" y="2424660"/>
                </a:lnTo>
                <a:lnTo>
                  <a:pt x="3069862" y="2430136"/>
                </a:lnTo>
                <a:lnTo>
                  <a:pt x="174577" y="2415622"/>
                </a:lnTo>
                <a:cubicBezTo>
                  <a:pt x="78161" y="2415622"/>
                  <a:pt x="0" y="2337461"/>
                  <a:pt x="0" y="2241045"/>
                </a:cubicBezTo>
                <a:lnTo>
                  <a:pt x="0" y="2241049"/>
                </a:lnTo>
                <a:lnTo>
                  <a:pt x="0" y="1979188"/>
                </a:lnTo>
                <a:lnTo>
                  <a:pt x="0" y="1979188"/>
                </a:lnTo>
                <a:lnTo>
                  <a:pt x="0" y="1542758"/>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・流入する電力と流出する電力の総和が等しい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p:sp>
        <p:nvSpPr>
          <p:cNvPr id="20" name="角丸四角形吹き出し 1">
            <a:extLst>
              <a:ext uri="{FF2B5EF4-FFF2-40B4-BE49-F238E27FC236}">
                <a16:creationId xmlns:a16="http://schemas.microsoft.com/office/drawing/2014/main" id="{A1095661-C42D-CE7D-6676-2F27E39BEADA}"/>
              </a:ext>
            </a:extLst>
          </p:cNvPr>
          <p:cNvSpPr/>
          <p:nvPr/>
        </p:nvSpPr>
        <p:spPr bwMode="auto">
          <a:xfrm>
            <a:off x="179511" y="1046796"/>
            <a:ext cx="4625639" cy="1073284"/>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604363"/>
              <a:gd name="connsiteX1" fmla="*/ 174577 w 4130507"/>
              <a:gd name="connsiteY1" fmla="*/ 0 h 1604363"/>
              <a:gd name="connsiteX2" fmla="*/ 2409462 w 4130507"/>
              <a:gd name="connsiteY2" fmla="*/ 0 h 1604363"/>
              <a:gd name="connsiteX3" fmla="*/ 2409462 w 4130507"/>
              <a:gd name="connsiteY3" fmla="*/ 0 h 1604363"/>
              <a:gd name="connsiteX4" fmla="*/ 3442089 w 4130507"/>
              <a:gd name="connsiteY4" fmla="*/ 0 h 1604363"/>
              <a:gd name="connsiteX5" fmla="*/ 3955930 w 4130507"/>
              <a:gd name="connsiteY5" fmla="*/ 0 h 1604363"/>
              <a:gd name="connsiteX6" fmla="*/ 4130507 w 4130507"/>
              <a:gd name="connsiteY6" fmla="*/ 174577 h 1604363"/>
              <a:gd name="connsiteX7" fmla="*/ 4130507 w 4130507"/>
              <a:gd name="connsiteY7" fmla="*/ 611007 h 1604363"/>
              <a:gd name="connsiteX8" fmla="*/ 4130507 w 4130507"/>
              <a:gd name="connsiteY8" fmla="*/ 611007 h 1604363"/>
              <a:gd name="connsiteX9" fmla="*/ 4130507 w 4130507"/>
              <a:gd name="connsiteY9" fmla="*/ 872868 h 1604363"/>
              <a:gd name="connsiteX10" fmla="*/ 4130507 w 4130507"/>
              <a:gd name="connsiteY10" fmla="*/ 872864 h 1604363"/>
              <a:gd name="connsiteX11" fmla="*/ 3955930 w 4130507"/>
              <a:gd name="connsiteY11" fmla="*/ 1047441 h 1604363"/>
              <a:gd name="connsiteX12" fmla="*/ 3442089 w 4130507"/>
              <a:gd name="connsiteY12" fmla="*/ 1047441 h 1604363"/>
              <a:gd name="connsiteX13" fmla="*/ 3648135 w 4130507"/>
              <a:gd name="connsiteY13" fmla="*/ 1604363 h 1604363"/>
              <a:gd name="connsiteX14" fmla="*/ 3069862 w 4130507"/>
              <a:gd name="connsiteY14" fmla="*/ 1061955 h 1604363"/>
              <a:gd name="connsiteX15" fmla="*/ 174577 w 4130507"/>
              <a:gd name="connsiteY15" fmla="*/ 1047441 h 1604363"/>
              <a:gd name="connsiteX16" fmla="*/ 0 w 4130507"/>
              <a:gd name="connsiteY16" fmla="*/ 872864 h 1604363"/>
              <a:gd name="connsiteX17" fmla="*/ 0 w 4130507"/>
              <a:gd name="connsiteY17" fmla="*/ 872868 h 1604363"/>
              <a:gd name="connsiteX18" fmla="*/ 0 w 4130507"/>
              <a:gd name="connsiteY18" fmla="*/ 611007 h 1604363"/>
              <a:gd name="connsiteX19" fmla="*/ 0 w 4130507"/>
              <a:gd name="connsiteY19" fmla="*/ 611007 h 1604363"/>
              <a:gd name="connsiteX20" fmla="*/ 0 w 4130507"/>
              <a:gd name="connsiteY20" fmla="*/ 174577 h 1604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30507" h="1604363">
                <a:moveTo>
                  <a:pt x="0" y="174577"/>
                </a:moveTo>
                <a:cubicBezTo>
                  <a:pt x="0" y="78161"/>
                  <a:pt x="78161" y="0"/>
                  <a:pt x="174577" y="0"/>
                </a:cubicBezTo>
                <a:lnTo>
                  <a:pt x="2409462" y="0"/>
                </a:lnTo>
                <a:lnTo>
                  <a:pt x="2409462" y="0"/>
                </a:lnTo>
                <a:lnTo>
                  <a:pt x="3442089" y="0"/>
                </a:lnTo>
                <a:lnTo>
                  <a:pt x="3955930" y="0"/>
                </a:lnTo>
                <a:cubicBezTo>
                  <a:pt x="4052346" y="0"/>
                  <a:pt x="4130507" y="78161"/>
                  <a:pt x="4130507" y="174577"/>
                </a:cubicBezTo>
                <a:lnTo>
                  <a:pt x="4130507" y="611007"/>
                </a:lnTo>
                <a:lnTo>
                  <a:pt x="4130507" y="611007"/>
                </a:lnTo>
                <a:lnTo>
                  <a:pt x="4130507" y="872868"/>
                </a:lnTo>
                <a:lnTo>
                  <a:pt x="4130507" y="872864"/>
                </a:lnTo>
                <a:cubicBezTo>
                  <a:pt x="4130507" y="969280"/>
                  <a:pt x="4052346" y="1047441"/>
                  <a:pt x="3955930" y="1047441"/>
                </a:cubicBezTo>
                <a:lnTo>
                  <a:pt x="3442089" y="1047441"/>
                </a:lnTo>
                <a:lnTo>
                  <a:pt x="3648135" y="1604363"/>
                </a:lnTo>
                <a:lnTo>
                  <a:pt x="3069862" y="1061955"/>
                </a:lnTo>
                <a:lnTo>
                  <a:pt x="174577" y="1047441"/>
                </a:lnTo>
                <a:cubicBezTo>
                  <a:pt x="78161" y="1047441"/>
                  <a:pt x="0" y="969280"/>
                  <a:pt x="0" y="872864"/>
                </a:cubicBezTo>
                <a:lnTo>
                  <a:pt x="0" y="872868"/>
                </a:lnTo>
                <a:lnTo>
                  <a:pt x="0" y="611007"/>
                </a:lnTo>
                <a:lnTo>
                  <a:pt x="0" y="611007"/>
                </a:lnTo>
                <a:lnTo>
                  <a:pt x="0" y="174577"/>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effectLst/>
                <a:latin typeface="Arial" charset="0"/>
                <a:ea typeface="ＭＳ Ｐゴシック" pitchFamily="50" charset="-128"/>
              </a:rPr>
              <a:t>・</a:t>
            </a:r>
            <a:r>
              <a:rPr lang="ja-JP" altLang="en-US" sz="1800" b="1">
                <a:ea typeface="ＭＳ Ｐゴシック" pitchFamily="50" charset="-128"/>
              </a:rPr>
              <a:t>費用</a:t>
            </a:r>
            <a:r>
              <a:rPr kumimoji="1" lang="ja-JP" altLang="en-US" sz="1800" b="1" i="0" u="none" strike="noStrike" cap="none" normalizeH="0" baseline="0">
                <a:ln>
                  <a:noFill/>
                </a:ln>
                <a:effectLst/>
                <a:latin typeface="Arial" charset="0"/>
                <a:ea typeface="ＭＳ Ｐゴシック" pitchFamily="50" charset="-128"/>
              </a:rPr>
              <a:t>をなるべく小さくする</a:t>
            </a:r>
            <a:endParaRPr kumimoji="1" lang="en-US" altLang="ja-JP" sz="1800" b="1" i="0" u="none" strike="noStrike" cap="none" normalizeH="0" baseline="0" dirty="0">
              <a:ln>
                <a:noFill/>
              </a:ln>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a:t>
            </a:r>
            <a:r>
              <a:rPr kumimoji="1" lang="en-US" altLang="ja-JP" sz="1800" b="0" i="0" u="sng" strike="noStrike" cap="none" normalizeH="0" baseline="0" dirty="0">
                <a:ln>
                  <a:noFill/>
                </a:ln>
                <a:solidFill>
                  <a:schemeClr val="tx1"/>
                </a:solidFill>
                <a:effectLst/>
                <a:latin typeface="Arial" charset="0"/>
                <a:ea typeface="ＭＳ Ｐゴシック" pitchFamily="50" charset="-128"/>
              </a:rPr>
              <a:t>30</a:t>
            </a:r>
            <a:r>
              <a:rPr kumimoji="1" lang="ja-JP" altLang="en-US" sz="1800" b="0" i="0" u="sng" strike="noStrike" cap="none" normalizeH="0" baseline="0">
                <a:ln>
                  <a:noFill/>
                </a:ln>
                <a:solidFill>
                  <a:schemeClr val="tx1"/>
                </a:solidFill>
                <a:effectLst/>
                <a:latin typeface="Arial" charset="0"/>
                <a:ea typeface="ＭＳ Ｐゴシック" pitchFamily="50" charset="-128"/>
              </a:rPr>
              <a:t>分間の平均買</a:t>
            </a:r>
            <a:r>
              <a:rPr lang="ja-JP" altLang="en-US" sz="1800" u="sng">
                <a:ea typeface="ＭＳ Ｐゴシック" pitchFamily="50" charset="-128"/>
              </a:rPr>
              <a:t>電力量</a:t>
            </a:r>
            <a:r>
              <a:rPr lang="ja-JP" altLang="en-US" sz="1800">
                <a:ea typeface="ＭＳ Ｐゴシック" pitchFamily="50" charset="-128"/>
              </a:rPr>
              <a:t>を一定値以下にする</a:t>
            </a:r>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p:txBody>
      </p:sp>
      <p:sp>
        <p:nvSpPr>
          <p:cNvPr id="8" name="角丸四角形吹き出し 1">
            <a:extLst>
              <a:ext uri="{FF2B5EF4-FFF2-40B4-BE49-F238E27FC236}">
                <a16:creationId xmlns:a16="http://schemas.microsoft.com/office/drawing/2014/main" id="{99AC8AD5-16B5-E71C-B5C8-2859349D06A5}"/>
              </a:ext>
            </a:extLst>
          </p:cNvPr>
          <p:cNvSpPr/>
          <p:nvPr/>
        </p:nvSpPr>
        <p:spPr bwMode="auto">
          <a:xfrm>
            <a:off x="1086350" y="1648968"/>
            <a:ext cx="5375868" cy="4770217"/>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1 w 4130507"/>
              <a:gd name="connsiteY5" fmla="*/ 1356522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401779 h 1289157"/>
              <a:gd name="connsiteX1" fmla="*/ 174577 w 4130507"/>
              <a:gd name="connsiteY1" fmla="*/ 227202 h 1289157"/>
              <a:gd name="connsiteX2" fmla="*/ 2409462 w 4130507"/>
              <a:gd name="connsiteY2" fmla="*/ 227202 h 1289157"/>
              <a:gd name="connsiteX3" fmla="*/ 2781421 w 4130507"/>
              <a:gd name="connsiteY3" fmla="*/ 227202 h 1289157"/>
              <a:gd name="connsiteX4" fmla="*/ 2243329 w 4130507"/>
              <a:gd name="connsiteY4" fmla="*/ 0 h 1289157"/>
              <a:gd name="connsiteX5" fmla="*/ 3147331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2409462 w 4130507"/>
              <a:gd name="connsiteY2" fmla="*/ 227202 h 1289157"/>
              <a:gd name="connsiteX3" fmla="*/ 2115339 w 4130507"/>
              <a:gd name="connsiteY3" fmla="*/ 227202 h 1289157"/>
              <a:gd name="connsiteX4" fmla="*/ 2243329 w 4130507"/>
              <a:gd name="connsiteY4" fmla="*/ 0 h 1289157"/>
              <a:gd name="connsiteX5" fmla="*/ 3147331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2115339 w 4130507"/>
              <a:gd name="connsiteY3" fmla="*/ 227202 h 1289157"/>
              <a:gd name="connsiteX4" fmla="*/ 2243329 w 4130507"/>
              <a:gd name="connsiteY4" fmla="*/ 0 h 1289157"/>
              <a:gd name="connsiteX5" fmla="*/ 3147331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2115339 w 4130507"/>
              <a:gd name="connsiteY3" fmla="*/ 227202 h 1289157"/>
              <a:gd name="connsiteX4" fmla="*/ 2243329 w 4130507"/>
              <a:gd name="connsiteY4" fmla="*/ 0 h 1289157"/>
              <a:gd name="connsiteX5" fmla="*/ 2434777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1867493 w 4130507"/>
              <a:gd name="connsiteY3" fmla="*/ 227202 h 1289157"/>
              <a:gd name="connsiteX4" fmla="*/ 2243329 w 4130507"/>
              <a:gd name="connsiteY4" fmla="*/ 0 h 1289157"/>
              <a:gd name="connsiteX5" fmla="*/ 2434777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1867493 w 4130507"/>
              <a:gd name="connsiteY3" fmla="*/ 227202 h 1289157"/>
              <a:gd name="connsiteX4" fmla="*/ 2243329 w 4130507"/>
              <a:gd name="connsiteY4" fmla="*/ 0 h 1289157"/>
              <a:gd name="connsiteX5" fmla="*/ 2295365 w 4130507"/>
              <a:gd name="connsiteY5" fmla="*/ 220547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1867493 w 4130507"/>
              <a:gd name="connsiteY3" fmla="*/ 227202 h 1289157"/>
              <a:gd name="connsiteX4" fmla="*/ 2243329 w 4130507"/>
              <a:gd name="connsiteY4" fmla="*/ 0 h 1289157"/>
              <a:gd name="connsiteX5" fmla="*/ 2295365 w 4130507"/>
              <a:gd name="connsiteY5" fmla="*/ 220547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396775 h 1284153"/>
              <a:gd name="connsiteX1" fmla="*/ 174577 w 4130507"/>
              <a:gd name="connsiteY1" fmla="*/ 222198 h 1284153"/>
              <a:gd name="connsiteX2" fmla="*/ 1913772 w 4130507"/>
              <a:gd name="connsiteY2" fmla="*/ 227203 h 1284153"/>
              <a:gd name="connsiteX3" fmla="*/ 1867493 w 4130507"/>
              <a:gd name="connsiteY3" fmla="*/ 222198 h 1284153"/>
              <a:gd name="connsiteX4" fmla="*/ 2134898 w 4130507"/>
              <a:gd name="connsiteY4" fmla="*/ 0 h 1284153"/>
              <a:gd name="connsiteX5" fmla="*/ 2295365 w 4130507"/>
              <a:gd name="connsiteY5" fmla="*/ 215543 h 1284153"/>
              <a:gd name="connsiteX6" fmla="*/ 3955930 w 4130507"/>
              <a:gd name="connsiteY6" fmla="*/ 222198 h 1284153"/>
              <a:gd name="connsiteX7" fmla="*/ 4130507 w 4130507"/>
              <a:gd name="connsiteY7" fmla="*/ 396775 h 1284153"/>
              <a:gd name="connsiteX8" fmla="*/ 4130507 w 4130507"/>
              <a:gd name="connsiteY8" fmla="*/ 833205 h 1284153"/>
              <a:gd name="connsiteX9" fmla="*/ 4130507 w 4130507"/>
              <a:gd name="connsiteY9" fmla="*/ 833205 h 1284153"/>
              <a:gd name="connsiteX10" fmla="*/ 4130507 w 4130507"/>
              <a:gd name="connsiteY10" fmla="*/ 1095066 h 1284153"/>
              <a:gd name="connsiteX11" fmla="*/ 4130507 w 4130507"/>
              <a:gd name="connsiteY11" fmla="*/ 1095062 h 1284153"/>
              <a:gd name="connsiteX12" fmla="*/ 3955930 w 4130507"/>
              <a:gd name="connsiteY12" fmla="*/ 1269639 h 1284153"/>
              <a:gd name="connsiteX13" fmla="*/ 3442089 w 4130507"/>
              <a:gd name="connsiteY13" fmla="*/ 1269639 h 1284153"/>
              <a:gd name="connsiteX14" fmla="*/ 3220252 w 4130507"/>
              <a:gd name="connsiteY14" fmla="*/ 1278677 h 1284153"/>
              <a:gd name="connsiteX15" fmla="*/ 3069862 w 4130507"/>
              <a:gd name="connsiteY15" fmla="*/ 1284153 h 1284153"/>
              <a:gd name="connsiteX16" fmla="*/ 174577 w 4130507"/>
              <a:gd name="connsiteY16" fmla="*/ 1269639 h 1284153"/>
              <a:gd name="connsiteX17" fmla="*/ 0 w 4130507"/>
              <a:gd name="connsiteY17" fmla="*/ 1095062 h 1284153"/>
              <a:gd name="connsiteX18" fmla="*/ 0 w 4130507"/>
              <a:gd name="connsiteY18" fmla="*/ 1095066 h 1284153"/>
              <a:gd name="connsiteX19" fmla="*/ 0 w 4130507"/>
              <a:gd name="connsiteY19" fmla="*/ 833205 h 1284153"/>
              <a:gd name="connsiteX20" fmla="*/ 0 w 4130507"/>
              <a:gd name="connsiteY20" fmla="*/ 833205 h 1284153"/>
              <a:gd name="connsiteX21" fmla="*/ 0 w 4130507"/>
              <a:gd name="connsiteY21" fmla="*/ 396775 h 1284153"/>
              <a:gd name="connsiteX0" fmla="*/ 0 w 4130507"/>
              <a:gd name="connsiteY0" fmla="*/ 396775 h 1284153"/>
              <a:gd name="connsiteX1" fmla="*/ 174577 w 4130507"/>
              <a:gd name="connsiteY1" fmla="*/ 222198 h 1284153"/>
              <a:gd name="connsiteX2" fmla="*/ 1913772 w 4130507"/>
              <a:gd name="connsiteY2" fmla="*/ 227203 h 1284153"/>
              <a:gd name="connsiteX3" fmla="*/ 1867493 w 4130507"/>
              <a:gd name="connsiteY3" fmla="*/ 222198 h 1284153"/>
              <a:gd name="connsiteX4" fmla="*/ 2134898 w 4130507"/>
              <a:gd name="connsiteY4" fmla="*/ 0 h 1284153"/>
              <a:gd name="connsiteX5" fmla="*/ 2295365 w 4130507"/>
              <a:gd name="connsiteY5" fmla="*/ 215543 h 1284153"/>
              <a:gd name="connsiteX6" fmla="*/ 3955930 w 4130507"/>
              <a:gd name="connsiteY6" fmla="*/ 222198 h 1284153"/>
              <a:gd name="connsiteX7" fmla="*/ 4130507 w 4130507"/>
              <a:gd name="connsiteY7" fmla="*/ 396775 h 1284153"/>
              <a:gd name="connsiteX8" fmla="*/ 4130507 w 4130507"/>
              <a:gd name="connsiteY8" fmla="*/ 833205 h 1284153"/>
              <a:gd name="connsiteX9" fmla="*/ 4130507 w 4130507"/>
              <a:gd name="connsiteY9" fmla="*/ 833205 h 1284153"/>
              <a:gd name="connsiteX10" fmla="*/ 4130507 w 4130507"/>
              <a:gd name="connsiteY10" fmla="*/ 1095066 h 1284153"/>
              <a:gd name="connsiteX11" fmla="*/ 4130507 w 4130507"/>
              <a:gd name="connsiteY11" fmla="*/ 1095062 h 1284153"/>
              <a:gd name="connsiteX12" fmla="*/ 3955930 w 4130507"/>
              <a:gd name="connsiteY12" fmla="*/ 1269639 h 1284153"/>
              <a:gd name="connsiteX13" fmla="*/ 3842111 w 4130507"/>
              <a:gd name="connsiteY13" fmla="*/ 1281361 h 1284153"/>
              <a:gd name="connsiteX14" fmla="*/ 3220252 w 4130507"/>
              <a:gd name="connsiteY14" fmla="*/ 1278677 h 1284153"/>
              <a:gd name="connsiteX15" fmla="*/ 3069862 w 4130507"/>
              <a:gd name="connsiteY15" fmla="*/ 1284153 h 1284153"/>
              <a:gd name="connsiteX16" fmla="*/ 174577 w 4130507"/>
              <a:gd name="connsiteY16" fmla="*/ 1269639 h 1284153"/>
              <a:gd name="connsiteX17" fmla="*/ 0 w 4130507"/>
              <a:gd name="connsiteY17" fmla="*/ 1095062 h 1284153"/>
              <a:gd name="connsiteX18" fmla="*/ 0 w 4130507"/>
              <a:gd name="connsiteY18" fmla="*/ 1095066 h 1284153"/>
              <a:gd name="connsiteX19" fmla="*/ 0 w 4130507"/>
              <a:gd name="connsiteY19" fmla="*/ 833205 h 1284153"/>
              <a:gd name="connsiteX20" fmla="*/ 0 w 4130507"/>
              <a:gd name="connsiteY20" fmla="*/ 833205 h 1284153"/>
              <a:gd name="connsiteX21" fmla="*/ 0 w 4130507"/>
              <a:gd name="connsiteY21" fmla="*/ 396775 h 1284153"/>
              <a:gd name="connsiteX0" fmla="*/ 0 w 4130507"/>
              <a:gd name="connsiteY0" fmla="*/ 400682 h 1288060"/>
              <a:gd name="connsiteX1" fmla="*/ 174577 w 4130507"/>
              <a:gd name="connsiteY1" fmla="*/ 226105 h 1288060"/>
              <a:gd name="connsiteX2" fmla="*/ 1913772 w 4130507"/>
              <a:gd name="connsiteY2" fmla="*/ 231110 h 1288060"/>
              <a:gd name="connsiteX3" fmla="*/ 1867493 w 4130507"/>
              <a:gd name="connsiteY3" fmla="*/ 226105 h 1288060"/>
              <a:gd name="connsiteX4" fmla="*/ 24440 w 4130507"/>
              <a:gd name="connsiteY4" fmla="*/ 0 h 1288060"/>
              <a:gd name="connsiteX5" fmla="*/ 2295365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3955930 w 4130507"/>
              <a:gd name="connsiteY12" fmla="*/ 1273546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1913772 w 4130507"/>
              <a:gd name="connsiteY2" fmla="*/ 231110 h 1288060"/>
              <a:gd name="connsiteX3" fmla="*/ 543284 w 4130507"/>
              <a:gd name="connsiteY3" fmla="*/ 230012 h 1288060"/>
              <a:gd name="connsiteX4" fmla="*/ 24440 w 4130507"/>
              <a:gd name="connsiteY4" fmla="*/ 0 h 1288060"/>
              <a:gd name="connsiteX5" fmla="*/ 2295365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3955930 w 4130507"/>
              <a:gd name="connsiteY12" fmla="*/ 1273546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2295365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3955930 w 4130507"/>
              <a:gd name="connsiteY12" fmla="*/ 1273546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3955930 w 4130507"/>
              <a:gd name="connsiteY12" fmla="*/ 1273546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4024900 w 4130507"/>
              <a:gd name="connsiteY12" fmla="*/ 1281361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4024900 w 4130507"/>
              <a:gd name="connsiteY12" fmla="*/ 1281361 h 1288060"/>
              <a:gd name="connsiteX13" fmla="*/ 3593822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4024900 w 4130507"/>
              <a:gd name="connsiteY12" fmla="*/ 1281361 h 1288060"/>
              <a:gd name="connsiteX13" fmla="*/ 3593822 w 4130507"/>
              <a:gd name="connsiteY13" fmla="*/ 1285268 h 1288060"/>
              <a:gd name="connsiteX14" fmla="*/ 3069862 w 4130507"/>
              <a:gd name="connsiteY14" fmla="*/ 1288060 h 1288060"/>
              <a:gd name="connsiteX15" fmla="*/ 174577 w 4130507"/>
              <a:gd name="connsiteY15" fmla="*/ 1273546 h 1288060"/>
              <a:gd name="connsiteX16" fmla="*/ 0 w 4130507"/>
              <a:gd name="connsiteY16" fmla="*/ 1098969 h 1288060"/>
              <a:gd name="connsiteX17" fmla="*/ 0 w 4130507"/>
              <a:gd name="connsiteY17" fmla="*/ 1098973 h 1288060"/>
              <a:gd name="connsiteX18" fmla="*/ 0 w 4130507"/>
              <a:gd name="connsiteY18" fmla="*/ 837112 h 1288060"/>
              <a:gd name="connsiteX19" fmla="*/ 0 w 4130507"/>
              <a:gd name="connsiteY19" fmla="*/ 837112 h 1288060"/>
              <a:gd name="connsiteX20" fmla="*/ 0 w 4130507"/>
              <a:gd name="connsiteY20"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4024900 w 4130507"/>
              <a:gd name="connsiteY12" fmla="*/ 1281361 h 1288060"/>
              <a:gd name="connsiteX13" fmla="*/ 3069862 w 4130507"/>
              <a:gd name="connsiteY13" fmla="*/ 1288060 h 1288060"/>
              <a:gd name="connsiteX14" fmla="*/ 174577 w 4130507"/>
              <a:gd name="connsiteY14" fmla="*/ 1273546 h 1288060"/>
              <a:gd name="connsiteX15" fmla="*/ 0 w 4130507"/>
              <a:gd name="connsiteY15" fmla="*/ 1098969 h 1288060"/>
              <a:gd name="connsiteX16" fmla="*/ 0 w 4130507"/>
              <a:gd name="connsiteY16" fmla="*/ 1098973 h 1288060"/>
              <a:gd name="connsiteX17" fmla="*/ 0 w 4130507"/>
              <a:gd name="connsiteY17" fmla="*/ 837112 h 1288060"/>
              <a:gd name="connsiteX18" fmla="*/ 0 w 4130507"/>
              <a:gd name="connsiteY18" fmla="*/ 837112 h 1288060"/>
              <a:gd name="connsiteX19" fmla="*/ 0 w 4130507"/>
              <a:gd name="connsiteY19" fmla="*/ 400682 h 1288060"/>
              <a:gd name="connsiteX0" fmla="*/ 0 w 4130507"/>
              <a:gd name="connsiteY0" fmla="*/ 400682 h 1284153"/>
              <a:gd name="connsiteX1" fmla="*/ 174577 w 4130507"/>
              <a:gd name="connsiteY1" fmla="*/ 226105 h 1284153"/>
              <a:gd name="connsiteX2" fmla="*/ 548182 w 4130507"/>
              <a:gd name="connsiteY2" fmla="*/ 231110 h 1284153"/>
              <a:gd name="connsiteX3" fmla="*/ 543284 w 4130507"/>
              <a:gd name="connsiteY3" fmla="*/ 230012 h 1284153"/>
              <a:gd name="connsiteX4" fmla="*/ 24440 w 4130507"/>
              <a:gd name="connsiteY4" fmla="*/ 0 h 1284153"/>
              <a:gd name="connsiteX5" fmla="*/ 1247033 w 4130507"/>
              <a:gd name="connsiteY5" fmla="*/ 219450 h 1284153"/>
              <a:gd name="connsiteX6" fmla="*/ 3955930 w 4130507"/>
              <a:gd name="connsiteY6" fmla="*/ 226105 h 1284153"/>
              <a:gd name="connsiteX7" fmla="*/ 4130507 w 4130507"/>
              <a:gd name="connsiteY7" fmla="*/ 400682 h 1284153"/>
              <a:gd name="connsiteX8" fmla="*/ 4130507 w 4130507"/>
              <a:gd name="connsiteY8" fmla="*/ 837112 h 1284153"/>
              <a:gd name="connsiteX9" fmla="*/ 4130507 w 4130507"/>
              <a:gd name="connsiteY9" fmla="*/ 837112 h 1284153"/>
              <a:gd name="connsiteX10" fmla="*/ 4130507 w 4130507"/>
              <a:gd name="connsiteY10" fmla="*/ 1098973 h 1284153"/>
              <a:gd name="connsiteX11" fmla="*/ 4130507 w 4130507"/>
              <a:gd name="connsiteY11" fmla="*/ 1098969 h 1284153"/>
              <a:gd name="connsiteX12" fmla="*/ 4024900 w 4130507"/>
              <a:gd name="connsiteY12" fmla="*/ 1281361 h 1284153"/>
              <a:gd name="connsiteX13" fmla="*/ 2118088 w 4130507"/>
              <a:gd name="connsiteY13" fmla="*/ 1284153 h 1284153"/>
              <a:gd name="connsiteX14" fmla="*/ 174577 w 4130507"/>
              <a:gd name="connsiteY14" fmla="*/ 1273546 h 1284153"/>
              <a:gd name="connsiteX15" fmla="*/ 0 w 4130507"/>
              <a:gd name="connsiteY15" fmla="*/ 1098969 h 1284153"/>
              <a:gd name="connsiteX16" fmla="*/ 0 w 4130507"/>
              <a:gd name="connsiteY16" fmla="*/ 1098973 h 1284153"/>
              <a:gd name="connsiteX17" fmla="*/ 0 w 4130507"/>
              <a:gd name="connsiteY17" fmla="*/ 837112 h 1284153"/>
              <a:gd name="connsiteX18" fmla="*/ 0 w 4130507"/>
              <a:gd name="connsiteY18" fmla="*/ 837112 h 1284153"/>
              <a:gd name="connsiteX19" fmla="*/ 0 w 4130507"/>
              <a:gd name="connsiteY19" fmla="*/ 400682 h 1284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30507" h="1284153">
                <a:moveTo>
                  <a:pt x="0" y="400682"/>
                </a:moveTo>
                <a:cubicBezTo>
                  <a:pt x="0" y="304266"/>
                  <a:pt x="78161" y="226105"/>
                  <a:pt x="174577" y="226105"/>
                </a:cubicBezTo>
                <a:lnTo>
                  <a:pt x="548182" y="231110"/>
                </a:lnTo>
                <a:lnTo>
                  <a:pt x="543284" y="230012"/>
                </a:lnTo>
                <a:lnTo>
                  <a:pt x="24440" y="0"/>
                </a:lnTo>
                <a:lnTo>
                  <a:pt x="1247033" y="219450"/>
                </a:lnTo>
                <a:lnTo>
                  <a:pt x="3955930" y="226105"/>
                </a:lnTo>
                <a:cubicBezTo>
                  <a:pt x="4052346" y="226105"/>
                  <a:pt x="4130507" y="304266"/>
                  <a:pt x="4130507" y="400682"/>
                </a:cubicBezTo>
                <a:lnTo>
                  <a:pt x="4130507" y="837112"/>
                </a:lnTo>
                <a:lnTo>
                  <a:pt x="4130507" y="837112"/>
                </a:lnTo>
                <a:lnTo>
                  <a:pt x="4130507" y="1098973"/>
                </a:lnTo>
                <a:lnTo>
                  <a:pt x="4130507" y="1098969"/>
                </a:lnTo>
                <a:cubicBezTo>
                  <a:pt x="4130507" y="1195385"/>
                  <a:pt x="4121316" y="1281361"/>
                  <a:pt x="4024900" y="1281361"/>
                </a:cubicBezTo>
                <a:lnTo>
                  <a:pt x="2118088" y="1284153"/>
                </a:lnTo>
                <a:lnTo>
                  <a:pt x="174577" y="1273546"/>
                </a:lnTo>
                <a:cubicBezTo>
                  <a:pt x="78161" y="1273546"/>
                  <a:pt x="0" y="1195385"/>
                  <a:pt x="0" y="1098969"/>
                </a:cubicBezTo>
                <a:lnTo>
                  <a:pt x="0" y="1098973"/>
                </a:lnTo>
                <a:lnTo>
                  <a:pt x="0" y="837112"/>
                </a:lnTo>
                <a:lnTo>
                  <a:pt x="0" y="837112"/>
                </a:lnTo>
                <a:lnTo>
                  <a:pt x="0" y="400682"/>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p:cxnSp>
        <p:nvCxnSpPr>
          <p:cNvPr id="9" name="直線矢印コネクタ 8">
            <a:extLst>
              <a:ext uri="{FF2B5EF4-FFF2-40B4-BE49-F238E27FC236}">
                <a16:creationId xmlns:a16="http://schemas.microsoft.com/office/drawing/2014/main" id="{2E330DA6-B88C-59A0-842D-00C08C79250D}"/>
              </a:ext>
            </a:extLst>
          </p:cNvPr>
          <p:cNvCxnSpPr>
            <a:cxnSpLocks/>
          </p:cNvCxnSpPr>
          <p:nvPr/>
        </p:nvCxnSpPr>
        <p:spPr bwMode="auto">
          <a:xfrm>
            <a:off x="2001006" y="5735056"/>
            <a:ext cx="3545030" cy="5165"/>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10" name="テキスト ボックス 9">
            <a:extLst>
              <a:ext uri="{FF2B5EF4-FFF2-40B4-BE49-F238E27FC236}">
                <a16:creationId xmlns:a16="http://schemas.microsoft.com/office/drawing/2014/main" id="{9792521E-6091-FAF9-695A-8892DDB523E0}"/>
              </a:ext>
            </a:extLst>
          </p:cNvPr>
          <p:cNvSpPr txBox="1"/>
          <p:nvPr/>
        </p:nvSpPr>
        <p:spPr>
          <a:xfrm>
            <a:off x="5681559" y="5463059"/>
            <a:ext cx="1047745" cy="461665"/>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ja-JP" altLang="en-US">
                <a:ea typeface="ＭＳ Ｐゴシック" pitchFamily="50" charset="-128"/>
              </a:rPr>
              <a:t>時間</a:t>
            </a: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1" name="テキスト ボックス 10">
            <a:extLst>
              <a:ext uri="{FF2B5EF4-FFF2-40B4-BE49-F238E27FC236}">
                <a16:creationId xmlns:a16="http://schemas.microsoft.com/office/drawing/2014/main" id="{CB20F6A1-25AD-0609-BF16-C4DD9B468853}"/>
              </a:ext>
            </a:extLst>
          </p:cNvPr>
          <p:cNvSpPr txBox="1"/>
          <p:nvPr/>
        </p:nvSpPr>
        <p:spPr>
          <a:xfrm>
            <a:off x="1475656" y="2757615"/>
            <a:ext cx="1101911" cy="461665"/>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2400" b="0" i="0" u="none" strike="noStrike" cap="none" normalizeH="0" baseline="0">
                <a:ln>
                  <a:noFill/>
                </a:ln>
                <a:solidFill>
                  <a:schemeClr val="tx1"/>
                </a:solidFill>
                <a:effectLst/>
                <a:latin typeface="Arial" charset="0"/>
                <a:ea typeface="ＭＳ Ｐゴシック" pitchFamily="50" charset="-128"/>
              </a:rPr>
              <a:t>電力量</a:t>
            </a:r>
          </a:p>
        </p:txBody>
      </p:sp>
      <p:sp>
        <p:nvSpPr>
          <p:cNvPr id="12" name="フリーフォーム 11">
            <a:extLst>
              <a:ext uri="{FF2B5EF4-FFF2-40B4-BE49-F238E27FC236}">
                <a16:creationId xmlns:a16="http://schemas.microsoft.com/office/drawing/2014/main" id="{3C0F7557-BFDC-55A6-79DD-19535A91039D}"/>
              </a:ext>
            </a:extLst>
          </p:cNvPr>
          <p:cNvSpPr/>
          <p:nvPr/>
        </p:nvSpPr>
        <p:spPr bwMode="auto">
          <a:xfrm>
            <a:off x="1979712" y="3442778"/>
            <a:ext cx="3177915" cy="1554339"/>
          </a:xfrm>
          <a:custGeom>
            <a:avLst/>
            <a:gdLst>
              <a:gd name="connsiteX0" fmla="*/ 0 w 3177915"/>
              <a:gd name="connsiteY0" fmla="*/ 1144428 h 1554339"/>
              <a:gd name="connsiteX1" fmla="*/ 869430 w 3177915"/>
              <a:gd name="connsiteY1" fmla="*/ 5176 h 1554339"/>
              <a:gd name="connsiteX2" fmla="*/ 1783830 w 3177915"/>
              <a:gd name="connsiteY2" fmla="*/ 1549163 h 1554339"/>
              <a:gd name="connsiteX3" fmla="*/ 3177915 w 3177915"/>
              <a:gd name="connsiteY3" fmla="*/ 409910 h 1554339"/>
            </a:gdLst>
            <a:ahLst/>
            <a:cxnLst>
              <a:cxn ang="0">
                <a:pos x="connsiteX0" y="connsiteY0"/>
              </a:cxn>
              <a:cxn ang="0">
                <a:pos x="connsiteX1" y="connsiteY1"/>
              </a:cxn>
              <a:cxn ang="0">
                <a:pos x="connsiteX2" y="connsiteY2"/>
              </a:cxn>
              <a:cxn ang="0">
                <a:pos x="connsiteX3" y="connsiteY3"/>
              </a:cxn>
            </a:cxnLst>
            <a:rect l="l" t="t" r="r" b="b"/>
            <a:pathLst>
              <a:path w="3177915" h="1554339">
                <a:moveTo>
                  <a:pt x="0" y="1144428"/>
                </a:moveTo>
                <a:cubicBezTo>
                  <a:pt x="286062" y="541074"/>
                  <a:pt x="572125" y="-62280"/>
                  <a:pt x="869430" y="5176"/>
                </a:cubicBezTo>
                <a:cubicBezTo>
                  <a:pt x="1166735" y="72632"/>
                  <a:pt x="1399083" y="1481707"/>
                  <a:pt x="1783830" y="1549163"/>
                </a:cubicBezTo>
                <a:cubicBezTo>
                  <a:pt x="2168578" y="1616619"/>
                  <a:pt x="2673246" y="1013264"/>
                  <a:pt x="3177915" y="409910"/>
                </a:cubicBezTo>
              </a:path>
            </a:pathLst>
          </a:custGeom>
          <a:noFill/>
          <a:ln w="1905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3" name="テキスト ボックス 12">
            <a:extLst>
              <a:ext uri="{FF2B5EF4-FFF2-40B4-BE49-F238E27FC236}">
                <a16:creationId xmlns:a16="http://schemas.microsoft.com/office/drawing/2014/main" id="{A9835BCA-E3E4-FE0D-FB7D-B7395A30A844}"/>
              </a:ext>
            </a:extLst>
          </p:cNvPr>
          <p:cNvSpPr txBox="1"/>
          <p:nvPr/>
        </p:nvSpPr>
        <p:spPr>
          <a:xfrm>
            <a:off x="4799306" y="5735056"/>
            <a:ext cx="1047745" cy="400110"/>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dirty="0">
                <a:ln>
                  <a:noFill/>
                </a:ln>
                <a:solidFill>
                  <a:schemeClr val="tx1"/>
                </a:solidFill>
                <a:effectLst/>
                <a:latin typeface="Arial" charset="0"/>
                <a:ea typeface="ＭＳ Ｐゴシック" pitchFamily="50" charset="-128"/>
              </a:rPr>
              <a:t>30</a:t>
            </a:r>
            <a:r>
              <a:rPr kumimoji="1" lang="ja-JP" altLang="en-US" sz="2000" b="1" i="0" u="none" strike="noStrike" cap="none" normalizeH="0" baseline="0">
                <a:ln>
                  <a:noFill/>
                </a:ln>
                <a:solidFill>
                  <a:schemeClr val="tx1"/>
                </a:solidFill>
                <a:effectLst/>
                <a:latin typeface="Arial" charset="0"/>
                <a:ea typeface="ＭＳ Ｐゴシック" pitchFamily="50" charset="-128"/>
              </a:rPr>
              <a:t>分</a:t>
            </a:r>
          </a:p>
        </p:txBody>
      </p:sp>
      <p:sp>
        <p:nvSpPr>
          <p:cNvPr id="14" name="テキスト ボックス 13">
            <a:extLst>
              <a:ext uri="{FF2B5EF4-FFF2-40B4-BE49-F238E27FC236}">
                <a16:creationId xmlns:a16="http://schemas.microsoft.com/office/drawing/2014/main" id="{79E054D0-6C7B-172C-BD0E-F3AFF8A2AFAD}"/>
              </a:ext>
            </a:extLst>
          </p:cNvPr>
          <p:cNvSpPr txBox="1"/>
          <p:nvPr/>
        </p:nvSpPr>
        <p:spPr>
          <a:xfrm>
            <a:off x="1775586" y="5767600"/>
            <a:ext cx="1047745" cy="400110"/>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Arial" charset="0"/>
                <a:ea typeface="ＭＳ Ｐゴシック" pitchFamily="50" charset="-128"/>
              </a:rPr>
              <a:t>0</a:t>
            </a:r>
            <a:r>
              <a:rPr kumimoji="1" lang="ja-JP" altLang="en-US" sz="2000" b="0" i="0" u="none" strike="noStrike" cap="none" normalizeH="0" baseline="0">
                <a:ln>
                  <a:noFill/>
                </a:ln>
                <a:solidFill>
                  <a:schemeClr val="tx1"/>
                </a:solidFill>
                <a:effectLst/>
                <a:latin typeface="Arial" charset="0"/>
                <a:ea typeface="ＭＳ Ｐゴシック" pitchFamily="50" charset="-128"/>
              </a:rPr>
              <a:t>分</a:t>
            </a:r>
          </a:p>
        </p:txBody>
      </p:sp>
      <p:cxnSp>
        <p:nvCxnSpPr>
          <p:cNvPr id="15" name="直線コネクタ 14">
            <a:extLst>
              <a:ext uri="{FF2B5EF4-FFF2-40B4-BE49-F238E27FC236}">
                <a16:creationId xmlns:a16="http://schemas.microsoft.com/office/drawing/2014/main" id="{86AFC994-48AE-9B09-680C-14756632E1C3}"/>
              </a:ext>
            </a:extLst>
          </p:cNvPr>
          <p:cNvCxnSpPr>
            <a:cxnSpLocks/>
          </p:cNvCxnSpPr>
          <p:nvPr/>
        </p:nvCxnSpPr>
        <p:spPr>
          <a:xfrm flipH="1" flipV="1">
            <a:off x="5157444" y="3210783"/>
            <a:ext cx="12648" cy="2496894"/>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6" name="直線コネクタ 15">
            <a:extLst>
              <a:ext uri="{FF2B5EF4-FFF2-40B4-BE49-F238E27FC236}">
                <a16:creationId xmlns:a16="http://schemas.microsoft.com/office/drawing/2014/main" id="{DA539D56-74FB-EA22-C92F-C7F4504BAA6C}"/>
              </a:ext>
            </a:extLst>
          </p:cNvPr>
          <p:cNvCxnSpPr>
            <a:cxnSpLocks/>
          </p:cNvCxnSpPr>
          <p:nvPr/>
        </p:nvCxnSpPr>
        <p:spPr>
          <a:xfrm>
            <a:off x="1979712" y="4097616"/>
            <a:ext cx="3177732" cy="0"/>
          </a:xfrm>
          <a:prstGeom prst="line">
            <a:avLst/>
          </a:prstGeom>
          <a:ln w="57150">
            <a:solidFill>
              <a:srgbClr val="C00000"/>
            </a:solidFill>
          </a:ln>
        </p:spPr>
        <p:style>
          <a:lnRef idx="1">
            <a:schemeClr val="dk1"/>
          </a:lnRef>
          <a:fillRef idx="0">
            <a:schemeClr val="dk1"/>
          </a:fillRef>
          <a:effectRef idx="0">
            <a:schemeClr val="dk1"/>
          </a:effectRef>
          <a:fontRef idx="minor">
            <a:schemeClr val="tx1"/>
          </a:fontRef>
        </p:style>
      </p:cxnSp>
      <p:sp>
        <p:nvSpPr>
          <p:cNvPr id="17" name="テキスト ボックス 16">
            <a:extLst>
              <a:ext uri="{FF2B5EF4-FFF2-40B4-BE49-F238E27FC236}">
                <a16:creationId xmlns:a16="http://schemas.microsoft.com/office/drawing/2014/main" id="{28B65888-C466-43DF-B89B-3F04715901D9}"/>
              </a:ext>
            </a:extLst>
          </p:cNvPr>
          <p:cNvSpPr txBox="1"/>
          <p:nvPr/>
        </p:nvSpPr>
        <p:spPr>
          <a:xfrm>
            <a:off x="832489" y="3769646"/>
            <a:ext cx="1407771" cy="707886"/>
          </a:xfrm>
          <a:prstGeom prst="rect">
            <a:avLst/>
          </a:prstGeom>
          <a:noFill/>
        </p:spPr>
        <p:txBody>
          <a:bodyPr wrap="square">
            <a:spAutoFit/>
          </a:bodyPr>
          <a:lstStyle/>
          <a:p>
            <a:pPr marL="0" marR="0" indent="0"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rgbClr val="C00000"/>
                </a:solidFill>
                <a:effectLst/>
                <a:latin typeface="Arial" charset="0"/>
                <a:ea typeface="ＭＳ Ｐゴシック" pitchFamily="50" charset="-128"/>
              </a:rPr>
              <a:t>平均買</a:t>
            </a:r>
            <a:endParaRPr kumimoji="1" lang="en-US" altLang="ja-JP" sz="2000" b="1" i="0" u="none" strike="noStrike" cap="none" normalizeH="0" baseline="0" dirty="0">
              <a:ln>
                <a:noFill/>
              </a:ln>
              <a:solidFill>
                <a:srgbClr val="C00000"/>
              </a:solidFill>
              <a:effectLst/>
              <a:latin typeface="Arial" charset="0"/>
              <a:ea typeface="ＭＳ Ｐゴシック" pitchFamily="50" charset="-128"/>
            </a:endParaRPr>
          </a:p>
          <a:p>
            <a:pPr marL="0" marR="0" indent="0"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rgbClr val="C00000"/>
                </a:solidFill>
                <a:effectLst/>
                <a:latin typeface="Arial" charset="0"/>
                <a:ea typeface="ＭＳ Ｐゴシック" pitchFamily="50" charset="-128"/>
              </a:rPr>
              <a:t>電力量</a:t>
            </a:r>
            <a:endParaRPr kumimoji="1" lang="en-US" altLang="ja-JP" sz="2000" b="1" i="0" u="none" strike="noStrike" cap="none" normalizeH="0" baseline="0" dirty="0">
              <a:ln>
                <a:noFill/>
              </a:ln>
              <a:solidFill>
                <a:srgbClr val="C00000"/>
              </a:solidFill>
              <a:effectLst/>
              <a:latin typeface="Arial" charset="0"/>
              <a:ea typeface="ＭＳ Ｐゴシック" pitchFamily="50" charset="-128"/>
            </a:endParaRPr>
          </a:p>
        </p:txBody>
      </p:sp>
      <p:cxnSp>
        <p:nvCxnSpPr>
          <p:cNvPr id="18" name="直線矢印コネクタ 17">
            <a:extLst>
              <a:ext uri="{FF2B5EF4-FFF2-40B4-BE49-F238E27FC236}">
                <a16:creationId xmlns:a16="http://schemas.microsoft.com/office/drawing/2014/main" id="{DB346CBF-2C17-80D5-352C-487F519164C5}"/>
              </a:ext>
            </a:extLst>
          </p:cNvPr>
          <p:cNvCxnSpPr>
            <a:cxnSpLocks/>
          </p:cNvCxnSpPr>
          <p:nvPr/>
        </p:nvCxnSpPr>
        <p:spPr bwMode="auto">
          <a:xfrm flipV="1">
            <a:off x="2001006" y="3186105"/>
            <a:ext cx="0" cy="2548951"/>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19" name="テキスト ボックス 18">
            <a:extLst>
              <a:ext uri="{FF2B5EF4-FFF2-40B4-BE49-F238E27FC236}">
                <a16:creationId xmlns:a16="http://schemas.microsoft.com/office/drawing/2014/main" id="{A695B2C8-D47E-C28C-E6AD-0DAF60852EB2}"/>
              </a:ext>
            </a:extLst>
          </p:cNvPr>
          <p:cNvSpPr txBox="1"/>
          <p:nvPr/>
        </p:nvSpPr>
        <p:spPr>
          <a:xfrm rot="19572132">
            <a:off x="3622795" y="4273756"/>
            <a:ext cx="1508340" cy="369332"/>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rgbClr val="C00000"/>
                </a:solidFill>
                <a:effectLst/>
                <a:latin typeface="Arial" charset="0"/>
                <a:ea typeface="ＭＳ Ｐゴシック" pitchFamily="50" charset="-128"/>
              </a:rPr>
              <a:t>買電力量</a:t>
            </a:r>
          </a:p>
        </p:txBody>
      </p:sp>
      <p:sp>
        <p:nvSpPr>
          <p:cNvPr id="7" name="テキスト ボックス 6">
            <a:extLst>
              <a:ext uri="{FF2B5EF4-FFF2-40B4-BE49-F238E27FC236}">
                <a16:creationId xmlns:a16="http://schemas.microsoft.com/office/drawing/2014/main" id="{7CCE5CC8-7CF5-8D43-A407-E3508F535F98}"/>
              </a:ext>
            </a:extLst>
          </p:cNvPr>
          <p:cNvSpPr txBox="1"/>
          <p:nvPr/>
        </p:nvSpPr>
        <p:spPr>
          <a:xfrm>
            <a:off x="2087193" y="189791"/>
            <a:ext cx="4969630" cy="584775"/>
          </a:xfrm>
          <a:prstGeom prst="rect">
            <a:avLst/>
          </a:prstGeom>
          <a:noFill/>
        </p:spPr>
        <p:txBody>
          <a:bodyPr wrap="none" rtlCol="0">
            <a:spAutoFit/>
          </a:bodyPr>
          <a:lstStyle/>
          <a:p>
            <a:r>
              <a:rPr lang="ja-JP" altLang="en-US" sz="3200"/>
              <a:t>システムが満たすべき事項</a:t>
            </a:r>
            <a:endParaRPr kumimoji="1" lang="ja-JP" altLang="en-US" sz="3200"/>
          </a:p>
        </p:txBody>
      </p:sp>
    </p:spTree>
    <p:extLst>
      <p:ext uri="{BB962C8B-B14F-4D97-AF65-F5344CB8AC3E}">
        <p14:creationId xmlns:p14="http://schemas.microsoft.com/office/powerpoint/2010/main" val="547449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3248570" y="189791"/>
            <a:ext cx="2646878" cy="584775"/>
          </a:xfrm>
          <a:prstGeom prst="rect">
            <a:avLst/>
          </a:prstGeom>
          <a:noFill/>
        </p:spPr>
        <p:txBody>
          <a:bodyPr wrap="none" rtlCol="0">
            <a:spAutoFit/>
          </a:bodyPr>
          <a:lstStyle/>
          <a:p>
            <a:r>
              <a:rPr kumimoji="1" lang="ja-JP" altLang="en-US" sz="3200"/>
              <a:t>時間の離散化</a:t>
            </a:r>
          </a:p>
        </p:txBody>
      </p:sp>
      <p:cxnSp>
        <p:nvCxnSpPr>
          <p:cNvPr id="2" name="直線コネクタ 1">
            <a:extLst>
              <a:ext uri="{FF2B5EF4-FFF2-40B4-BE49-F238E27FC236}">
                <a16:creationId xmlns:a16="http://schemas.microsoft.com/office/drawing/2014/main" id="{CBB3DDFD-B1B4-4E1C-795F-9629228090DE}"/>
              </a:ext>
            </a:extLst>
          </p:cNvPr>
          <p:cNvCxnSpPr>
            <a:cxnSpLocks/>
          </p:cNvCxnSpPr>
          <p:nvPr/>
        </p:nvCxnSpPr>
        <p:spPr>
          <a:xfrm>
            <a:off x="628919" y="3995204"/>
            <a:ext cx="169268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3" name="直線コネクタ 2">
            <a:extLst>
              <a:ext uri="{FF2B5EF4-FFF2-40B4-BE49-F238E27FC236}">
                <a16:creationId xmlns:a16="http://schemas.microsoft.com/office/drawing/2014/main" id="{24C6F9E9-D542-831F-CB6A-3CEBA3AA6D8A}"/>
              </a:ext>
            </a:extLst>
          </p:cNvPr>
          <p:cNvCxnSpPr/>
          <p:nvPr/>
        </p:nvCxnSpPr>
        <p:spPr>
          <a:xfrm>
            <a:off x="628919" y="3599272"/>
            <a:ext cx="0" cy="791864"/>
          </a:xfrm>
          <a:prstGeom prst="line">
            <a:avLst/>
          </a:prstGeom>
          <a:ln w="25400"/>
        </p:spPr>
        <p:style>
          <a:lnRef idx="1">
            <a:schemeClr val="dk1"/>
          </a:lnRef>
          <a:fillRef idx="0">
            <a:schemeClr val="dk1"/>
          </a:fillRef>
          <a:effectRef idx="0">
            <a:schemeClr val="dk1"/>
          </a:effectRef>
          <a:fontRef idx="minor">
            <a:schemeClr val="tx1"/>
          </a:fontRef>
        </p:style>
      </p:cxnSp>
      <p:cxnSp>
        <p:nvCxnSpPr>
          <p:cNvPr id="4" name="直線コネクタ 3">
            <a:extLst>
              <a:ext uri="{FF2B5EF4-FFF2-40B4-BE49-F238E27FC236}">
                <a16:creationId xmlns:a16="http://schemas.microsoft.com/office/drawing/2014/main" id="{0D8D6107-C96F-B0CE-C800-FD749FD6D0C3}"/>
              </a:ext>
            </a:extLst>
          </p:cNvPr>
          <p:cNvCxnSpPr/>
          <p:nvPr/>
        </p:nvCxnSpPr>
        <p:spPr>
          <a:xfrm>
            <a:off x="2321607" y="3603207"/>
            <a:ext cx="0" cy="791864"/>
          </a:xfrm>
          <a:prstGeom prst="line">
            <a:avLst/>
          </a:prstGeom>
          <a:ln w="25400"/>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33C2C7D8-6DA7-8238-64E9-2D9B8F3578D7}"/>
              </a:ext>
            </a:extLst>
          </p:cNvPr>
          <p:cNvCxnSpPr>
            <a:cxnSpLocks/>
          </p:cNvCxnSpPr>
          <p:nvPr/>
        </p:nvCxnSpPr>
        <p:spPr>
          <a:xfrm>
            <a:off x="2316422" y="3995204"/>
            <a:ext cx="169268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EB393923-68A9-3FDB-BD29-C736FB453CF7}"/>
              </a:ext>
            </a:extLst>
          </p:cNvPr>
          <p:cNvCxnSpPr/>
          <p:nvPr/>
        </p:nvCxnSpPr>
        <p:spPr>
          <a:xfrm>
            <a:off x="4009110" y="3603207"/>
            <a:ext cx="0" cy="791864"/>
          </a:xfrm>
          <a:prstGeom prst="line">
            <a:avLst/>
          </a:prstGeom>
          <a:ln w="25400"/>
        </p:spPr>
        <p:style>
          <a:lnRef idx="1">
            <a:schemeClr val="dk1"/>
          </a:lnRef>
          <a:fillRef idx="0">
            <a:schemeClr val="dk1"/>
          </a:fillRef>
          <a:effectRef idx="0">
            <a:schemeClr val="dk1"/>
          </a:effectRef>
          <a:fontRef idx="minor">
            <a:schemeClr val="tx1"/>
          </a:fontRef>
        </p:style>
      </p:cxnSp>
      <p:cxnSp>
        <p:nvCxnSpPr>
          <p:cNvPr id="12" name="直線コネクタ 11">
            <a:extLst>
              <a:ext uri="{FF2B5EF4-FFF2-40B4-BE49-F238E27FC236}">
                <a16:creationId xmlns:a16="http://schemas.microsoft.com/office/drawing/2014/main" id="{CA160D0C-6498-79F6-BB2D-EA2175F1EF78}"/>
              </a:ext>
            </a:extLst>
          </p:cNvPr>
          <p:cNvCxnSpPr>
            <a:cxnSpLocks/>
          </p:cNvCxnSpPr>
          <p:nvPr/>
        </p:nvCxnSpPr>
        <p:spPr>
          <a:xfrm>
            <a:off x="3995899" y="3995204"/>
            <a:ext cx="1692689" cy="0"/>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3" name="直線コネクタ 12">
            <a:extLst>
              <a:ext uri="{FF2B5EF4-FFF2-40B4-BE49-F238E27FC236}">
                <a16:creationId xmlns:a16="http://schemas.microsoft.com/office/drawing/2014/main" id="{1D353BD6-6F5A-1F51-3089-1E01819F0FB9}"/>
              </a:ext>
            </a:extLst>
          </p:cNvPr>
          <p:cNvCxnSpPr/>
          <p:nvPr/>
        </p:nvCxnSpPr>
        <p:spPr>
          <a:xfrm>
            <a:off x="5688588" y="3603207"/>
            <a:ext cx="0" cy="79186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直線コネクタ 13">
            <a:extLst>
              <a:ext uri="{FF2B5EF4-FFF2-40B4-BE49-F238E27FC236}">
                <a16:creationId xmlns:a16="http://schemas.microsoft.com/office/drawing/2014/main" id="{3BC55662-43E5-D60F-EACE-57F23451FF1B}"/>
              </a:ext>
            </a:extLst>
          </p:cNvPr>
          <p:cNvCxnSpPr>
            <a:cxnSpLocks/>
          </p:cNvCxnSpPr>
          <p:nvPr/>
        </p:nvCxnSpPr>
        <p:spPr>
          <a:xfrm>
            <a:off x="5592425" y="3995204"/>
            <a:ext cx="169268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15" name="直線コネクタ 14">
            <a:extLst>
              <a:ext uri="{FF2B5EF4-FFF2-40B4-BE49-F238E27FC236}">
                <a16:creationId xmlns:a16="http://schemas.microsoft.com/office/drawing/2014/main" id="{75C0003C-CBB5-4628-55D7-663125909CE3}"/>
              </a:ext>
            </a:extLst>
          </p:cNvPr>
          <p:cNvCxnSpPr/>
          <p:nvPr/>
        </p:nvCxnSpPr>
        <p:spPr>
          <a:xfrm>
            <a:off x="7285113" y="3603207"/>
            <a:ext cx="0" cy="791864"/>
          </a:xfrm>
          <a:prstGeom prst="line">
            <a:avLst/>
          </a:prstGeom>
          <a:ln w="25400"/>
        </p:spPr>
        <p:style>
          <a:lnRef idx="1">
            <a:schemeClr val="dk1"/>
          </a:lnRef>
          <a:fillRef idx="0">
            <a:schemeClr val="dk1"/>
          </a:fillRef>
          <a:effectRef idx="0">
            <a:schemeClr val="dk1"/>
          </a:effectRef>
          <a:fontRef idx="minor">
            <a:schemeClr val="tx1"/>
          </a:fontRef>
        </p:style>
      </p:cxnSp>
      <p:sp>
        <p:nvSpPr>
          <p:cNvPr id="20" name="テキスト ボックス 19">
            <a:extLst>
              <a:ext uri="{FF2B5EF4-FFF2-40B4-BE49-F238E27FC236}">
                <a16:creationId xmlns:a16="http://schemas.microsoft.com/office/drawing/2014/main" id="{30BC2F1F-46C7-CDA9-BCBE-5896575E2DCE}"/>
              </a:ext>
            </a:extLst>
          </p:cNvPr>
          <p:cNvSpPr txBox="1"/>
          <p:nvPr/>
        </p:nvSpPr>
        <p:spPr>
          <a:xfrm>
            <a:off x="176122" y="3311116"/>
            <a:ext cx="918473" cy="318482"/>
          </a:xfrm>
          <a:prstGeom prst="rect">
            <a:avLst/>
          </a:prstGeom>
          <a:noFill/>
        </p:spPr>
        <p:txBody>
          <a:bodyPr wrap="none" rtlCol="0">
            <a:spAutoFit/>
          </a:bodyPr>
          <a:lstStyle/>
          <a:p>
            <a:r>
              <a:rPr lang="en-US" altLang="ja-JP" sz="1400" dirty="0"/>
              <a:t>0</a:t>
            </a:r>
            <a:r>
              <a:rPr kumimoji="1" lang="en-US" altLang="ja-JP" sz="1400" dirty="0"/>
              <a:t>0:00</a:t>
            </a:r>
            <a:endParaRPr kumimoji="1" lang="ja-JP" altLang="en-US" sz="1400"/>
          </a:p>
        </p:txBody>
      </p:sp>
      <p:cxnSp>
        <p:nvCxnSpPr>
          <p:cNvPr id="26" name="直線矢印コネクタ 25">
            <a:extLst>
              <a:ext uri="{FF2B5EF4-FFF2-40B4-BE49-F238E27FC236}">
                <a16:creationId xmlns:a16="http://schemas.microsoft.com/office/drawing/2014/main" id="{8DF04123-F934-4465-80AA-42554E5378C7}"/>
              </a:ext>
            </a:extLst>
          </p:cNvPr>
          <p:cNvCxnSpPr>
            <a:cxnSpLocks/>
          </p:cNvCxnSpPr>
          <p:nvPr/>
        </p:nvCxnSpPr>
        <p:spPr>
          <a:xfrm>
            <a:off x="7397921" y="3995203"/>
            <a:ext cx="1422551" cy="1"/>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FC5170D0-2EB5-285B-C513-6E36E3D2BA15}"/>
              </a:ext>
            </a:extLst>
          </p:cNvPr>
          <p:cNvSpPr txBox="1"/>
          <p:nvPr/>
        </p:nvSpPr>
        <p:spPr>
          <a:xfrm>
            <a:off x="1870398" y="3334678"/>
            <a:ext cx="918473" cy="318482"/>
          </a:xfrm>
          <a:prstGeom prst="rect">
            <a:avLst/>
          </a:prstGeom>
          <a:noFill/>
        </p:spPr>
        <p:txBody>
          <a:bodyPr wrap="none" rtlCol="0">
            <a:spAutoFit/>
          </a:bodyPr>
          <a:lstStyle/>
          <a:p>
            <a:r>
              <a:rPr lang="en-US" altLang="ja-JP" sz="1400" dirty="0"/>
              <a:t>0</a:t>
            </a:r>
            <a:r>
              <a:rPr kumimoji="1" lang="en-US" altLang="ja-JP" sz="1400" dirty="0"/>
              <a:t>0:01</a:t>
            </a:r>
            <a:endParaRPr kumimoji="1" lang="ja-JP" altLang="en-US" sz="1400"/>
          </a:p>
        </p:txBody>
      </p:sp>
      <p:sp>
        <p:nvSpPr>
          <p:cNvPr id="38" name="テキスト ボックス 37">
            <a:extLst>
              <a:ext uri="{FF2B5EF4-FFF2-40B4-BE49-F238E27FC236}">
                <a16:creationId xmlns:a16="http://schemas.microsoft.com/office/drawing/2014/main" id="{B8881D8C-2AD9-38AD-5308-5A983D573598}"/>
              </a:ext>
            </a:extLst>
          </p:cNvPr>
          <p:cNvSpPr txBox="1"/>
          <p:nvPr/>
        </p:nvSpPr>
        <p:spPr>
          <a:xfrm>
            <a:off x="3549874" y="3334678"/>
            <a:ext cx="918473" cy="318482"/>
          </a:xfrm>
          <a:prstGeom prst="rect">
            <a:avLst/>
          </a:prstGeom>
          <a:noFill/>
        </p:spPr>
        <p:txBody>
          <a:bodyPr wrap="none" rtlCol="0">
            <a:spAutoFit/>
          </a:bodyPr>
          <a:lstStyle/>
          <a:p>
            <a:r>
              <a:rPr lang="en-US" altLang="ja-JP" sz="1400" dirty="0"/>
              <a:t>0</a:t>
            </a:r>
            <a:r>
              <a:rPr kumimoji="1" lang="en-US" altLang="ja-JP" sz="1400" dirty="0"/>
              <a:t>0:02</a:t>
            </a:r>
            <a:endParaRPr kumimoji="1" lang="ja-JP" altLang="en-US" sz="1400"/>
          </a:p>
        </p:txBody>
      </p:sp>
      <p:sp>
        <p:nvSpPr>
          <p:cNvPr id="39" name="テキスト ボックス 38">
            <a:extLst>
              <a:ext uri="{FF2B5EF4-FFF2-40B4-BE49-F238E27FC236}">
                <a16:creationId xmlns:a16="http://schemas.microsoft.com/office/drawing/2014/main" id="{14834F96-2B55-4D6A-D661-AEFF952F5D50}"/>
              </a:ext>
            </a:extLst>
          </p:cNvPr>
          <p:cNvSpPr txBox="1"/>
          <p:nvPr/>
        </p:nvSpPr>
        <p:spPr>
          <a:xfrm>
            <a:off x="1199654" y="4077072"/>
            <a:ext cx="588623" cy="400110"/>
          </a:xfrm>
          <a:prstGeom prst="rect">
            <a:avLst/>
          </a:prstGeom>
          <a:noFill/>
        </p:spPr>
        <p:txBody>
          <a:bodyPr wrap="none" rtlCol="0">
            <a:spAutoFit/>
          </a:bodyPr>
          <a:lstStyle/>
          <a:p>
            <a:r>
              <a:rPr lang="en-US" altLang="ja-JP" sz="2000" b="1" dirty="0"/>
              <a:t>1</a:t>
            </a:r>
            <a:r>
              <a:rPr lang="ja-JP" altLang="en-US" sz="2000" b="1"/>
              <a:t>期</a:t>
            </a:r>
            <a:endParaRPr kumimoji="1" lang="ja-JP" altLang="en-US" sz="2000" b="1"/>
          </a:p>
        </p:txBody>
      </p:sp>
      <p:sp>
        <p:nvSpPr>
          <p:cNvPr id="40" name="テキスト ボックス 39">
            <a:extLst>
              <a:ext uri="{FF2B5EF4-FFF2-40B4-BE49-F238E27FC236}">
                <a16:creationId xmlns:a16="http://schemas.microsoft.com/office/drawing/2014/main" id="{81393B2A-A6C7-3618-FA47-D7A0AFC7FDF2}"/>
              </a:ext>
            </a:extLst>
          </p:cNvPr>
          <p:cNvSpPr txBox="1"/>
          <p:nvPr/>
        </p:nvSpPr>
        <p:spPr>
          <a:xfrm>
            <a:off x="2916061" y="4077072"/>
            <a:ext cx="588623" cy="400110"/>
          </a:xfrm>
          <a:prstGeom prst="rect">
            <a:avLst/>
          </a:prstGeom>
          <a:noFill/>
        </p:spPr>
        <p:txBody>
          <a:bodyPr wrap="none" rtlCol="0">
            <a:spAutoFit/>
          </a:bodyPr>
          <a:lstStyle/>
          <a:p>
            <a:r>
              <a:rPr lang="en-US" altLang="ja-JP" sz="2000" b="1" dirty="0"/>
              <a:t>2</a:t>
            </a:r>
            <a:r>
              <a:rPr lang="ja-JP" altLang="en-US" sz="2000" b="1"/>
              <a:t>期</a:t>
            </a:r>
            <a:endParaRPr kumimoji="1" lang="ja-JP" altLang="en-US" sz="2000" b="1"/>
          </a:p>
        </p:txBody>
      </p:sp>
      <mc:AlternateContent xmlns:mc="http://schemas.openxmlformats.org/markup-compatibility/2006">
        <mc:Choice xmlns:a14="http://schemas.microsoft.com/office/drawing/2010/main" Requires="a14">
          <p:sp>
            <p:nvSpPr>
              <p:cNvPr id="41" name="テキスト ボックス 40">
                <a:extLst>
                  <a:ext uri="{FF2B5EF4-FFF2-40B4-BE49-F238E27FC236}">
                    <a16:creationId xmlns:a16="http://schemas.microsoft.com/office/drawing/2014/main" id="{26B9B215-495F-0267-672F-C779DCF42075}"/>
                  </a:ext>
                </a:extLst>
              </p:cNvPr>
              <p:cNvSpPr txBox="1"/>
              <p:nvPr/>
            </p:nvSpPr>
            <p:spPr>
              <a:xfrm>
                <a:off x="6155948" y="4077072"/>
                <a:ext cx="603049" cy="400110"/>
              </a:xfrm>
              <a:prstGeom prst="rect">
                <a:avLst/>
              </a:prstGeom>
              <a:noFill/>
            </p:spPr>
            <p:txBody>
              <a:bodyPr wrap="none" rtlCol="0">
                <a:spAutoFit/>
              </a:bodyPr>
              <a:lstStyle/>
              <a:p>
                <a14:m>
                  <m:oMath xmlns:m="http://schemas.openxmlformats.org/officeDocument/2006/math">
                    <m:r>
                      <a:rPr lang="en-US" altLang="ja-JP" sz="2000" b="1" i="1" smtClean="0">
                        <a:latin typeface="Cambria Math" panose="02040503050406030204" pitchFamily="18" charset="0"/>
                      </a:rPr>
                      <m:t>𝒌</m:t>
                    </m:r>
                  </m:oMath>
                </a14:m>
                <a:r>
                  <a:rPr lang="ja-JP" altLang="en-US" sz="2000" b="1"/>
                  <a:t>期</a:t>
                </a:r>
                <a:endParaRPr kumimoji="1" lang="ja-JP" altLang="en-US" sz="2000" b="1"/>
              </a:p>
            </p:txBody>
          </p:sp>
        </mc:Choice>
        <mc:Fallback>
          <p:sp>
            <p:nvSpPr>
              <p:cNvPr id="41" name="テキスト ボックス 40">
                <a:extLst>
                  <a:ext uri="{FF2B5EF4-FFF2-40B4-BE49-F238E27FC236}">
                    <a16:creationId xmlns:a16="http://schemas.microsoft.com/office/drawing/2014/main" id="{26B9B215-495F-0267-672F-C779DCF42075}"/>
                  </a:ext>
                </a:extLst>
              </p:cNvPr>
              <p:cNvSpPr txBox="1">
                <a:spLocks noRot="1" noChangeAspect="1" noMove="1" noResize="1" noEditPoints="1" noAdjustHandles="1" noChangeArrowheads="1" noChangeShapeType="1" noTextEdit="1"/>
              </p:cNvSpPr>
              <p:nvPr/>
            </p:nvSpPr>
            <p:spPr>
              <a:xfrm>
                <a:off x="6155948" y="4077072"/>
                <a:ext cx="603049" cy="400110"/>
              </a:xfrm>
              <a:prstGeom prst="rect">
                <a:avLst/>
              </a:prstGeom>
              <a:blipFill>
                <a:blip r:embed="rId3"/>
                <a:stretch>
                  <a:fillRect t="-12500" r="-10204" b="-21875"/>
                </a:stretch>
              </a:blipFill>
            </p:spPr>
            <p:txBody>
              <a:bodyPr/>
              <a:lstStyle/>
              <a:p>
                <a:r>
                  <a:rPr lang="ja-JP" altLang="en-US">
                    <a:noFill/>
                  </a:rPr>
                  <a:t> </a:t>
                </a:r>
              </a:p>
            </p:txBody>
          </p:sp>
        </mc:Fallback>
      </mc:AlternateContent>
      <p:sp>
        <p:nvSpPr>
          <p:cNvPr id="48" name="テキスト ボックス 47">
            <a:extLst>
              <a:ext uri="{FF2B5EF4-FFF2-40B4-BE49-F238E27FC236}">
                <a16:creationId xmlns:a16="http://schemas.microsoft.com/office/drawing/2014/main" id="{51AB1207-F0E6-0E76-BDC7-07983762811E}"/>
              </a:ext>
            </a:extLst>
          </p:cNvPr>
          <p:cNvSpPr txBox="1"/>
          <p:nvPr/>
        </p:nvSpPr>
        <p:spPr>
          <a:xfrm>
            <a:off x="692904" y="1684211"/>
            <a:ext cx="1564715" cy="1200329"/>
          </a:xfrm>
          <a:prstGeom prst="rect">
            <a:avLst/>
          </a:prstGeom>
          <a:noFill/>
        </p:spPr>
        <p:txBody>
          <a:bodyPr wrap="square">
            <a:spAutoFit/>
          </a:bodyPr>
          <a:lstStyle/>
          <a:p>
            <a:r>
              <a:rPr lang="en-US" altLang="ja-JP" sz="1800" dirty="0"/>
              <a:t>1</a:t>
            </a:r>
            <a:r>
              <a:rPr lang="ja-JP" altLang="en-US" sz="1800"/>
              <a:t>期の</a:t>
            </a:r>
            <a:endParaRPr lang="en-US" altLang="ja-JP" sz="1800" dirty="0"/>
          </a:p>
          <a:p>
            <a:r>
              <a:rPr kumimoji="1" lang="ja-JP" altLang="en-US" sz="1800"/>
              <a:t>太陽光発電量</a:t>
            </a:r>
            <a:endParaRPr kumimoji="1" lang="en-US" altLang="ja-JP" sz="1800" dirty="0"/>
          </a:p>
          <a:p>
            <a:r>
              <a:rPr kumimoji="1" lang="ja-JP" altLang="en-US" sz="1800"/>
              <a:t>消費電力量</a:t>
            </a:r>
            <a:endParaRPr kumimoji="1" lang="en-US" altLang="ja-JP" sz="1800" dirty="0"/>
          </a:p>
          <a:p>
            <a:r>
              <a:rPr kumimoji="1" lang="ja-JP" altLang="en-US" sz="1800"/>
              <a:t>など</a:t>
            </a:r>
            <a:endParaRPr kumimoji="1" lang="en-US" altLang="ja-JP" sz="1800" dirty="0"/>
          </a:p>
        </p:txBody>
      </p:sp>
      <p:cxnSp>
        <p:nvCxnSpPr>
          <p:cNvPr id="51" name="直線矢印コネクタ 50">
            <a:extLst>
              <a:ext uri="{FF2B5EF4-FFF2-40B4-BE49-F238E27FC236}">
                <a16:creationId xmlns:a16="http://schemas.microsoft.com/office/drawing/2014/main" id="{1EC5E98B-E6A9-A703-2474-EB3157095EB8}"/>
              </a:ext>
            </a:extLst>
          </p:cNvPr>
          <p:cNvCxnSpPr>
            <a:cxnSpLocks/>
          </p:cNvCxnSpPr>
          <p:nvPr/>
        </p:nvCxnSpPr>
        <p:spPr bwMode="auto">
          <a:xfrm>
            <a:off x="1475262" y="3017883"/>
            <a:ext cx="0" cy="47603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56" name="直線矢印コネクタ 55">
            <a:extLst>
              <a:ext uri="{FF2B5EF4-FFF2-40B4-BE49-F238E27FC236}">
                <a16:creationId xmlns:a16="http://schemas.microsoft.com/office/drawing/2014/main" id="{08A44888-E76A-CA65-155C-DC412F506183}"/>
              </a:ext>
            </a:extLst>
          </p:cNvPr>
          <p:cNvCxnSpPr>
            <a:cxnSpLocks/>
          </p:cNvCxnSpPr>
          <p:nvPr/>
        </p:nvCxnSpPr>
        <p:spPr bwMode="auto">
          <a:xfrm>
            <a:off x="3213541" y="3017883"/>
            <a:ext cx="0" cy="476036"/>
          </a:xfrm>
          <a:prstGeom prst="straightConnector1">
            <a:avLst/>
          </a:prstGeom>
          <a:solidFill>
            <a:schemeClr val="bg1"/>
          </a:solidFill>
          <a:ln w="28575" cap="flat" cmpd="sng" algn="ctr">
            <a:solidFill>
              <a:schemeClr val="tx1"/>
            </a:solidFill>
            <a:prstDash val="solid"/>
            <a:round/>
            <a:headEnd type="none" w="med" len="med"/>
            <a:tailEnd type="triangle"/>
          </a:ln>
          <a:effectLst/>
        </p:spPr>
      </p:cxnSp>
      <mc:AlternateContent xmlns:mc="http://schemas.openxmlformats.org/markup-compatibility/2006">
        <mc:Choice xmlns:a14="http://schemas.microsoft.com/office/drawing/2010/main" Requires="a14">
          <p:sp>
            <p:nvSpPr>
              <p:cNvPr id="59" name="テキスト ボックス 58">
                <a:extLst>
                  <a:ext uri="{FF2B5EF4-FFF2-40B4-BE49-F238E27FC236}">
                    <a16:creationId xmlns:a16="http://schemas.microsoft.com/office/drawing/2014/main" id="{00DE21CB-C71E-A5F9-C0B0-FC1A5411D1D8}"/>
                  </a:ext>
                </a:extLst>
              </p:cNvPr>
              <p:cNvSpPr txBox="1"/>
              <p:nvPr/>
            </p:nvSpPr>
            <p:spPr>
              <a:xfrm>
                <a:off x="5688588" y="1752623"/>
                <a:ext cx="1564715" cy="1200329"/>
              </a:xfrm>
              <a:prstGeom prst="rect">
                <a:avLst/>
              </a:prstGeom>
              <a:noFill/>
            </p:spPr>
            <p:txBody>
              <a:bodyPr wrap="square">
                <a:spAutoFit/>
              </a:bodyPr>
              <a:lstStyle/>
              <a:p>
                <a14:m>
                  <m:oMath xmlns:m="http://schemas.openxmlformats.org/officeDocument/2006/math">
                    <m:r>
                      <a:rPr lang="en-US" altLang="ja-JP" sz="1800" b="0" i="1" smtClean="0">
                        <a:latin typeface="Cambria Math" panose="02040503050406030204" pitchFamily="18" charset="0"/>
                      </a:rPr>
                      <m:t>𝑘</m:t>
                    </m:r>
                  </m:oMath>
                </a14:m>
                <a:r>
                  <a:rPr lang="ja-JP" altLang="en-US" sz="1800"/>
                  <a:t>期の</a:t>
                </a:r>
                <a:endParaRPr lang="en-US" altLang="ja-JP" sz="1800" dirty="0"/>
              </a:p>
              <a:p>
                <a:r>
                  <a:rPr kumimoji="1" lang="ja-JP" altLang="en-US" sz="1800"/>
                  <a:t>太陽光発電量</a:t>
                </a:r>
                <a:endParaRPr kumimoji="1" lang="en-US" altLang="ja-JP" sz="1800" dirty="0"/>
              </a:p>
              <a:p>
                <a:r>
                  <a:rPr kumimoji="1" lang="ja-JP" altLang="en-US" sz="1800"/>
                  <a:t>消費電力量</a:t>
                </a:r>
                <a:endParaRPr kumimoji="1" lang="en-US" altLang="ja-JP" sz="1800" dirty="0"/>
              </a:p>
              <a:p>
                <a:r>
                  <a:rPr kumimoji="1" lang="ja-JP" altLang="en-US" sz="1800"/>
                  <a:t>など</a:t>
                </a:r>
                <a:endParaRPr kumimoji="1" lang="en-US" altLang="ja-JP" sz="1800" dirty="0"/>
              </a:p>
            </p:txBody>
          </p:sp>
        </mc:Choice>
        <mc:Fallback>
          <p:sp>
            <p:nvSpPr>
              <p:cNvPr id="59" name="テキスト ボックス 58">
                <a:extLst>
                  <a:ext uri="{FF2B5EF4-FFF2-40B4-BE49-F238E27FC236}">
                    <a16:creationId xmlns:a16="http://schemas.microsoft.com/office/drawing/2014/main" id="{00DE21CB-C71E-A5F9-C0B0-FC1A5411D1D8}"/>
                  </a:ext>
                </a:extLst>
              </p:cNvPr>
              <p:cNvSpPr txBox="1">
                <a:spLocks noRot="1" noChangeAspect="1" noMove="1" noResize="1" noEditPoints="1" noAdjustHandles="1" noChangeArrowheads="1" noChangeShapeType="1" noTextEdit="1"/>
              </p:cNvSpPr>
              <p:nvPr/>
            </p:nvSpPr>
            <p:spPr>
              <a:xfrm>
                <a:off x="5688588" y="1752623"/>
                <a:ext cx="1564715" cy="1200329"/>
              </a:xfrm>
              <a:prstGeom prst="rect">
                <a:avLst/>
              </a:prstGeom>
              <a:blipFill>
                <a:blip r:embed="rId4"/>
                <a:stretch>
                  <a:fillRect l="-2400" t="-4211" r="-2400" b="-6316"/>
                </a:stretch>
              </a:blipFill>
            </p:spPr>
            <p:txBody>
              <a:bodyPr/>
              <a:lstStyle/>
              <a:p>
                <a:r>
                  <a:rPr lang="ja-JP" altLang="en-US">
                    <a:noFill/>
                  </a:rPr>
                  <a:t> </a:t>
                </a:r>
              </a:p>
            </p:txBody>
          </p:sp>
        </mc:Fallback>
      </mc:AlternateContent>
      <p:cxnSp>
        <p:nvCxnSpPr>
          <p:cNvPr id="60" name="直線矢印コネクタ 59">
            <a:extLst>
              <a:ext uri="{FF2B5EF4-FFF2-40B4-BE49-F238E27FC236}">
                <a16:creationId xmlns:a16="http://schemas.microsoft.com/office/drawing/2014/main" id="{EF9BA3D9-FCAD-518E-122F-76B7223A03DC}"/>
              </a:ext>
            </a:extLst>
          </p:cNvPr>
          <p:cNvCxnSpPr>
            <a:cxnSpLocks/>
          </p:cNvCxnSpPr>
          <p:nvPr/>
        </p:nvCxnSpPr>
        <p:spPr bwMode="auto">
          <a:xfrm>
            <a:off x="6470945" y="3017883"/>
            <a:ext cx="0" cy="47603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61" name="直線矢印コネクタ 60">
            <a:extLst>
              <a:ext uri="{FF2B5EF4-FFF2-40B4-BE49-F238E27FC236}">
                <a16:creationId xmlns:a16="http://schemas.microsoft.com/office/drawing/2014/main" id="{3A842D07-6423-AF99-09A1-C4AA8C3FE2FB}"/>
              </a:ext>
            </a:extLst>
          </p:cNvPr>
          <p:cNvCxnSpPr>
            <a:cxnSpLocks/>
            <a:stCxn id="65" idx="0"/>
          </p:cNvCxnSpPr>
          <p:nvPr/>
        </p:nvCxnSpPr>
        <p:spPr bwMode="auto">
          <a:xfrm flipV="1">
            <a:off x="2316422" y="4491099"/>
            <a:ext cx="0" cy="53719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65" name="テキスト ボックス 64">
            <a:extLst>
              <a:ext uri="{FF2B5EF4-FFF2-40B4-BE49-F238E27FC236}">
                <a16:creationId xmlns:a16="http://schemas.microsoft.com/office/drawing/2014/main" id="{E9C4B6AE-A635-B01D-B73D-F6017E0A9EDD}"/>
              </a:ext>
            </a:extLst>
          </p:cNvPr>
          <p:cNvSpPr txBox="1"/>
          <p:nvPr/>
        </p:nvSpPr>
        <p:spPr>
          <a:xfrm>
            <a:off x="1607675" y="5028297"/>
            <a:ext cx="1417494" cy="923330"/>
          </a:xfrm>
          <a:prstGeom prst="rect">
            <a:avLst/>
          </a:prstGeom>
          <a:noFill/>
        </p:spPr>
        <p:txBody>
          <a:bodyPr wrap="square">
            <a:spAutoFit/>
          </a:bodyPr>
          <a:lstStyle/>
          <a:p>
            <a:r>
              <a:rPr lang="en-US" altLang="ja-JP" sz="1800" dirty="0"/>
              <a:t>1</a:t>
            </a:r>
            <a:r>
              <a:rPr lang="ja-JP" altLang="en-US" sz="1800"/>
              <a:t>期の</a:t>
            </a:r>
            <a:endParaRPr lang="en-US" altLang="ja-JP" sz="1800" dirty="0"/>
          </a:p>
          <a:p>
            <a:r>
              <a:rPr lang="ja-JP" altLang="en-US" sz="1800"/>
              <a:t>蓄電池の</a:t>
            </a:r>
            <a:endParaRPr lang="en-US" altLang="ja-JP" sz="1800" dirty="0"/>
          </a:p>
          <a:p>
            <a:r>
              <a:rPr lang="ja-JP" altLang="en-US" sz="1800"/>
              <a:t>残量</a:t>
            </a:r>
            <a:endParaRPr lang="en-US" altLang="ja-JP" sz="1800" dirty="0"/>
          </a:p>
        </p:txBody>
      </p:sp>
      <p:cxnSp>
        <p:nvCxnSpPr>
          <p:cNvPr id="71" name="直線矢印コネクタ 70">
            <a:extLst>
              <a:ext uri="{FF2B5EF4-FFF2-40B4-BE49-F238E27FC236}">
                <a16:creationId xmlns:a16="http://schemas.microsoft.com/office/drawing/2014/main" id="{BFBD2262-4331-238D-D737-618B9E9262F1}"/>
              </a:ext>
            </a:extLst>
          </p:cNvPr>
          <p:cNvCxnSpPr>
            <a:cxnSpLocks/>
            <a:stCxn id="77" idx="0"/>
          </p:cNvCxnSpPr>
          <p:nvPr/>
        </p:nvCxnSpPr>
        <p:spPr bwMode="auto">
          <a:xfrm flipV="1">
            <a:off x="4009110" y="4488752"/>
            <a:ext cx="0" cy="53719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77" name="テキスト ボックス 76">
            <a:extLst>
              <a:ext uri="{FF2B5EF4-FFF2-40B4-BE49-F238E27FC236}">
                <a16:creationId xmlns:a16="http://schemas.microsoft.com/office/drawing/2014/main" id="{4B6FD673-CD89-696F-1019-001D1712E12D}"/>
              </a:ext>
            </a:extLst>
          </p:cNvPr>
          <p:cNvSpPr txBox="1"/>
          <p:nvPr/>
        </p:nvSpPr>
        <p:spPr>
          <a:xfrm>
            <a:off x="3300363" y="5025950"/>
            <a:ext cx="1417494" cy="923330"/>
          </a:xfrm>
          <a:prstGeom prst="rect">
            <a:avLst/>
          </a:prstGeom>
          <a:noFill/>
        </p:spPr>
        <p:txBody>
          <a:bodyPr wrap="square">
            <a:spAutoFit/>
          </a:bodyPr>
          <a:lstStyle/>
          <a:p>
            <a:r>
              <a:rPr lang="en-US" altLang="ja-JP" sz="1800" dirty="0"/>
              <a:t>2</a:t>
            </a:r>
            <a:r>
              <a:rPr lang="ja-JP" altLang="en-US" sz="1800"/>
              <a:t>期の</a:t>
            </a:r>
            <a:endParaRPr lang="en-US" altLang="ja-JP" sz="1800" dirty="0"/>
          </a:p>
          <a:p>
            <a:r>
              <a:rPr lang="ja-JP" altLang="en-US" sz="1800"/>
              <a:t>蓄電池の</a:t>
            </a:r>
            <a:endParaRPr lang="en-US" altLang="ja-JP" sz="1800" dirty="0"/>
          </a:p>
          <a:p>
            <a:r>
              <a:rPr lang="ja-JP" altLang="en-US" sz="1800"/>
              <a:t>残量</a:t>
            </a:r>
            <a:endParaRPr lang="en-US" altLang="ja-JP" sz="1800" dirty="0"/>
          </a:p>
        </p:txBody>
      </p:sp>
      <p:cxnSp>
        <p:nvCxnSpPr>
          <p:cNvPr id="84" name="直線矢印コネクタ 83">
            <a:extLst>
              <a:ext uri="{FF2B5EF4-FFF2-40B4-BE49-F238E27FC236}">
                <a16:creationId xmlns:a16="http://schemas.microsoft.com/office/drawing/2014/main" id="{D6017A54-5B8C-FE64-44B7-4A7278FEDA20}"/>
              </a:ext>
            </a:extLst>
          </p:cNvPr>
          <p:cNvCxnSpPr>
            <a:cxnSpLocks/>
            <a:stCxn id="88" idx="0"/>
          </p:cNvCxnSpPr>
          <p:nvPr/>
        </p:nvCxnSpPr>
        <p:spPr bwMode="auto">
          <a:xfrm flipV="1">
            <a:off x="7285113" y="4488752"/>
            <a:ext cx="0" cy="537198"/>
          </a:xfrm>
          <a:prstGeom prst="straightConnector1">
            <a:avLst/>
          </a:prstGeom>
          <a:solidFill>
            <a:schemeClr val="bg1"/>
          </a:solidFill>
          <a:ln w="28575" cap="flat" cmpd="sng" algn="ctr">
            <a:solidFill>
              <a:schemeClr val="tx1"/>
            </a:solidFill>
            <a:prstDash val="solid"/>
            <a:round/>
            <a:headEnd type="none" w="med" len="med"/>
            <a:tailEnd type="triangle"/>
          </a:ln>
          <a:effectLst/>
        </p:spPr>
      </p:cxnSp>
      <mc:AlternateContent xmlns:mc="http://schemas.openxmlformats.org/markup-compatibility/2006" xmlns:a14="http://schemas.microsoft.com/office/drawing/2010/main">
        <mc:Choice Requires="a14">
          <p:sp>
            <p:nvSpPr>
              <p:cNvPr id="88" name="テキスト ボックス 87">
                <a:extLst>
                  <a:ext uri="{FF2B5EF4-FFF2-40B4-BE49-F238E27FC236}">
                    <a16:creationId xmlns:a16="http://schemas.microsoft.com/office/drawing/2014/main" id="{E3A6C670-35ED-8970-2B42-39D1B6721E47}"/>
                  </a:ext>
                </a:extLst>
              </p:cNvPr>
              <p:cNvSpPr txBox="1"/>
              <p:nvPr/>
            </p:nvSpPr>
            <p:spPr>
              <a:xfrm>
                <a:off x="6576366" y="5025950"/>
                <a:ext cx="1417494" cy="923330"/>
              </a:xfrm>
              <a:prstGeom prst="rect">
                <a:avLst/>
              </a:prstGeom>
              <a:noFill/>
            </p:spPr>
            <p:txBody>
              <a:bodyPr wrap="square">
                <a:spAutoFit/>
              </a:bodyPr>
              <a:lstStyle/>
              <a:p>
                <a14:m>
                  <m:oMath xmlns:m="http://schemas.openxmlformats.org/officeDocument/2006/math">
                    <m:r>
                      <a:rPr lang="en-US" altLang="ja-JP" sz="1800" b="0" i="1" smtClean="0">
                        <a:latin typeface="Cambria Math" panose="02040503050406030204" pitchFamily="18" charset="0"/>
                      </a:rPr>
                      <m:t>𝑘</m:t>
                    </m:r>
                  </m:oMath>
                </a14:m>
                <a:r>
                  <a:rPr lang="ja-JP" altLang="en-US" sz="1800"/>
                  <a:t>期の</a:t>
                </a:r>
                <a:endParaRPr lang="en-US" altLang="ja-JP" sz="1800" dirty="0"/>
              </a:p>
              <a:p>
                <a:r>
                  <a:rPr lang="ja-JP" altLang="en-US" sz="1800"/>
                  <a:t>蓄電池の</a:t>
                </a:r>
                <a:endParaRPr lang="en-US" altLang="ja-JP" sz="1800" dirty="0"/>
              </a:p>
              <a:p>
                <a:r>
                  <a:rPr lang="ja-JP" altLang="en-US" sz="1800"/>
                  <a:t>残量</a:t>
                </a:r>
                <a:endParaRPr lang="en-US" altLang="ja-JP" sz="1800" dirty="0"/>
              </a:p>
            </p:txBody>
          </p:sp>
        </mc:Choice>
        <mc:Fallback xmlns="">
          <p:sp>
            <p:nvSpPr>
              <p:cNvPr id="88" name="テキスト ボックス 87">
                <a:extLst>
                  <a:ext uri="{FF2B5EF4-FFF2-40B4-BE49-F238E27FC236}">
                    <a16:creationId xmlns:a16="http://schemas.microsoft.com/office/drawing/2014/main" id="{E3A6C670-35ED-8970-2B42-39D1B6721E47}"/>
                  </a:ext>
                </a:extLst>
              </p:cNvPr>
              <p:cNvSpPr txBox="1">
                <a:spLocks noRot="1" noChangeAspect="1" noMove="1" noResize="1" noEditPoints="1" noAdjustHandles="1" noChangeArrowheads="1" noChangeShapeType="1" noTextEdit="1"/>
              </p:cNvSpPr>
              <p:nvPr/>
            </p:nvSpPr>
            <p:spPr>
              <a:xfrm>
                <a:off x="6576366" y="5025950"/>
                <a:ext cx="1417494" cy="923330"/>
              </a:xfrm>
              <a:prstGeom prst="rect">
                <a:avLst/>
              </a:prstGeom>
              <a:blipFill>
                <a:blip r:embed="rId5"/>
                <a:stretch>
                  <a:fillRect t="-4054" b="-8108"/>
                </a:stretch>
              </a:blipFill>
            </p:spPr>
            <p:txBody>
              <a:bodyPr/>
              <a:lstStyle/>
              <a:p>
                <a:r>
                  <a:rPr lang="ja-JP" altLang="en-US">
                    <a:noFill/>
                  </a:rPr>
                  <a:t> </a:t>
                </a:r>
              </a:p>
            </p:txBody>
          </p:sp>
        </mc:Fallback>
      </mc:AlternateContent>
      <p:sp>
        <p:nvSpPr>
          <p:cNvPr id="94" name="テキスト ボックス 93">
            <a:extLst>
              <a:ext uri="{FF2B5EF4-FFF2-40B4-BE49-F238E27FC236}">
                <a16:creationId xmlns:a16="http://schemas.microsoft.com/office/drawing/2014/main" id="{DD0D9886-A7FD-964E-A18B-37761DC7A9FD}"/>
              </a:ext>
            </a:extLst>
          </p:cNvPr>
          <p:cNvSpPr txBox="1"/>
          <p:nvPr/>
        </p:nvSpPr>
        <p:spPr>
          <a:xfrm>
            <a:off x="8463863" y="4099419"/>
            <a:ext cx="646331" cy="369332"/>
          </a:xfrm>
          <a:prstGeom prst="rect">
            <a:avLst/>
          </a:prstGeom>
          <a:noFill/>
        </p:spPr>
        <p:txBody>
          <a:bodyPr wrap="none" rtlCol="0">
            <a:spAutoFit/>
          </a:bodyPr>
          <a:lstStyle/>
          <a:p>
            <a:r>
              <a:rPr kumimoji="1" lang="ja-JP" altLang="en-US" sz="1800"/>
              <a:t>時刻</a:t>
            </a:r>
          </a:p>
        </p:txBody>
      </p:sp>
      <p:sp>
        <p:nvSpPr>
          <p:cNvPr id="5" name="テキスト ボックス 4">
            <a:extLst>
              <a:ext uri="{FF2B5EF4-FFF2-40B4-BE49-F238E27FC236}">
                <a16:creationId xmlns:a16="http://schemas.microsoft.com/office/drawing/2014/main" id="{2CA2EBC2-7B7E-8F56-2C06-E7D0C070E145}"/>
              </a:ext>
            </a:extLst>
          </p:cNvPr>
          <p:cNvSpPr txBox="1"/>
          <p:nvPr/>
        </p:nvSpPr>
        <p:spPr>
          <a:xfrm>
            <a:off x="2466212" y="1701421"/>
            <a:ext cx="1564715" cy="1200329"/>
          </a:xfrm>
          <a:prstGeom prst="rect">
            <a:avLst/>
          </a:prstGeom>
          <a:noFill/>
        </p:spPr>
        <p:txBody>
          <a:bodyPr wrap="square">
            <a:spAutoFit/>
          </a:bodyPr>
          <a:lstStyle/>
          <a:p>
            <a:r>
              <a:rPr lang="en-US" altLang="ja-JP" sz="1800" dirty="0"/>
              <a:t>2</a:t>
            </a:r>
            <a:r>
              <a:rPr lang="ja-JP" altLang="en-US" sz="1800"/>
              <a:t>期の</a:t>
            </a:r>
            <a:endParaRPr lang="en-US" altLang="ja-JP" sz="1800" dirty="0"/>
          </a:p>
          <a:p>
            <a:r>
              <a:rPr kumimoji="1" lang="ja-JP" altLang="en-US" sz="1800"/>
              <a:t>太陽光発電量</a:t>
            </a:r>
            <a:endParaRPr kumimoji="1" lang="en-US" altLang="ja-JP" sz="1800" dirty="0"/>
          </a:p>
          <a:p>
            <a:r>
              <a:rPr kumimoji="1" lang="ja-JP" altLang="en-US" sz="1800"/>
              <a:t>消費電力量</a:t>
            </a:r>
            <a:endParaRPr kumimoji="1" lang="en-US" altLang="ja-JP" sz="1800" dirty="0"/>
          </a:p>
          <a:p>
            <a:r>
              <a:rPr kumimoji="1" lang="ja-JP" altLang="en-US" sz="1800"/>
              <a:t>など</a:t>
            </a:r>
            <a:endParaRPr kumimoji="1" lang="en-US" altLang="ja-JP" sz="1800" dirty="0"/>
          </a:p>
        </p:txBody>
      </p:sp>
    </p:spTree>
    <p:extLst>
      <p:ext uri="{BB962C8B-B14F-4D97-AF65-F5344CB8AC3E}">
        <p14:creationId xmlns:p14="http://schemas.microsoft.com/office/powerpoint/2010/main" val="34294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269134" y="189791"/>
            <a:ext cx="4605748" cy="584775"/>
          </a:xfrm>
          <a:prstGeom prst="rect">
            <a:avLst/>
          </a:prstGeom>
          <a:noFill/>
        </p:spPr>
        <p:txBody>
          <a:bodyPr wrap="none" rtlCol="0">
            <a:spAutoFit/>
          </a:bodyPr>
          <a:lstStyle/>
          <a:p>
            <a:r>
              <a:rPr lang="ja-JP" altLang="en-US" sz="3200"/>
              <a:t>モデル</a:t>
            </a:r>
            <a:r>
              <a:rPr lang="en-US" altLang="ja-JP" sz="3200" dirty="0"/>
              <a:t>1</a:t>
            </a:r>
            <a:r>
              <a:rPr lang="ja-JP" altLang="en-US" sz="3200"/>
              <a:t>：線形計画モデル</a:t>
            </a:r>
            <a:endParaRPr kumimoji="1" lang="ja-JP" altLang="en-US" sz="3200"/>
          </a:p>
        </p:txBody>
      </p:sp>
      <p:cxnSp>
        <p:nvCxnSpPr>
          <p:cNvPr id="66" name="直線コネクタ 65">
            <a:extLst>
              <a:ext uri="{FF2B5EF4-FFF2-40B4-BE49-F238E27FC236}">
                <a16:creationId xmlns:a16="http://schemas.microsoft.com/office/drawing/2014/main" id="{BEC3FB62-CBF8-2E80-5000-8C5B5F9DDE19}"/>
              </a:ext>
            </a:extLst>
          </p:cNvPr>
          <p:cNvCxnSpPr>
            <a:cxnSpLocks/>
          </p:cNvCxnSpPr>
          <p:nvPr/>
        </p:nvCxnSpPr>
        <p:spPr>
          <a:xfrm>
            <a:off x="1691680" y="2072943"/>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67" name="正方形/長方形 66">
            <a:extLst>
              <a:ext uri="{FF2B5EF4-FFF2-40B4-BE49-F238E27FC236}">
                <a16:creationId xmlns:a16="http://schemas.microsoft.com/office/drawing/2014/main" id="{FD0ACD92-F435-89AF-7C4B-76269E55E168}"/>
              </a:ext>
            </a:extLst>
          </p:cNvPr>
          <p:cNvSpPr/>
          <p:nvPr/>
        </p:nvSpPr>
        <p:spPr>
          <a:xfrm>
            <a:off x="1136828" y="1573158"/>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68" name="正方形/長方形 67">
            <a:extLst>
              <a:ext uri="{FF2B5EF4-FFF2-40B4-BE49-F238E27FC236}">
                <a16:creationId xmlns:a16="http://schemas.microsoft.com/office/drawing/2014/main" id="{F51C4498-A04A-CA34-0D74-C1F6779637FC}"/>
              </a:ext>
            </a:extLst>
          </p:cNvPr>
          <p:cNvSpPr/>
          <p:nvPr/>
        </p:nvSpPr>
        <p:spPr>
          <a:xfrm>
            <a:off x="1187624" y="2567775"/>
            <a:ext cx="947547"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grpSp>
        <p:nvGrpSpPr>
          <p:cNvPr id="72" name="グループ化 71">
            <a:extLst>
              <a:ext uri="{FF2B5EF4-FFF2-40B4-BE49-F238E27FC236}">
                <a16:creationId xmlns:a16="http://schemas.microsoft.com/office/drawing/2014/main" id="{7D095D0A-727C-55C9-F43F-F6D1DDD5E63D}"/>
              </a:ext>
            </a:extLst>
          </p:cNvPr>
          <p:cNvGrpSpPr/>
          <p:nvPr/>
        </p:nvGrpSpPr>
        <p:grpSpPr>
          <a:xfrm>
            <a:off x="1664925" y="2951069"/>
            <a:ext cx="1306767" cy="259714"/>
            <a:chOff x="2220383" y="2089166"/>
            <a:chExt cx="1169198" cy="318368"/>
          </a:xfrm>
        </p:grpSpPr>
        <p:cxnSp>
          <p:nvCxnSpPr>
            <p:cNvPr id="73" name="直線コネクタ 72">
              <a:extLst>
                <a:ext uri="{FF2B5EF4-FFF2-40B4-BE49-F238E27FC236}">
                  <a16:creationId xmlns:a16="http://schemas.microsoft.com/office/drawing/2014/main" id="{8EB8510A-5A11-2D87-1B4E-B9BAF064C8FC}"/>
                </a:ext>
              </a:extLst>
            </p:cNvPr>
            <p:cNvCxnSpPr>
              <a:cxnSpLocks/>
            </p:cNvCxnSpPr>
            <p:nvPr/>
          </p:nvCxnSpPr>
          <p:spPr>
            <a:xfrm>
              <a:off x="2223877"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7A1CD3CF-ABD4-6B90-9538-B67F91F2D43D}"/>
                </a:ext>
              </a:extLst>
            </p:cNvPr>
            <p:cNvCxnSpPr>
              <a:cxnSpLocks/>
            </p:cNvCxnSpPr>
            <p:nvPr/>
          </p:nvCxnSpPr>
          <p:spPr>
            <a:xfrm>
              <a:off x="3389581"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F418735D-3CCA-4BBC-AAE1-B72AFF2D4096}"/>
                </a:ext>
              </a:extLst>
            </p:cNvPr>
            <p:cNvCxnSpPr>
              <a:cxnSpLocks/>
            </p:cNvCxnSpPr>
            <p:nvPr/>
          </p:nvCxnSpPr>
          <p:spPr>
            <a:xfrm flipH="1">
              <a:off x="2220383" y="2404742"/>
              <a:ext cx="1169198"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76" name="直線コネクタ 75">
            <a:extLst>
              <a:ext uri="{FF2B5EF4-FFF2-40B4-BE49-F238E27FC236}">
                <a16:creationId xmlns:a16="http://schemas.microsoft.com/office/drawing/2014/main" id="{6C2FE158-05FB-CF0C-686D-5A2CF42E967A}"/>
              </a:ext>
            </a:extLst>
          </p:cNvPr>
          <p:cNvCxnSpPr>
            <a:cxnSpLocks/>
          </p:cNvCxnSpPr>
          <p:nvPr/>
        </p:nvCxnSpPr>
        <p:spPr>
          <a:xfrm>
            <a:off x="2385006" y="320850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線コネクタ 77">
            <a:extLst>
              <a:ext uri="{FF2B5EF4-FFF2-40B4-BE49-F238E27FC236}">
                <a16:creationId xmlns:a16="http://schemas.microsoft.com/office/drawing/2014/main" id="{5043E2EF-5269-45FA-96B8-ECBA1A83287E}"/>
              </a:ext>
            </a:extLst>
          </p:cNvPr>
          <p:cNvCxnSpPr>
            <a:cxnSpLocks/>
          </p:cNvCxnSpPr>
          <p:nvPr/>
        </p:nvCxnSpPr>
        <p:spPr>
          <a:xfrm>
            <a:off x="2375559" y="388158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9" name="直線コネクタ 78">
            <a:extLst>
              <a:ext uri="{FF2B5EF4-FFF2-40B4-BE49-F238E27FC236}">
                <a16:creationId xmlns:a16="http://schemas.microsoft.com/office/drawing/2014/main" id="{2AE2F689-ED7D-DE35-9424-318DB5DE46BE}"/>
              </a:ext>
            </a:extLst>
          </p:cNvPr>
          <p:cNvCxnSpPr>
            <a:cxnSpLocks/>
          </p:cNvCxnSpPr>
          <p:nvPr/>
        </p:nvCxnSpPr>
        <p:spPr>
          <a:xfrm>
            <a:off x="541585" y="4175818"/>
            <a:ext cx="8350895" cy="9811"/>
          </a:xfrm>
          <a:prstGeom prst="line">
            <a:avLst/>
          </a:prstGeom>
          <a:ln w="19050"/>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42D6600E-F528-9D04-10E6-DAF9AAF1B1D0}"/>
              </a:ext>
            </a:extLst>
          </p:cNvPr>
          <p:cNvCxnSpPr>
            <a:cxnSpLocks/>
          </p:cNvCxnSpPr>
          <p:nvPr/>
        </p:nvCxnSpPr>
        <p:spPr>
          <a:xfrm>
            <a:off x="1346500" y="4817859"/>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A5A52A27-1359-B609-BA20-A4ACEA76C4EC}"/>
              </a:ext>
            </a:extLst>
          </p:cNvPr>
          <p:cNvCxnSpPr>
            <a:cxnSpLocks/>
          </p:cNvCxnSpPr>
          <p:nvPr/>
        </p:nvCxnSpPr>
        <p:spPr>
          <a:xfrm>
            <a:off x="1298858" y="4168086"/>
            <a:ext cx="0" cy="286502"/>
          </a:xfrm>
          <a:prstGeom prst="line">
            <a:avLst/>
          </a:prstGeom>
          <a:ln w="19050"/>
        </p:spPr>
        <p:style>
          <a:lnRef idx="1">
            <a:schemeClr val="dk1"/>
          </a:lnRef>
          <a:fillRef idx="0">
            <a:schemeClr val="dk1"/>
          </a:fillRef>
          <a:effectRef idx="0">
            <a:schemeClr val="dk1"/>
          </a:effectRef>
          <a:fontRef idx="minor">
            <a:schemeClr val="tx1"/>
          </a:fontRef>
        </p:style>
      </p:cxnSp>
      <p:cxnSp>
        <p:nvCxnSpPr>
          <p:cNvPr id="82" name="直線コネクタ 81">
            <a:extLst>
              <a:ext uri="{FF2B5EF4-FFF2-40B4-BE49-F238E27FC236}">
                <a16:creationId xmlns:a16="http://schemas.microsoft.com/office/drawing/2014/main" id="{4194A7AF-3CAB-A319-4399-E51B513C0872}"/>
              </a:ext>
            </a:extLst>
          </p:cNvPr>
          <p:cNvCxnSpPr>
            <a:cxnSpLocks/>
          </p:cNvCxnSpPr>
          <p:nvPr/>
        </p:nvCxnSpPr>
        <p:spPr>
          <a:xfrm flipH="1">
            <a:off x="541585" y="5108169"/>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3" name="直線コネクタ 82">
            <a:extLst>
              <a:ext uri="{FF2B5EF4-FFF2-40B4-BE49-F238E27FC236}">
                <a16:creationId xmlns:a16="http://schemas.microsoft.com/office/drawing/2014/main" id="{43A29E58-395E-A226-2742-20D0767CCFCB}"/>
              </a:ext>
            </a:extLst>
          </p:cNvPr>
          <p:cNvCxnSpPr>
            <a:cxnSpLocks/>
          </p:cNvCxnSpPr>
          <p:nvPr/>
        </p:nvCxnSpPr>
        <p:spPr>
          <a:xfrm flipH="1">
            <a:off x="541585" y="5109546"/>
            <a:ext cx="1058" cy="352366"/>
          </a:xfrm>
          <a:prstGeom prst="line">
            <a:avLst/>
          </a:prstGeom>
          <a:ln w="19050"/>
        </p:spPr>
        <p:style>
          <a:lnRef idx="1">
            <a:schemeClr val="dk1"/>
          </a:lnRef>
          <a:fillRef idx="0">
            <a:schemeClr val="dk1"/>
          </a:fillRef>
          <a:effectRef idx="0">
            <a:schemeClr val="dk1"/>
          </a:effectRef>
          <a:fontRef idx="minor">
            <a:schemeClr val="tx1"/>
          </a:fontRef>
        </p:style>
      </p:cxnSp>
      <p:sp>
        <p:nvSpPr>
          <p:cNvPr id="85" name="正方形/長方形 84">
            <a:extLst>
              <a:ext uri="{FF2B5EF4-FFF2-40B4-BE49-F238E27FC236}">
                <a16:creationId xmlns:a16="http://schemas.microsoft.com/office/drawing/2014/main" id="{A49ED2F6-E0F9-6243-D157-384935A16E40}"/>
              </a:ext>
            </a:extLst>
          </p:cNvPr>
          <p:cNvSpPr/>
          <p:nvPr/>
        </p:nvSpPr>
        <p:spPr>
          <a:xfrm>
            <a:off x="184637" y="5391092"/>
            <a:ext cx="718046"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86" name="直線コネクタ 85">
            <a:extLst>
              <a:ext uri="{FF2B5EF4-FFF2-40B4-BE49-F238E27FC236}">
                <a16:creationId xmlns:a16="http://schemas.microsoft.com/office/drawing/2014/main" id="{A453F381-419F-DF68-2186-E3C82E6637E8}"/>
              </a:ext>
            </a:extLst>
          </p:cNvPr>
          <p:cNvCxnSpPr>
            <a:cxnSpLocks/>
          </p:cNvCxnSpPr>
          <p:nvPr/>
        </p:nvCxnSpPr>
        <p:spPr>
          <a:xfrm>
            <a:off x="1346500" y="5108169"/>
            <a:ext cx="3417" cy="395019"/>
          </a:xfrm>
          <a:prstGeom prst="line">
            <a:avLst/>
          </a:prstGeom>
          <a:ln w="19050"/>
        </p:spPr>
        <p:style>
          <a:lnRef idx="1">
            <a:schemeClr val="dk1"/>
          </a:lnRef>
          <a:fillRef idx="0">
            <a:schemeClr val="dk1"/>
          </a:fillRef>
          <a:effectRef idx="0">
            <a:schemeClr val="dk1"/>
          </a:effectRef>
          <a:fontRef idx="minor">
            <a:schemeClr val="tx1"/>
          </a:fontRef>
        </p:style>
      </p:cxnSp>
      <p:sp>
        <p:nvSpPr>
          <p:cNvPr id="87" name="正方形/長方形 86">
            <a:extLst>
              <a:ext uri="{FF2B5EF4-FFF2-40B4-BE49-F238E27FC236}">
                <a16:creationId xmlns:a16="http://schemas.microsoft.com/office/drawing/2014/main" id="{B8487E0B-1192-24F0-7BF5-FEDD2ACC5526}"/>
              </a:ext>
            </a:extLst>
          </p:cNvPr>
          <p:cNvSpPr/>
          <p:nvPr/>
        </p:nvSpPr>
        <p:spPr>
          <a:xfrm>
            <a:off x="974691" y="5402833"/>
            <a:ext cx="718047" cy="530529"/>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89" name="直線コネクタ 88">
            <a:extLst>
              <a:ext uri="{FF2B5EF4-FFF2-40B4-BE49-F238E27FC236}">
                <a16:creationId xmlns:a16="http://schemas.microsoft.com/office/drawing/2014/main" id="{F2B68B65-8EF5-48AF-1F25-C337547E1F20}"/>
              </a:ext>
            </a:extLst>
          </p:cNvPr>
          <p:cNvCxnSpPr>
            <a:cxnSpLocks/>
          </p:cNvCxnSpPr>
          <p:nvPr/>
        </p:nvCxnSpPr>
        <p:spPr>
          <a:xfrm>
            <a:off x="2126819" y="5108169"/>
            <a:ext cx="0" cy="281735"/>
          </a:xfrm>
          <a:prstGeom prst="line">
            <a:avLst/>
          </a:prstGeom>
          <a:ln w="19050"/>
        </p:spPr>
        <p:style>
          <a:lnRef idx="1">
            <a:schemeClr val="dk1"/>
          </a:lnRef>
          <a:fillRef idx="0">
            <a:schemeClr val="dk1"/>
          </a:fillRef>
          <a:effectRef idx="0">
            <a:schemeClr val="dk1"/>
          </a:effectRef>
          <a:fontRef idx="minor">
            <a:schemeClr val="tx1"/>
          </a:fontRef>
        </p:style>
      </p:cxnSp>
      <p:sp>
        <p:nvSpPr>
          <p:cNvPr id="90" name="円/楕円 89">
            <a:extLst>
              <a:ext uri="{FF2B5EF4-FFF2-40B4-BE49-F238E27FC236}">
                <a16:creationId xmlns:a16="http://schemas.microsoft.com/office/drawing/2014/main" id="{A3C453C7-C935-E395-1445-BA224ED5E06C}"/>
              </a:ext>
            </a:extLst>
          </p:cNvPr>
          <p:cNvSpPr/>
          <p:nvPr/>
        </p:nvSpPr>
        <p:spPr>
          <a:xfrm>
            <a:off x="2331006" y="3155270"/>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1" name="円/楕円 90">
            <a:extLst>
              <a:ext uri="{FF2B5EF4-FFF2-40B4-BE49-F238E27FC236}">
                <a16:creationId xmlns:a16="http://schemas.microsoft.com/office/drawing/2014/main" id="{13CEFEF4-C197-3F41-EF89-73505F2A3AA6}"/>
              </a:ext>
            </a:extLst>
          </p:cNvPr>
          <p:cNvSpPr/>
          <p:nvPr/>
        </p:nvSpPr>
        <p:spPr>
          <a:xfrm>
            <a:off x="1290162" y="5058522"/>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2" name="円/楕円 91">
            <a:extLst>
              <a:ext uri="{FF2B5EF4-FFF2-40B4-BE49-F238E27FC236}">
                <a16:creationId xmlns:a16="http://schemas.microsoft.com/office/drawing/2014/main" id="{3D378F74-F7E5-B8D3-1341-756ACC644A4A}"/>
              </a:ext>
            </a:extLst>
          </p:cNvPr>
          <p:cNvSpPr/>
          <p:nvPr/>
        </p:nvSpPr>
        <p:spPr>
          <a:xfrm>
            <a:off x="1242520" y="4105924"/>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05" name="直線コネクタ 104">
            <a:extLst>
              <a:ext uri="{FF2B5EF4-FFF2-40B4-BE49-F238E27FC236}">
                <a16:creationId xmlns:a16="http://schemas.microsoft.com/office/drawing/2014/main" id="{9EE882AB-7763-68E5-15AF-D3A1E55F4C88}"/>
              </a:ext>
            </a:extLst>
          </p:cNvPr>
          <p:cNvCxnSpPr>
            <a:cxnSpLocks/>
          </p:cNvCxnSpPr>
          <p:nvPr/>
        </p:nvCxnSpPr>
        <p:spPr>
          <a:xfrm flipH="1">
            <a:off x="4688909" y="2678500"/>
            <a:ext cx="2338" cy="1480286"/>
          </a:xfrm>
          <a:prstGeom prst="line">
            <a:avLst/>
          </a:prstGeom>
          <a:ln w="19050"/>
        </p:spPr>
        <p:style>
          <a:lnRef idx="1">
            <a:schemeClr val="dk1"/>
          </a:lnRef>
          <a:fillRef idx="0">
            <a:schemeClr val="dk1"/>
          </a:fillRef>
          <a:effectRef idx="0">
            <a:schemeClr val="dk1"/>
          </a:effectRef>
          <a:fontRef idx="minor">
            <a:schemeClr val="tx1"/>
          </a:fontRef>
        </p:style>
      </p:cxnSp>
      <p:sp>
        <p:nvSpPr>
          <p:cNvPr id="106" name="正方形/長方形 105">
            <a:extLst>
              <a:ext uri="{FF2B5EF4-FFF2-40B4-BE49-F238E27FC236}">
                <a16:creationId xmlns:a16="http://schemas.microsoft.com/office/drawing/2014/main" id="{2E4AD433-00D5-CC1A-0DFF-01E8279D13F1}"/>
              </a:ext>
            </a:extLst>
          </p:cNvPr>
          <p:cNvSpPr/>
          <p:nvPr/>
        </p:nvSpPr>
        <p:spPr>
          <a:xfrm>
            <a:off x="4067944" y="1858181"/>
            <a:ext cx="1215021" cy="842463"/>
          </a:xfrm>
          <a:prstGeom prst="rect">
            <a:avLst/>
          </a:prstGeom>
          <a:solidFill>
            <a:srgbClr val="C0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商用電力</a:t>
            </a:r>
            <a:endParaRPr lang="en-US" altLang="ja-JP" sz="2000" dirty="0">
              <a:solidFill>
                <a:schemeClr val="tx1"/>
              </a:solidFill>
              <a:latin typeface="+mn-ea"/>
            </a:endParaRPr>
          </a:p>
          <a:p>
            <a:r>
              <a:rPr lang="ja-JP" altLang="en-US" sz="2000">
                <a:solidFill>
                  <a:schemeClr val="tx1"/>
                </a:solidFill>
                <a:latin typeface="+mn-ea"/>
              </a:rPr>
              <a:t>系統</a:t>
            </a:r>
            <a:endParaRPr kumimoji="1" lang="ja-JP" altLang="en-US" sz="2400">
              <a:solidFill>
                <a:schemeClr val="tx1"/>
              </a:solidFill>
              <a:latin typeface="+mn-ea"/>
            </a:endParaRPr>
          </a:p>
        </p:txBody>
      </p:sp>
      <p:cxnSp>
        <p:nvCxnSpPr>
          <p:cNvPr id="109" name="直線コネクタ 108">
            <a:extLst>
              <a:ext uri="{FF2B5EF4-FFF2-40B4-BE49-F238E27FC236}">
                <a16:creationId xmlns:a16="http://schemas.microsoft.com/office/drawing/2014/main" id="{5AB06B72-B855-AEAE-FEB9-B3FEDA440C9C}"/>
              </a:ext>
            </a:extLst>
          </p:cNvPr>
          <p:cNvCxnSpPr>
            <a:cxnSpLocks/>
          </p:cNvCxnSpPr>
          <p:nvPr/>
        </p:nvCxnSpPr>
        <p:spPr>
          <a:xfrm>
            <a:off x="6374480" y="3877776"/>
            <a:ext cx="0" cy="290310"/>
          </a:xfrm>
          <a:prstGeom prst="line">
            <a:avLst/>
          </a:prstGeom>
          <a:ln w="19050"/>
        </p:spPr>
        <p:style>
          <a:lnRef idx="1">
            <a:schemeClr val="dk1"/>
          </a:lnRef>
          <a:fillRef idx="0">
            <a:schemeClr val="dk1"/>
          </a:fillRef>
          <a:effectRef idx="0">
            <a:schemeClr val="dk1"/>
          </a:effectRef>
          <a:fontRef idx="minor">
            <a:schemeClr val="tx1"/>
          </a:fontRef>
        </p:style>
      </p:cxnSp>
      <p:sp>
        <p:nvSpPr>
          <p:cNvPr id="110" name="円/楕円 109">
            <a:extLst>
              <a:ext uri="{FF2B5EF4-FFF2-40B4-BE49-F238E27FC236}">
                <a16:creationId xmlns:a16="http://schemas.microsoft.com/office/drawing/2014/main" id="{84834D31-632A-16CD-830D-4C4FCF548189}"/>
              </a:ext>
            </a:extLst>
          </p:cNvPr>
          <p:cNvSpPr/>
          <p:nvPr/>
        </p:nvSpPr>
        <p:spPr>
          <a:xfrm>
            <a:off x="6320480" y="41140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1" name="直線コネクタ 110">
            <a:extLst>
              <a:ext uri="{FF2B5EF4-FFF2-40B4-BE49-F238E27FC236}">
                <a16:creationId xmlns:a16="http://schemas.microsoft.com/office/drawing/2014/main" id="{36606DA0-B8C6-C577-B873-7FC95FFE60D6}"/>
              </a:ext>
            </a:extLst>
          </p:cNvPr>
          <p:cNvCxnSpPr>
            <a:cxnSpLocks/>
          </p:cNvCxnSpPr>
          <p:nvPr/>
        </p:nvCxnSpPr>
        <p:spPr>
          <a:xfrm>
            <a:off x="6377841" y="3100505"/>
            <a:ext cx="0" cy="398310"/>
          </a:xfrm>
          <a:prstGeom prst="line">
            <a:avLst/>
          </a:prstGeom>
          <a:ln w="19050"/>
        </p:spPr>
        <p:style>
          <a:lnRef idx="1">
            <a:schemeClr val="dk1"/>
          </a:lnRef>
          <a:fillRef idx="0">
            <a:schemeClr val="dk1"/>
          </a:fillRef>
          <a:effectRef idx="0">
            <a:schemeClr val="dk1"/>
          </a:effectRef>
          <a:fontRef idx="minor">
            <a:schemeClr val="tx1"/>
          </a:fontRef>
        </p:style>
      </p:cxnSp>
      <p:sp>
        <p:nvSpPr>
          <p:cNvPr id="113" name="正方形/長方形 112">
            <a:extLst>
              <a:ext uri="{FF2B5EF4-FFF2-40B4-BE49-F238E27FC236}">
                <a16:creationId xmlns:a16="http://schemas.microsoft.com/office/drawing/2014/main" id="{1FCB0328-AD19-99AF-6736-B11B31032FD1}"/>
              </a:ext>
            </a:extLst>
          </p:cNvPr>
          <p:cNvSpPr/>
          <p:nvPr/>
        </p:nvSpPr>
        <p:spPr>
          <a:xfrm>
            <a:off x="5796136" y="1789090"/>
            <a:ext cx="1151068" cy="530534"/>
          </a:xfrm>
          <a:prstGeom prst="rect">
            <a:avLst/>
          </a:prstGeom>
          <a:solidFill>
            <a:srgbClr val="C0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a:solidFill>
                  <a:schemeClr val="tx1"/>
                </a:solidFill>
                <a:latin typeface="+mn-ea"/>
              </a:rPr>
              <a:t>蓄電池</a:t>
            </a:r>
          </a:p>
        </p:txBody>
      </p:sp>
      <p:cxnSp>
        <p:nvCxnSpPr>
          <p:cNvPr id="114" name="直線コネクタ 113">
            <a:extLst>
              <a:ext uri="{FF2B5EF4-FFF2-40B4-BE49-F238E27FC236}">
                <a16:creationId xmlns:a16="http://schemas.microsoft.com/office/drawing/2014/main" id="{650484EC-13D9-9EA3-E678-46F9DC9428E2}"/>
              </a:ext>
            </a:extLst>
          </p:cNvPr>
          <p:cNvCxnSpPr>
            <a:cxnSpLocks/>
            <a:stCxn id="113" idx="2"/>
          </p:cNvCxnSpPr>
          <p:nvPr/>
        </p:nvCxnSpPr>
        <p:spPr>
          <a:xfrm>
            <a:off x="6371670" y="2319624"/>
            <a:ext cx="2810" cy="410372"/>
          </a:xfrm>
          <a:prstGeom prst="line">
            <a:avLst/>
          </a:prstGeom>
          <a:ln w="19050"/>
        </p:spPr>
        <p:style>
          <a:lnRef idx="1">
            <a:schemeClr val="dk1"/>
          </a:lnRef>
          <a:fillRef idx="0">
            <a:schemeClr val="dk1"/>
          </a:fillRef>
          <a:effectRef idx="0">
            <a:schemeClr val="dk1"/>
          </a:effectRef>
          <a:fontRef idx="minor">
            <a:schemeClr val="tx1"/>
          </a:fontRef>
        </p:style>
      </p:cxnSp>
      <p:sp>
        <p:nvSpPr>
          <p:cNvPr id="115" name="円/楕円 114">
            <a:extLst>
              <a:ext uri="{FF2B5EF4-FFF2-40B4-BE49-F238E27FC236}">
                <a16:creationId xmlns:a16="http://schemas.microsoft.com/office/drawing/2014/main" id="{BC19D60B-2E1F-4A04-C143-12A35F97C6D0}"/>
              </a:ext>
            </a:extLst>
          </p:cNvPr>
          <p:cNvSpPr/>
          <p:nvPr/>
        </p:nvSpPr>
        <p:spPr>
          <a:xfrm>
            <a:off x="2321559" y="410478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6" name="直線コネクタ 115">
            <a:extLst>
              <a:ext uri="{FF2B5EF4-FFF2-40B4-BE49-F238E27FC236}">
                <a16:creationId xmlns:a16="http://schemas.microsoft.com/office/drawing/2014/main" id="{4839374A-D90D-DF03-E3E8-37C457D7670B}"/>
              </a:ext>
            </a:extLst>
          </p:cNvPr>
          <p:cNvCxnSpPr>
            <a:cxnSpLocks/>
          </p:cNvCxnSpPr>
          <p:nvPr/>
        </p:nvCxnSpPr>
        <p:spPr>
          <a:xfrm>
            <a:off x="6939916" y="4750945"/>
            <a:ext cx="0" cy="632264"/>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線コネクタ 116">
            <a:extLst>
              <a:ext uri="{FF2B5EF4-FFF2-40B4-BE49-F238E27FC236}">
                <a16:creationId xmlns:a16="http://schemas.microsoft.com/office/drawing/2014/main" id="{EF18BA0C-A733-B0A7-762B-B2AC107F958C}"/>
              </a:ext>
            </a:extLst>
          </p:cNvPr>
          <p:cNvCxnSpPr>
            <a:cxnSpLocks/>
          </p:cNvCxnSpPr>
          <p:nvPr/>
        </p:nvCxnSpPr>
        <p:spPr>
          <a:xfrm flipH="1">
            <a:off x="5713799" y="5066254"/>
            <a:ext cx="2329816" cy="6717"/>
          </a:xfrm>
          <a:prstGeom prst="line">
            <a:avLst/>
          </a:prstGeom>
          <a:ln w="19050"/>
        </p:spPr>
        <p:style>
          <a:lnRef idx="1">
            <a:schemeClr val="dk1"/>
          </a:lnRef>
          <a:fillRef idx="0">
            <a:schemeClr val="dk1"/>
          </a:fillRef>
          <a:effectRef idx="0">
            <a:schemeClr val="dk1"/>
          </a:effectRef>
          <a:fontRef idx="minor">
            <a:schemeClr val="tx1"/>
          </a:fontRef>
        </p:style>
      </p:cxnSp>
      <p:sp>
        <p:nvSpPr>
          <p:cNvPr id="119" name="正方形/長方形 118">
            <a:extLst>
              <a:ext uri="{FF2B5EF4-FFF2-40B4-BE49-F238E27FC236}">
                <a16:creationId xmlns:a16="http://schemas.microsoft.com/office/drawing/2014/main" id="{BCBBBF2C-D3F1-50F8-E4A4-177F07E8D42E}"/>
              </a:ext>
            </a:extLst>
          </p:cNvPr>
          <p:cNvSpPr/>
          <p:nvPr/>
        </p:nvSpPr>
        <p:spPr>
          <a:xfrm>
            <a:off x="5224469" y="5383110"/>
            <a:ext cx="1040575" cy="968425"/>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非常用</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特定</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負荷</a:t>
            </a:r>
            <a:endParaRPr kumimoji="1" lang="ja-JP" altLang="en-US">
              <a:solidFill>
                <a:schemeClr val="tx1"/>
              </a:solidFill>
              <a:latin typeface="+mn-ea"/>
            </a:endParaRPr>
          </a:p>
        </p:txBody>
      </p:sp>
      <p:cxnSp>
        <p:nvCxnSpPr>
          <p:cNvPr id="120" name="直線コネクタ 119">
            <a:extLst>
              <a:ext uri="{FF2B5EF4-FFF2-40B4-BE49-F238E27FC236}">
                <a16:creationId xmlns:a16="http://schemas.microsoft.com/office/drawing/2014/main" id="{976EDFF5-6A64-2731-3537-41F9DD915DF3}"/>
              </a:ext>
            </a:extLst>
          </p:cNvPr>
          <p:cNvCxnSpPr>
            <a:cxnSpLocks/>
          </p:cNvCxnSpPr>
          <p:nvPr/>
        </p:nvCxnSpPr>
        <p:spPr>
          <a:xfrm>
            <a:off x="5728525" y="5067077"/>
            <a:ext cx="0" cy="315910"/>
          </a:xfrm>
          <a:prstGeom prst="line">
            <a:avLst/>
          </a:prstGeom>
          <a:ln w="19050"/>
        </p:spPr>
        <p:style>
          <a:lnRef idx="1">
            <a:schemeClr val="dk1"/>
          </a:lnRef>
          <a:fillRef idx="0">
            <a:schemeClr val="dk1"/>
          </a:fillRef>
          <a:effectRef idx="0">
            <a:schemeClr val="dk1"/>
          </a:effectRef>
          <a:fontRef idx="minor">
            <a:schemeClr val="tx1"/>
          </a:fontRef>
        </p:style>
      </p:cxnSp>
      <p:sp>
        <p:nvSpPr>
          <p:cNvPr id="121" name="正方形/長方形 120">
            <a:extLst>
              <a:ext uri="{FF2B5EF4-FFF2-40B4-BE49-F238E27FC236}">
                <a16:creationId xmlns:a16="http://schemas.microsoft.com/office/drawing/2014/main" id="{48E602A8-6F95-9790-4BD5-868E7E9A9807}"/>
              </a:ext>
            </a:extLst>
          </p:cNvPr>
          <p:cNvSpPr/>
          <p:nvPr/>
        </p:nvSpPr>
        <p:spPr>
          <a:xfrm>
            <a:off x="7626798" y="5382399"/>
            <a:ext cx="833634" cy="969136"/>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空調電源</a:t>
            </a:r>
            <a:endParaRPr lang="en-US" altLang="ja-JP" sz="2000" dirty="0">
              <a:solidFill>
                <a:schemeClr val="tx1"/>
              </a:solidFill>
              <a:latin typeface="Cambria Math" panose="02040503050406030204" pitchFamily="18" charset="0"/>
            </a:endParaRPr>
          </a:p>
        </p:txBody>
      </p:sp>
      <p:sp>
        <p:nvSpPr>
          <p:cNvPr id="122" name="正方形/長方形 121">
            <a:extLst>
              <a:ext uri="{FF2B5EF4-FFF2-40B4-BE49-F238E27FC236}">
                <a16:creationId xmlns:a16="http://schemas.microsoft.com/office/drawing/2014/main" id="{FDB8BAAC-F13C-9165-F554-8A027205BBDA}"/>
              </a:ext>
            </a:extLst>
          </p:cNvPr>
          <p:cNvSpPr/>
          <p:nvPr/>
        </p:nvSpPr>
        <p:spPr>
          <a:xfrm>
            <a:off x="6371166" y="5380642"/>
            <a:ext cx="1137500" cy="94790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蓄電池補機</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電源盤</a:t>
            </a:r>
            <a:endParaRPr kumimoji="1" lang="ja-JP" altLang="en-US" sz="2000">
              <a:solidFill>
                <a:schemeClr val="tx1"/>
              </a:solidFill>
              <a:latin typeface="+mn-ea"/>
            </a:endParaRPr>
          </a:p>
        </p:txBody>
      </p:sp>
      <p:cxnSp>
        <p:nvCxnSpPr>
          <p:cNvPr id="123" name="直線コネクタ 122">
            <a:extLst>
              <a:ext uri="{FF2B5EF4-FFF2-40B4-BE49-F238E27FC236}">
                <a16:creationId xmlns:a16="http://schemas.microsoft.com/office/drawing/2014/main" id="{DD100C45-F431-AF17-DF1B-1FCCA72624B8}"/>
              </a:ext>
            </a:extLst>
          </p:cNvPr>
          <p:cNvCxnSpPr>
            <a:cxnSpLocks/>
          </p:cNvCxnSpPr>
          <p:nvPr/>
        </p:nvCxnSpPr>
        <p:spPr>
          <a:xfrm>
            <a:off x="8032781" y="5058522"/>
            <a:ext cx="0" cy="323877"/>
          </a:xfrm>
          <a:prstGeom prst="line">
            <a:avLst/>
          </a:prstGeom>
          <a:ln w="19050"/>
        </p:spPr>
        <p:style>
          <a:lnRef idx="1">
            <a:schemeClr val="dk1"/>
          </a:lnRef>
          <a:fillRef idx="0">
            <a:schemeClr val="dk1"/>
          </a:fillRef>
          <a:effectRef idx="0">
            <a:schemeClr val="dk1"/>
          </a:effectRef>
          <a:fontRef idx="minor">
            <a:schemeClr val="tx1"/>
          </a:fontRef>
        </p:style>
      </p:cxnSp>
      <p:cxnSp>
        <p:nvCxnSpPr>
          <p:cNvPr id="124" name="直線コネクタ 123">
            <a:extLst>
              <a:ext uri="{FF2B5EF4-FFF2-40B4-BE49-F238E27FC236}">
                <a16:creationId xmlns:a16="http://schemas.microsoft.com/office/drawing/2014/main" id="{0014E4B5-7462-56F0-67B1-C4D8287EC104}"/>
              </a:ext>
            </a:extLst>
          </p:cNvPr>
          <p:cNvCxnSpPr>
            <a:cxnSpLocks/>
            <a:endCxn id="173" idx="0"/>
          </p:cNvCxnSpPr>
          <p:nvPr/>
        </p:nvCxnSpPr>
        <p:spPr>
          <a:xfrm>
            <a:off x="6939916" y="4184663"/>
            <a:ext cx="0" cy="271411"/>
          </a:xfrm>
          <a:prstGeom prst="line">
            <a:avLst/>
          </a:prstGeom>
          <a:ln w="19050"/>
        </p:spPr>
        <p:style>
          <a:lnRef idx="1">
            <a:schemeClr val="dk1"/>
          </a:lnRef>
          <a:fillRef idx="0">
            <a:schemeClr val="dk1"/>
          </a:fillRef>
          <a:effectRef idx="0">
            <a:schemeClr val="dk1"/>
          </a:effectRef>
          <a:fontRef idx="minor">
            <a:schemeClr val="tx1"/>
          </a:fontRef>
        </p:style>
      </p:cxnSp>
      <p:sp>
        <p:nvSpPr>
          <p:cNvPr id="125" name="円/楕円 124">
            <a:extLst>
              <a:ext uri="{FF2B5EF4-FFF2-40B4-BE49-F238E27FC236}">
                <a16:creationId xmlns:a16="http://schemas.microsoft.com/office/drawing/2014/main" id="{3EEAD2A2-89F5-B919-3AEF-AD9E5D97BB0A}"/>
              </a:ext>
            </a:extLst>
          </p:cNvPr>
          <p:cNvSpPr/>
          <p:nvPr/>
        </p:nvSpPr>
        <p:spPr>
          <a:xfrm>
            <a:off x="6885916" y="5018971"/>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6" name="円/楕円 125">
            <a:extLst>
              <a:ext uri="{FF2B5EF4-FFF2-40B4-BE49-F238E27FC236}">
                <a16:creationId xmlns:a16="http://schemas.microsoft.com/office/drawing/2014/main" id="{052ED0E7-EEC3-1FA6-E180-C211A489679A}"/>
              </a:ext>
            </a:extLst>
          </p:cNvPr>
          <p:cNvSpPr/>
          <p:nvPr/>
        </p:nvSpPr>
        <p:spPr>
          <a:xfrm>
            <a:off x="6885916" y="41192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7" name="円/楕円 126">
            <a:extLst>
              <a:ext uri="{FF2B5EF4-FFF2-40B4-BE49-F238E27FC236}">
                <a16:creationId xmlns:a16="http://schemas.microsoft.com/office/drawing/2014/main" id="{210F677B-4B6C-1F17-06B5-A0B4489373E5}"/>
              </a:ext>
            </a:extLst>
          </p:cNvPr>
          <p:cNvSpPr/>
          <p:nvPr/>
        </p:nvSpPr>
        <p:spPr>
          <a:xfrm>
            <a:off x="4635709" y="411623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8" name="正方形/長方形 127">
            <a:extLst>
              <a:ext uri="{FF2B5EF4-FFF2-40B4-BE49-F238E27FC236}">
                <a16:creationId xmlns:a16="http://schemas.microsoft.com/office/drawing/2014/main" id="{4026B5F8-369E-2D9D-1B24-FB330072AA50}"/>
              </a:ext>
            </a:extLst>
          </p:cNvPr>
          <p:cNvSpPr/>
          <p:nvPr/>
        </p:nvSpPr>
        <p:spPr>
          <a:xfrm>
            <a:off x="1766779" y="5402833"/>
            <a:ext cx="716989"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32" name="直線コネクタ 131">
            <a:extLst>
              <a:ext uri="{FF2B5EF4-FFF2-40B4-BE49-F238E27FC236}">
                <a16:creationId xmlns:a16="http://schemas.microsoft.com/office/drawing/2014/main" id="{345234D1-7A40-B80E-198B-166E64F173AA}"/>
              </a:ext>
            </a:extLst>
          </p:cNvPr>
          <p:cNvCxnSpPr>
            <a:cxnSpLocks/>
          </p:cNvCxnSpPr>
          <p:nvPr/>
        </p:nvCxnSpPr>
        <p:spPr>
          <a:xfrm>
            <a:off x="3884702" y="4192825"/>
            <a:ext cx="0" cy="286502"/>
          </a:xfrm>
          <a:prstGeom prst="line">
            <a:avLst/>
          </a:prstGeom>
          <a:ln w="19050"/>
        </p:spPr>
        <p:style>
          <a:lnRef idx="1">
            <a:schemeClr val="dk1"/>
          </a:lnRef>
          <a:fillRef idx="0">
            <a:schemeClr val="dk1"/>
          </a:fillRef>
          <a:effectRef idx="0">
            <a:schemeClr val="dk1"/>
          </a:effectRef>
          <a:fontRef idx="minor">
            <a:schemeClr val="tx1"/>
          </a:fontRef>
        </p:style>
      </p:cxnSp>
      <p:sp>
        <p:nvSpPr>
          <p:cNvPr id="141" name="円/楕円 140">
            <a:extLst>
              <a:ext uri="{FF2B5EF4-FFF2-40B4-BE49-F238E27FC236}">
                <a16:creationId xmlns:a16="http://schemas.microsoft.com/office/drawing/2014/main" id="{746CE5DE-F8BE-0E15-EB47-2EC89C5EE284}"/>
              </a:ext>
            </a:extLst>
          </p:cNvPr>
          <p:cNvSpPr/>
          <p:nvPr/>
        </p:nvSpPr>
        <p:spPr>
          <a:xfrm>
            <a:off x="3836941" y="4130663"/>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47" name="直線コネクタ 146">
            <a:extLst>
              <a:ext uri="{FF2B5EF4-FFF2-40B4-BE49-F238E27FC236}">
                <a16:creationId xmlns:a16="http://schemas.microsoft.com/office/drawing/2014/main" id="{D0C959E1-F04D-1591-4E83-C74ABB25B07B}"/>
              </a:ext>
            </a:extLst>
          </p:cNvPr>
          <p:cNvCxnSpPr>
            <a:cxnSpLocks/>
          </p:cNvCxnSpPr>
          <p:nvPr/>
        </p:nvCxnSpPr>
        <p:spPr>
          <a:xfrm>
            <a:off x="3866780" y="4834945"/>
            <a:ext cx="0" cy="319341"/>
          </a:xfrm>
          <a:prstGeom prst="line">
            <a:avLst/>
          </a:prstGeom>
          <a:ln w="19050"/>
        </p:spPr>
        <p:style>
          <a:lnRef idx="1">
            <a:schemeClr val="dk1"/>
          </a:lnRef>
          <a:fillRef idx="0">
            <a:schemeClr val="dk1"/>
          </a:fillRef>
          <a:effectRef idx="0">
            <a:schemeClr val="dk1"/>
          </a:effectRef>
          <a:fontRef idx="minor">
            <a:schemeClr val="tx1"/>
          </a:fontRef>
        </p:style>
      </p:cxnSp>
      <p:cxnSp>
        <p:nvCxnSpPr>
          <p:cNvPr id="148" name="直線コネクタ 147">
            <a:extLst>
              <a:ext uri="{FF2B5EF4-FFF2-40B4-BE49-F238E27FC236}">
                <a16:creationId xmlns:a16="http://schemas.microsoft.com/office/drawing/2014/main" id="{26A17FE4-47E2-D147-CED7-D3B55C78BBAB}"/>
              </a:ext>
            </a:extLst>
          </p:cNvPr>
          <p:cNvCxnSpPr>
            <a:cxnSpLocks/>
          </p:cNvCxnSpPr>
          <p:nvPr/>
        </p:nvCxnSpPr>
        <p:spPr>
          <a:xfrm flipH="1">
            <a:off x="3061865" y="5139770"/>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9" name="直線コネクタ 148">
            <a:extLst>
              <a:ext uri="{FF2B5EF4-FFF2-40B4-BE49-F238E27FC236}">
                <a16:creationId xmlns:a16="http://schemas.microsoft.com/office/drawing/2014/main" id="{DB764CCE-2013-B1DE-5114-8A840A9D0B3D}"/>
              </a:ext>
            </a:extLst>
          </p:cNvPr>
          <p:cNvCxnSpPr>
            <a:cxnSpLocks/>
          </p:cNvCxnSpPr>
          <p:nvPr/>
        </p:nvCxnSpPr>
        <p:spPr>
          <a:xfrm flipH="1">
            <a:off x="3061865" y="5123529"/>
            <a:ext cx="1058" cy="387603"/>
          </a:xfrm>
          <a:prstGeom prst="line">
            <a:avLst/>
          </a:prstGeom>
          <a:ln w="19050"/>
        </p:spPr>
        <p:style>
          <a:lnRef idx="1">
            <a:schemeClr val="dk1"/>
          </a:lnRef>
          <a:fillRef idx="0">
            <a:schemeClr val="dk1"/>
          </a:fillRef>
          <a:effectRef idx="0">
            <a:schemeClr val="dk1"/>
          </a:effectRef>
          <a:fontRef idx="minor">
            <a:schemeClr val="tx1"/>
          </a:fontRef>
        </p:style>
      </p:cxnSp>
      <p:sp>
        <p:nvSpPr>
          <p:cNvPr id="150" name="正方形/長方形 149">
            <a:extLst>
              <a:ext uri="{FF2B5EF4-FFF2-40B4-BE49-F238E27FC236}">
                <a16:creationId xmlns:a16="http://schemas.microsoft.com/office/drawing/2014/main" id="{E8E33A6F-B654-FDAB-96FE-51FE5EFA2D59}"/>
              </a:ext>
            </a:extLst>
          </p:cNvPr>
          <p:cNvSpPr/>
          <p:nvPr/>
        </p:nvSpPr>
        <p:spPr>
          <a:xfrm>
            <a:off x="2701826" y="5396167"/>
            <a:ext cx="718046"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151" name="直線コネクタ 150">
            <a:extLst>
              <a:ext uri="{FF2B5EF4-FFF2-40B4-BE49-F238E27FC236}">
                <a16:creationId xmlns:a16="http://schemas.microsoft.com/office/drawing/2014/main" id="{2DE71881-DDD0-CE55-C716-AE70A05942FA}"/>
              </a:ext>
            </a:extLst>
          </p:cNvPr>
          <p:cNvCxnSpPr>
            <a:cxnSpLocks/>
          </p:cNvCxnSpPr>
          <p:nvPr/>
        </p:nvCxnSpPr>
        <p:spPr>
          <a:xfrm>
            <a:off x="3866780" y="5120019"/>
            <a:ext cx="3417" cy="434521"/>
          </a:xfrm>
          <a:prstGeom prst="line">
            <a:avLst/>
          </a:prstGeom>
          <a:ln w="19050"/>
        </p:spPr>
        <p:style>
          <a:lnRef idx="1">
            <a:schemeClr val="dk1"/>
          </a:lnRef>
          <a:fillRef idx="0">
            <a:schemeClr val="dk1"/>
          </a:fillRef>
          <a:effectRef idx="0">
            <a:schemeClr val="dk1"/>
          </a:effectRef>
          <a:fontRef idx="minor">
            <a:schemeClr val="tx1"/>
          </a:fontRef>
        </p:style>
      </p:cxnSp>
      <p:sp>
        <p:nvSpPr>
          <p:cNvPr id="152" name="正方形/長方形 151">
            <a:extLst>
              <a:ext uri="{FF2B5EF4-FFF2-40B4-BE49-F238E27FC236}">
                <a16:creationId xmlns:a16="http://schemas.microsoft.com/office/drawing/2014/main" id="{5718CDCB-EAC3-10D3-29AD-28DD16C8ECFA}"/>
              </a:ext>
            </a:extLst>
          </p:cNvPr>
          <p:cNvSpPr/>
          <p:nvPr/>
        </p:nvSpPr>
        <p:spPr>
          <a:xfrm>
            <a:off x="3494971" y="5407907"/>
            <a:ext cx="718047" cy="583582"/>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153" name="直線コネクタ 152">
            <a:extLst>
              <a:ext uri="{FF2B5EF4-FFF2-40B4-BE49-F238E27FC236}">
                <a16:creationId xmlns:a16="http://schemas.microsoft.com/office/drawing/2014/main" id="{894EAB57-1D32-97C9-CC9E-77338E1969D4}"/>
              </a:ext>
            </a:extLst>
          </p:cNvPr>
          <p:cNvCxnSpPr>
            <a:cxnSpLocks/>
          </p:cNvCxnSpPr>
          <p:nvPr/>
        </p:nvCxnSpPr>
        <p:spPr>
          <a:xfrm>
            <a:off x="4647099" y="5125683"/>
            <a:ext cx="0" cy="309909"/>
          </a:xfrm>
          <a:prstGeom prst="line">
            <a:avLst/>
          </a:prstGeom>
          <a:ln w="19050"/>
        </p:spPr>
        <p:style>
          <a:lnRef idx="1">
            <a:schemeClr val="dk1"/>
          </a:lnRef>
          <a:fillRef idx="0">
            <a:schemeClr val="dk1"/>
          </a:fillRef>
          <a:effectRef idx="0">
            <a:schemeClr val="dk1"/>
          </a:effectRef>
          <a:fontRef idx="minor">
            <a:schemeClr val="tx1"/>
          </a:fontRef>
        </p:style>
      </p:cxnSp>
      <p:sp>
        <p:nvSpPr>
          <p:cNvPr id="154" name="円/楕円 153">
            <a:extLst>
              <a:ext uri="{FF2B5EF4-FFF2-40B4-BE49-F238E27FC236}">
                <a16:creationId xmlns:a16="http://schemas.microsoft.com/office/drawing/2014/main" id="{3695136C-97AB-1F9E-C905-D4B2E96F5640}"/>
              </a:ext>
            </a:extLst>
          </p:cNvPr>
          <p:cNvSpPr/>
          <p:nvPr/>
        </p:nvSpPr>
        <p:spPr>
          <a:xfrm>
            <a:off x="3810442" y="5084723"/>
            <a:ext cx="108000" cy="1188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55" name="正方形/長方形 154">
            <a:extLst>
              <a:ext uri="{FF2B5EF4-FFF2-40B4-BE49-F238E27FC236}">
                <a16:creationId xmlns:a16="http://schemas.microsoft.com/office/drawing/2014/main" id="{F8916B8C-DB85-59B3-550A-B619A4ADA48F}"/>
              </a:ext>
            </a:extLst>
          </p:cNvPr>
          <p:cNvSpPr/>
          <p:nvPr/>
        </p:nvSpPr>
        <p:spPr>
          <a:xfrm>
            <a:off x="4287059" y="5407908"/>
            <a:ext cx="716989"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59" name="直線矢印コネクタ 158">
            <a:extLst>
              <a:ext uri="{FF2B5EF4-FFF2-40B4-BE49-F238E27FC236}">
                <a16:creationId xmlns:a16="http://schemas.microsoft.com/office/drawing/2014/main" id="{0D652B94-815A-E043-79CB-D61EDA98D414}"/>
              </a:ext>
            </a:extLst>
          </p:cNvPr>
          <p:cNvCxnSpPr>
            <a:cxnSpLocks/>
          </p:cNvCxnSpPr>
          <p:nvPr/>
        </p:nvCxnSpPr>
        <p:spPr bwMode="auto">
          <a:xfrm flipV="1">
            <a:off x="4932040" y="3025141"/>
            <a:ext cx="0" cy="65182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161" name="直線矢印コネクタ 160">
            <a:extLst>
              <a:ext uri="{FF2B5EF4-FFF2-40B4-BE49-F238E27FC236}">
                <a16:creationId xmlns:a16="http://schemas.microsoft.com/office/drawing/2014/main" id="{88A02241-E04E-77DB-348F-6A9EB498D9E7}"/>
              </a:ext>
            </a:extLst>
          </p:cNvPr>
          <p:cNvCxnSpPr>
            <a:cxnSpLocks/>
          </p:cNvCxnSpPr>
          <p:nvPr/>
        </p:nvCxnSpPr>
        <p:spPr bwMode="auto">
          <a:xfrm>
            <a:off x="1547664"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164" name="直線コネクタ 163">
            <a:extLst>
              <a:ext uri="{FF2B5EF4-FFF2-40B4-BE49-F238E27FC236}">
                <a16:creationId xmlns:a16="http://schemas.microsoft.com/office/drawing/2014/main" id="{92D65F6D-B2AD-C414-BED7-4685E2C3DEF0}"/>
              </a:ext>
            </a:extLst>
          </p:cNvPr>
          <p:cNvCxnSpPr>
            <a:cxnSpLocks/>
          </p:cNvCxnSpPr>
          <p:nvPr/>
        </p:nvCxnSpPr>
        <p:spPr>
          <a:xfrm>
            <a:off x="2961086" y="2064817"/>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165" name="正方形/長方形 164">
            <a:extLst>
              <a:ext uri="{FF2B5EF4-FFF2-40B4-BE49-F238E27FC236}">
                <a16:creationId xmlns:a16="http://schemas.microsoft.com/office/drawing/2014/main" id="{AB8B5D48-20C9-71EB-D90C-797DC215DF22}"/>
              </a:ext>
            </a:extLst>
          </p:cNvPr>
          <p:cNvSpPr/>
          <p:nvPr/>
        </p:nvSpPr>
        <p:spPr>
          <a:xfrm>
            <a:off x="2406234" y="1565032"/>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166" name="正方形/長方形 165">
            <a:extLst>
              <a:ext uri="{FF2B5EF4-FFF2-40B4-BE49-F238E27FC236}">
                <a16:creationId xmlns:a16="http://schemas.microsoft.com/office/drawing/2014/main" id="{78CDDD87-D96E-AB70-45B9-72155484FFCC}"/>
              </a:ext>
            </a:extLst>
          </p:cNvPr>
          <p:cNvSpPr/>
          <p:nvPr/>
        </p:nvSpPr>
        <p:spPr>
          <a:xfrm>
            <a:off x="2483768" y="2559649"/>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
        <p:nvSpPr>
          <p:cNvPr id="167" name="正方形/長方形 166">
            <a:extLst>
              <a:ext uri="{FF2B5EF4-FFF2-40B4-BE49-F238E27FC236}">
                <a16:creationId xmlns:a16="http://schemas.microsoft.com/office/drawing/2014/main" id="{C9BA6EA9-28D8-67B9-05B1-876B20202F65}"/>
              </a:ext>
            </a:extLst>
          </p:cNvPr>
          <p:cNvSpPr/>
          <p:nvPr/>
        </p:nvSpPr>
        <p:spPr>
          <a:xfrm>
            <a:off x="1907704" y="3480382"/>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0" name="正方形/長方形 169">
            <a:extLst>
              <a:ext uri="{FF2B5EF4-FFF2-40B4-BE49-F238E27FC236}">
                <a16:creationId xmlns:a16="http://schemas.microsoft.com/office/drawing/2014/main" id="{83FA9ED7-9CE4-F7CA-7F99-44E41A8A60E9}"/>
              </a:ext>
            </a:extLst>
          </p:cNvPr>
          <p:cNvSpPr/>
          <p:nvPr/>
        </p:nvSpPr>
        <p:spPr>
          <a:xfrm>
            <a:off x="5897149" y="3492187"/>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1" name="正方形/長方形 170">
            <a:extLst>
              <a:ext uri="{FF2B5EF4-FFF2-40B4-BE49-F238E27FC236}">
                <a16:creationId xmlns:a16="http://schemas.microsoft.com/office/drawing/2014/main" id="{E9B0BD49-6091-BDC5-922D-6443267A8361}"/>
              </a:ext>
            </a:extLst>
          </p:cNvPr>
          <p:cNvSpPr/>
          <p:nvPr/>
        </p:nvSpPr>
        <p:spPr>
          <a:xfrm>
            <a:off x="869230"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2" name="正方形/長方形 171">
            <a:extLst>
              <a:ext uri="{FF2B5EF4-FFF2-40B4-BE49-F238E27FC236}">
                <a16:creationId xmlns:a16="http://schemas.microsoft.com/office/drawing/2014/main" id="{CD8B44CB-A210-A597-9C43-7CB7FA95F7F5}"/>
              </a:ext>
            </a:extLst>
          </p:cNvPr>
          <p:cNvSpPr/>
          <p:nvPr/>
        </p:nvSpPr>
        <p:spPr>
          <a:xfrm>
            <a:off x="3372704" y="4435886"/>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3" name="正方形/長方形 172">
            <a:extLst>
              <a:ext uri="{FF2B5EF4-FFF2-40B4-BE49-F238E27FC236}">
                <a16:creationId xmlns:a16="http://schemas.microsoft.com/office/drawing/2014/main" id="{AE30ED98-E13E-8A9F-EC28-48F943717070}"/>
              </a:ext>
            </a:extLst>
          </p:cNvPr>
          <p:cNvSpPr/>
          <p:nvPr/>
        </p:nvSpPr>
        <p:spPr>
          <a:xfrm>
            <a:off x="6458626"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9" name="コンテンツ プレースホルダー 2">
            <a:extLst>
              <a:ext uri="{FF2B5EF4-FFF2-40B4-BE49-F238E27FC236}">
                <a16:creationId xmlns:a16="http://schemas.microsoft.com/office/drawing/2014/main" id="{79629AF1-DA1F-8876-D0E4-9E1A79B1FD0D}"/>
              </a:ext>
            </a:extLst>
          </p:cNvPr>
          <p:cNvSpPr txBox="1">
            <a:spLocks/>
          </p:cNvSpPr>
          <p:nvPr/>
        </p:nvSpPr>
        <p:spPr>
          <a:xfrm>
            <a:off x="7356504" y="1124744"/>
            <a:ext cx="1656424" cy="77816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2400" dirty="0">
              <a:latin typeface="MS PGothic" panose="020B0600070205080204" pitchFamily="34" charset="-128"/>
              <a:ea typeface="MS PGothic" panose="020B0600070205080204" pitchFamily="34" charset="-128"/>
            </a:endParaRPr>
          </a:p>
        </p:txBody>
      </p:sp>
      <p:sp>
        <p:nvSpPr>
          <p:cNvPr id="183" name="テキスト ボックス 182">
            <a:extLst>
              <a:ext uri="{FF2B5EF4-FFF2-40B4-BE49-F238E27FC236}">
                <a16:creationId xmlns:a16="http://schemas.microsoft.com/office/drawing/2014/main" id="{57A97B71-BE98-B016-EB1E-B26A82FBF473}"/>
              </a:ext>
            </a:extLst>
          </p:cNvPr>
          <p:cNvSpPr txBox="1"/>
          <p:nvPr/>
        </p:nvSpPr>
        <p:spPr>
          <a:xfrm>
            <a:off x="7842800" y="112474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決まるもの</a:t>
            </a:r>
            <a:endParaRPr kumimoji="1" lang="ja-JP" altLang="en-US" sz="1600">
              <a:latin typeface="MS PGothic" panose="020B0600070205080204" pitchFamily="34" charset="-128"/>
              <a:ea typeface="MS PGothic" panose="020B0600070205080204" pitchFamily="34" charset="-128"/>
            </a:endParaRPr>
          </a:p>
        </p:txBody>
      </p:sp>
      <p:sp>
        <p:nvSpPr>
          <p:cNvPr id="197" name="テキスト ボックス 196">
            <a:extLst>
              <a:ext uri="{FF2B5EF4-FFF2-40B4-BE49-F238E27FC236}">
                <a16:creationId xmlns:a16="http://schemas.microsoft.com/office/drawing/2014/main" id="{0A907DA2-46AB-F507-3538-BBFD7819D9E3}"/>
              </a:ext>
            </a:extLst>
          </p:cNvPr>
          <p:cNvSpPr txBox="1"/>
          <p:nvPr/>
        </p:nvSpPr>
        <p:spPr>
          <a:xfrm>
            <a:off x="7868823" y="156435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決めるもの</a:t>
            </a:r>
            <a:endParaRPr kumimoji="1" lang="ja-JP" altLang="en-US" sz="1600">
              <a:latin typeface="MS PGothic" panose="020B0600070205080204" pitchFamily="34" charset="-128"/>
              <a:ea typeface="MS PGothic" panose="020B0600070205080204" pitchFamily="34" charset="-128"/>
            </a:endParaRPr>
          </a:p>
        </p:txBody>
      </p:sp>
      <p:cxnSp>
        <p:nvCxnSpPr>
          <p:cNvPr id="200" name="直線矢印コネクタ 199">
            <a:extLst>
              <a:ext uri="{FF2B5EF4-FFF2-40B4-BE49-F238E27FC236}">
                <a16:creationId xmlns:a16="http://schemas.microsoft.com/office/drawing/2014/main" id="{CD9D41FA-3295-4461-B414-B45D3BB0AD31}"/>
              </a:ext>
            </a:extLst>
          </p:cNvPr>
          <p:cNvCxnSpPr>
            <a:cxnSpLocks/>
          </p:cNvCxnSpPr>
          <p:nvPr/>
        </p:nvCxnSpPr>
        <p:spPr bwMode="auto">
          <a:xfrm>
            <a:off x="2864378"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03" name="直線矢印コネクタ 202">
            <a:extLst>
              <a:ext uri="{FF2B5EF4-FFF2-40B4-BE49-F238E27FC236}">
                <a16:creationId xmlns:a16="http://schemas.microsoft.com/office/drawing/2014/main" id="{BCEA0E85-76F5-B4FC-E2C8-1386985BABC3}"/>
              </a:ext>
            </a:extLst>
          </p:cNvPr>
          <p:cNvCxnSpPr>
            <a:cxnSpLocks/>
          </p:cNvCxnSpPr>
          <p:nvPr/>
        </p:nvCxnSpPr>
        <p:spPr bwMode="auto">
          <a:xfrm>
            <a:off x="4427984" y="3036946"/>
            <a:ext cx="0" cy="646887"/>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06" name="直線矢印コネクタ 205">
            <a:extLst>
              <a:ext uri="{FF2B5EF4-FFF2-40B4-BE49-F238E27FC236}">
                <a16:creationId xmlns:a16="http://schemas.microsoft.com/office/drawing/2014/main" id="{4406EE65-D6ED-E032-E05F-7CE8508AF15C}"/>
              </a:ext>
            </a:extLst>
          </p:cNvPr>
          <p:cNvCxnSpPr>
            <a:cxnSpLocks/>
          </p:cNvCxnSpPr>
          <p:nvPr/>
        </p:nvCxnSpPr>
        <p:spPr bwMode="auto">
          <a:xfrm flipV="1">
            <a:off x="6509872" y="2390107"/>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0" name="直線矢印コネクタ 209">
            <a:extLst>
              <a:ext uri="{FF2B5EF4-FFF2-40B4-BE49-F238E27FC236}">
                <a16:creationId xmlns:a16="http://schemas.microsoft.com/office/drawing/2014/main" id="{E3B9C5BF-4402-5DF6-E198-8C878B215B90}"/>
              </a:ext>
            </a:extLst>
          </p:cNvPr>
          <p:cNvCxnSpPr>
            <a:cxnSpLocks/>
          </p:cNvCxnSpPr>
          <p:nvPr/>
        </p:nvCxnSpPr>
        <p:spPr bwMode="auto">
          <a:xfrm flipV="1">
            <a:off x="6509872" y="3168342"/>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1" name="直線矢印コネクタ 210">
            <a:extLst>
              <a:ext uri="{FF2B5EF4-FFF2-40B4-BE49-F238E27FC236}">
                <a16:creationId xmlns:a16="http://schemas.microsoft.com/office/drawing/2014/main" id="{13A6439D-B8D3-CE4F-08CD-0E8D0DD5D119}"/>
              </a:ext>
            </a:extLst>
          </p:cNvPr>
          <p:cNvCxnSpPr>
            <a:cxnSpLocks/>
          </p:cNvCxnSpPr>
          <p:nvPr/>
        </p:nvCxnSpPr>
        <p:spPr bwMode="auto">
          <a:xfrm flipV="1">
            <a:off x="6516216"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4" name="直線矢印コネクタ 213">
            <a:extLst>
              <a:ext uri="{FF2B5EF4-FFF2-40B4-BE49-F238E27FC236}">
                <a16:creationId xmlns:a16="http://schemas.microsoft.com/office/drawing/2014/main" id="{51CFBA75-1B5D-6076-FB5C-515C522DEEC1}"/>
              </a:ext>
            </a:extLst>
          </p:cNvPr>
          <p:cNvCxnSpPr>
            <a:cxnSpLocks/>
          </p:cNvCxnSpPr>
          <p:nvPr/>
        </p:nvCxnSpPr>
        <p:spPr bwMode="auto">
          <a:xfrm>
            <a:off x="6228184" y="2391095"/>
            <a:ext cx="0" cy="261648"/>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5" name="直線矢印コネクタ 214">
            <a:extLst>
              <a:ext uri="{FF2B5EF4-FFF2-40B4-BE49-F238E27FC236}">
                <a16:creationId xmlns:a16="http://schemas.microsoft.com/office/drawing/2014/main" id="{0BD832D7-7510-86C4-AE20-9F5DC6FAB3E8}"/>
              </a:ext>
            </a:extLst>
          </p:cNvPr>
          <p:cNvCxnSpPr>
            <a:cxnSpLocks/>
          </p:cNvCxnSpPr>
          <p:nvPr/>
        </p:nvCxnSpPr>
        <p:spPr bwMode="auto">
          <a:xfrm>
            <a:off x="6228184" y="3165788"/>
            <a:ext cx="0" cy="252855"/>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6" name="直線矢印コネクタ 215">
            <a:extLst>
              <a:ext uri="{FF2B5EF4-FFF2-40B4-BE49-F238E27FC236}">
                <a16:creationId xmlns:a16="http://schemas.microsoft.com/office/drawing/2014/main" id="{82E654B5-B09C-F782-64B0-172071CA38FA}"/>
              </a:ext>
            </a:extLst>
          </p:cNvPr>
          <p:cNvCxnSpPr>
            <a:cxnSpLocks/>
          </p:cNvCxnSpPr>
          <p:nvPr/>
        </p:nvCxnSpPr>
        <p:spPr bwMode="auto">
          <a:xfrm>
            <a:off x="6228184"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23" name="直線矢印コネクタ 222">
            <a:extLst>
              <a:ext uri="{FF2B5EF4-FFF2-40B4-BE49-F238E27FC236}">
                <a16:creationId xmlns:a16="http://schemas.microsoft.com/office/drawing/2014/main" id="{C99D19B7-41F5-126F-A699-3B92F522AFA0}"/>
              </a:ext>
            </a:extLst>
          </p:cNvPr>
          <p:cNvCxnSpPr>
            <a:cxnSpLocks/>
          </p:cNvCxnSpPr>
          <p:nvPr/>
        </p:nvCxnSpPr>
        <p:spPr bwMode="auto">
          <a:xfrm>
            <a:off x="611560"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5" name="直線矢印コネクタ 224">
            <a:extLst>
              <a:ext uri="{FF2B5EF4-FFF2-40B4-BE49-F238E27FC236}">
                <a16:creationId xmlns:a16="http://schemas.microsoft.com/office/drawing/2014/main" id="{86ED6B8D-4F15-8D3D-6FC4-F442AD539384}"/>
              </a:ext>
            </a:extLst>
          </p:cNvPr>
          <p:cNvCxnSpPr>
            <a:cxnSpLocks/>
          </p:cNvCxnSpPr>
          <p:nvPr/>
        </p:nvCxnSpPr>
        <p:spPr bwMode="auto">
          <a:xfrm>
            <a:off x="147565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6" name="直線矢印コネクタ 225">
            <a:extLst>
              <a:ext uri="{FF2B5EF4-FFF2-40B4-BE49-F238E27FC236}">
                <a16:creationId xmlns:a16="http://schemas.microsoft.com/office/drawing/2014/main" id="{3197FCF6-6ABC-53F5-50C8-A64779C719B0}"/>
              </a:ext>
            </a:extLst>
          </p:cNvPr>
          <p:cNvCxnSpPr>
            <a:cxnSpLocks/>
          </p:cNvCxnSpPr>
          <p:nvPr/>
        </p:nvCxnSpPr>
        <p:spPr bwMode="auto">
          <a:xfrm>
            <a:off x="219573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7" name="直線矢印コネクタ 226">
            <a:extLst>
              <a:ext uri="{FF2B5EF4-FFF2-40B4-BE49-F238E27FC236}">
                <a16:creationId xmlns:a16="http://schemas.microsoft.com/office/drawing/2014/main" id="{46510D7F-4A8F-3B2F-05C8-28090663FB6C}"/>
              </a:ext>
            </a:extLst>
          </p:cNvPr>
          <p:cNvCxnSpPr>
            <a:cxnSpLocks/>
          </p:cNvCxnSpPr>
          <p:nvPr/>
        </p:nvCxnSpPr>
        <p:spPr bwMode="auto">
          <a:xfrm>
            <a:off x="3131840" y="5178581"/>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8" name="直線矢印コネクタ 227">
            <a:extLst>
              <a:ext uri="{FF2B5EF4-FFF2-40B4-BE49-F238E27FC236}">
                <a16:creationId xmlns:a16="http://schemas.microsoft.com/office/drawing/2014/main" id="{72339D54-8536-6C75-0D09-65C71E4BD9A4}"/>
              </a:ext>
            </a:extLst>
          </p:cNvPr>
          <p:cNvCxnSpPr>
            <a:cxnSpLocks/>
          </p:cNvCxnSpPr>
          <p:nvPr/>
        </p:nvCxnSpPr>
        <p:spPr bwMode="auto">
          <a:xfrm>
            <a:off x="399593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9" name="直線矢印コネクタ 228">
            <a:extLst>
              <a:ext uri="{FF2B5EF4-FFF2-40B4-BE49-F238E27FC236}">
                <a16:creationId xmlns:a16="http://schemas.microsoft.com/office/drawing/2014/main" id="{B8C90300-7ADA-C6DA-339B-786E5634AF12}"/>
              </a:ext>
            </a:extLst>
          </p:cNvPr>
          <p:cNvCxnSpPr>
            <a:cxnSpLocks/>
          </p:cNvCxnSpPr>
          <p:nvPr/>
        </p:nvCxnSpPr>
        <p:spPr bwMode="auto">
          <a:xfrm>
            <a:off x="471601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0" name="直線矢印コネクタ 229">
            <a:extLst>
              <a:ext uri="{FF2B5EF4-FFF2-40B4-BE49-F238E27FC236}">
                <a16:creationId xmlns:a16="http://schemas.microsoft.com/office/drawing/2014/main" id="{39E4213F-EF49-45CE-8925-C6CB8791A645}"/>
              </a:ext>
            </a:extLst>
          </p:cNvPr>
          <p:cNvCxnSpPr>
            <a:cxnSpLocks/>
          </p:cNvCxnSpPr>
          <p:nvPr/>
        </p:nvCxnSpPr>
        <p:spPr bwMode="auto">
          <a:xfrm>
            <a:off x="5837030" y="5154345"/>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1" name="直線矢印コネクタ 230">
            <a:extLst>
              <a:ext uri="{FF2B5EF4-FFF2-40B4-BE49-F238E27FC236}">
                <a16:creationId xmlns:a16="http://schemas.microsoft.com/office/drawing/2014/main" id="{093C19A9-2D56-D1E3-5D59-A29201F9AF88}"/>
              </a:ext>
            </a:extLst>
          </p:cNvPr>
          <p:cNvCxnSpPr>
            <a:cxnSpLocks/>
          </p:cNvCxnSpPr>
          <p:nvPr/>
        </p:nvCxnSpPr>
        <p:spPr bwMode="auto">
          <a:xfrm>
            <a:off x="7020272"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2" name="直線矢印コネクタ 231">
            <a:extLst>
              <a:ext uri="{FF2B5EF4-FFF2-40B4-BE49-F238E27FC236}">
                <a16:creationId xmlns:a16="http://schemas.microsoft.com/office/drawing/2014/main" id="{BEC3E13C-69E6-3BA8-45B3-7CB82CEA2BB0}"/>
              </a:ext>
            </a:extLst>
          </p:cNvPr>
          <p:cNvCxnSpPr>
            <a:cxnSpLocks/>
          </p:cNvCxnSpPr>
          <p:nvPr/>
        </p:nvCxnSpPr>
        <p:spPr bwMode="auto">
          <a:xfrm>
            <a:off x="8100392" y="517928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5" name="直線矢印コネクタ 234">
            <a:extLst>
              <a:ext uri="{FF2B5EF4-FFF2-40B4-BE49-F238E27FC236}">
                <a16:creationId xmlns:a16="http://schemas.microsoft.com/office/drawing/2014/main" id="{77273382-481E-9633-6B0D-5CCDFE02DBF5}"/>
              </a:ext>
            </a:extLst>
          </p:cNvPr>
          <p:cNvCxnSpPr>
            <a:cxnSpLocks/>
          </p:cNvCxnSpPr>
          <p:nvPr/>
        </p:nvCxnSpPr>
        <p:spPr bwMode="auto">
          <a:xfrm>
            <a:off x="1403648" y="4201733"/>
            <a:ext cx="0" cy="234153"/>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8" name="直線矢印コネクタ 237">
            <a:extLst>
              <a:ext uri="{FF2B5EF4-FFF2-40B4-BE49-F238E27FC236}">
                <a16:creationId xmlns:a16="http://schemas.microsoft.com/office/drawing/2014/main" id="{1D67C806-5092-F387-A84E-22E23D792CBB}"/>
              </a:ext>
            </a:extLst>
          </p:cNvPr>
          <p:cNvCxnSpPr>
            <a:cxnSpLocks/>
          </p:cNvCxnSpPr>
          <p:nvPr/>
        </p:nvCxnSpPr>
        <p:spPr bwMode="auto">
          <a:xfrm>
            <a:off x="3995936" y="4212786"/>
            <a:ext cx="0" cy="212662"/>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0" name="直線矢印コネクタ 239">
            <a:extLst>
              <a:ext uri="{FF2B5EF4-FFF2-40B4-BE49-F238E27FC236}">
                <a16:creationId xmlns:a16="http://schemas.microsoft.com/office/drawing/2014/main" id="{FC44527C-DF09-36ED-7877-76A3A947878E}"/>
              </a:ext>
            </a:extLst>
          </p:cNvPr>
          <p:cNvCxnSpPr>
            <a:cxnSpLocks/>
          </p:cNvCxnSpPr>
          <p:nvPr/>
        </p:nvCxnSpPr>
        <p:spPr bwMode="auto">
          <a:xfrm>
            <a:off x="7092280" y="4222087"/>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2" name="直線矢印コネクタ 241">
            <a:extLst>
              <a:ext uri="{FF2B5EF4-FFF2-40B4-BE49-F238E27FC236}">
                <a16:creationId xmlns:a16="http://schemas.microsoft.com/office/drawing/2014/main" id="{7CDF4907-50DB-7CD5-3D56-80EE742F0D3B}"/>
              </a:ext>
            </a:extLst>
          </p:cNvPr>
          <p:cNvCxnSpPr>
            <a:cxnSpLocks/>
          </p:cNvCxnSpPr>
          <p:nvPr/>
        </p:nvCxnSpPr>
        <p:spPr bwMode="auto">
          <a:xfrm>
            <a:off x="2483768" y="3263270"/>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3" name="直線矢印コネクタ 242">
            <a:extLst>
              <a:ext uri="{FF2B5EF4-FFF2-40B4-BE49-F238E27FC236}">
                <a16:creationId xmlns:a16="http://schemas.microsoft.com/office/drawing/2014/main" id="{B3066C45-EEBF-D475-88B2-E34D47A49666}"/>
              </a:ext>
            </a:extLst>
          </p:cNvPr>
          <p:cNvCxnSpPr>
            <a:cxnSpLocks/>
          </p:cNvCxnSpPr>
          <p:nvPr/>
        </p:nvCxnSpPr>
        <p:spPr bwMode="auto">
          <a:xfrm>
            <a:off x="2493277" y="3901425"/>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sp>
        <p:nvSpPr>
          <p:cNvPr id="244" name="テキスト ボックス 243">
            <a:extLst>
              <a:ext uri="{FF2B5EF4-FFF2-40B4-BE49-F238E27FC236}">
                <a16:creationId xmlns:a16="http://schemas.microsoft.com/office/drawing/2014/main" id="{D94533F8-C2EC-17CD-549C-5AE8B03FCF33}"/>
              </a:ext>
            </a:extLst>
          </p:cNvPr>
          <p:cNvSpPr txBox="1"/>
          <p:nvPr/>
        </p:nvSpPr>
        <p:spPr>
          <a:xfrm>
            <a:off x="1577839" y="2268899"/>
            <a:ext cx="1321843" cy="307777"/>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太陽光発電量</a:t>
            </a:r>
          </a:p>
        </p:txBody>
      </p:sp>
      <p:sp>
        <p:nvSpPr>
          <p:cNvPr id="245" name="テキスト ボックス 244">
            <a:extLst>
              <a:ext uri="{FF2B5EF4-FFF2-40B4-BE49-F238E27FC236}">
                <a16:creationId xmlns:a16="http://schemas.microsoft.com/office/drawing/2014/main" id="{710A75AF-7829-78E2-017F-8B55E9FC8DBC}"/>
              </a:ext>
            </a:extLst>
          </p:cNvPr>
          <p:cNvSpPr txBox="1"/>
          <p:nvPr/>
        </p:nvSpPr>
        <p:spPr>
          <a:xfrm>
            <a:off x="1264205" y="479715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6" name="テキスト ボックス 245">
            <a:extLst>
              <a:ext uri="{FF2B5EF4-FFF2-40B4-BE49-F238E27FC236}">
                <a16:creationId xmlns:a16="http://schemas.microsoft.com/office/drawing/2014/main" id="{BD0C99B4-1255-B78D-3FE3-9CD317EEA632}"/>
              </a:ext>
            </a:extLst>
          </p:cNvPr>
          <p:cNvSpPr txBox="1"/>
          <p:nvPr/>
        </p:nvSpPr>
        <p:spPr>
          <a:xfrm>
            <a:off x="3869348" y="4826465"/>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7" name="テキスト ボックス 246">
            <a:extLst>
              <a:ext uri="{FF2B5EF4-FFF2-40B4-BE49-F238E27FC236}">
                <a16:creationId xmlns:a16="http://schemas.microsoft.com/office/drawing/2014/main" id="{D16B3162-0FCE-D647-556C-B464F88E852A}"/>
              </a:ext>
            </a:extLst>
          </p:cNvPr>
          <p:cNvSpPr txBox="1"/>
          <p:nvPr/>
        </p:nvSpPr>
        <p:spPr>
          <a:xfrm>
            <a:off x="6891529" y="480214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8" name="テキスト ボックス 247">
            <a:extLst>
              <a:ext uri="{FF2B5EF4-FFF2-40B4-BE49-F238E27FC236}">
                <a16:creationId xmlns:a16="http://schemas.microsoft.com/office/drawing/2014/main" id="{4D221866-4F11-EC0A-7A22-891431EC37B4}"/>
              </a:ext>
            </a:extLst>
          </p:cNvPr>
          <p:cNvSpPr txBox="1"/>
          <p:nvPr/>
        </p:nvSpPr>
        <p:spPr>
          <a:xfrm>
            <a:off x="6473471" y="2383488"/>
            <a:ext cx="810471"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充電</a:t>
            </a:r>
            <a:r>
              <a:rPr kumimoji="1" lang="ja-JP" altLang="en-US" sz="1400">
                <a:solidFill>
                  <a:srgbClr val="C00000"/>
                </a:solidFill>
                <a:latin typeface="MS PGothic" panose="020B0600070205080204" pitchFamily="34" charset="-128"/>
                <a:ea typeface="MS PGothic" panose="020B0600070205080204" pitchFamily="34" charset="-128"/>
              </a:rPr>
              <a:t>量</a:t>
            </a:r>
            <a:endParaRPr kumimoji="1" lang="ja-JP" altLang="en-US" sz="1200">
              <a:solidFill>
                <a:srgbClr val="C00000"/>
              </a:solidFill>
              <a:latin typeface="MS PGothic" panose="020B0600070205080204" pitchFamily="34" charset="-128"/>
              <a:ea typeface="MS PGothic" panose="020B0600070205080204" pitchFamily="34" charset="-128"/>
            </a:endParaRPr>
          </a:p>
        </p:txBody>
      </p:sp>
      <p:sp>
        <p:nvSpPr>
          <p:cNvPr id="249" name="テキスト ボックス 248">
            <a:extLst>
              <a:ext uri="{FF2B5EF4-FFF2-40B4-BE49-F238E27FC236}">
                <a16:creationId xmlns:a16="http://schemas.microsoft.com/office/drawing/2014/main" id="{376465D0-CE03-C693-B751-A102F5BFB6CB}"/>
              </a:ext>
            </a:extLst>
          </p:cNvPr>
          <p:cNvSpPr txBox="1"/>
          <p:nvPr/>
        </p:nvSpPr>
        <p:spPr>
          <a:xfrm>
            <a:off x="5460551" y="2391770"/>
            <a:ext cx="795896"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放電量</a:t>
            </a:r>
          </a:p>
        </p:txBody>
      </p:sp>
      <p:sp>
        <p:nvSpPr>
          <p:cNvPr id="250" name="テキスト ボックス 249">
            <a:extLst>
              <a:ext uri="{FF2B5EF4-FFF2-40B4-BE49-F238E27FC236}">
                <a16:creationId xmlns:a16="http://schemas.microsoft.com/office/drawing/2014/main" id="{8A780767-281D-01BA-16A7-1FD85046D947}"/>
              </a:ext>
            </a:extLst>
          </p:cNvPr>
          <p:cNvSpPr txBox="1"/>
          <p:nvPr/>
        </p:nvSpPr>
        <p:spPr>
          <a:xfrm>
            <a:off x="4858003" y="3194216"/>
            <a:ext cx="866125"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売電</a:t>
            </a:r>
            <a:r>
              <a:rPr kumimoji="1" lang="ja-JP" altLang="en-US" sz="1400">
                <a:solidFill>
                  <a:srgbClr val="C00000"/>
                </a:solidFill>
                <a:latin typeface="MS PGothic" panose="020B0600070205080204" pitchFamily="34" charset="-128"/>
                <a:ea typeface="MS PGothic" panose="020B0600070205080204" pitchFamily="34" charset="-128"/>
              </a:rPr>
              <a:t>量</a:t>
            </a:r>
          </a:p>
        </p:txBody>
      </p:sp>
      <p:sp>
        <p:nvSpPr>
          <p:cNvPr id="251" name="テキスト ボックス 250">
            <a:extLst>
              <a:ext uri="{FF2B5EF4-FFF2-40B4-BE49-F238E27FC236}">
                <a16:creationId xmlns:a16="http://schemas.microsoft.com/office/drawing/2014/main" id="{0FFE7E01-884A-6D3A-06B1-3BF7D992EA0C}"/>
              </a:ext>
            </a:extLst>
          </p:cNvPr>
          <p:cNvSpPr txBox="1"/>
          <p:nvPr/>
        </p:nvSpPr>
        <p:spPr>
          <a:xfrm>
            <a:off x="3633867" y="3203709"/>
            <a:ext cx="866125"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買電量</a:t>
            </a:r>
          </a:p>
        </p:txBody>
      </p:sp>
      <p:sp>
        <p:nvSpPr>
          <p:cNvPr id="252" name="テキスト ボックス 251">
            <a:extLst>
              <a:ext uri="{FF2B5EF4-FFF2-40B4-BE49-F238E27FC236}">
                <a16:creationId xmlns:a16="http://schemas.microsoft.com/office/drawing/2014/main" id="{45173E21-0FC2-4CBF-B919-E8D709C4B8C4}"/>
              </a:ext>
            </a:extLst>
          </p:cNvPr>
          <p:cNvSpPr txBox="1"/>
          <p:nvPr/>
        </p:nvSpPr>
        <p:spPr>
          <a:xfrm>
            <a:off x="3782243" y="1133751"/>
            <a:ext cx="1418523" cy="738664"/>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買電単価</a:t>
            </a:r>
            <a:endParaRPr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売電単価</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最大買電力量</a:t>
            </a:r>
          </a:p>
        </p:txBody>
      </p:sp>
      <p:sp>
        <p:nvSpPr>
          <p:cNvPr id="255" name="テキスト ボックス 254">
            <a:extLst>
              <a:ext uri="{FF2B5EF4-FFF2-40B4-BE49-F238E27FC236}">
                <a16:creationId xmlns:a16="http://schemas.microsoft.com/office/drawing/2014/main" id="{1C9CB93D-37B4-3F71-BD72-9EF7FDE15024}"/>
              </a:ext>
            </a:extLst>
          </p:cNvPr>
          <p:cNvSpPr txBox="1"/>
          <p:nvPr/>
        </p:nvSpPr>
        <p:spPr>
          <a:xfrm>
            <a:off x="237076" y="2609735"/>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6" name="テキスト ボックス 255">
            <a:extLst>
              <a:ext uri="{FF2B5EF4-FFF2-40B4-BE49-F238E27FC236}">
                <a16:creationId xmlns:a16="http://schemas.microsoft.com/office/drawing/2014/main" id="{7AD99471-9B29-C04D-234D-918B0A9D8CD6}"/>
              </a:ext>
            </a:extLst>
          </p:cNvPr>
          <p:cNvSpPr txBox="1"/>
          <p:nvPr/>
        </p:nvSpPr>
        <p:spPr>
          <a:xfrm>
            <a:off x="968509" y="3573222"/>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7" name="テキスト ボックス 256">
            <a:extLst>
              <a:ext uri="{FF2B5EF4-FFF2-40B4-BE49-F238E27FC236}">
                <a16:creationId xmlns:a16="http://schemas.microsoft.com/office/drawing/2014/main" id="{76362F7B-30A0-44E5-C812-7D87045324E8}"/>
              </a:ext>
            </a:extLst>
          </p:cNvPr>
          <p:cNvSpPr txBox="1"/>
          <p:nvPr/>
        </p:nvSpPr>
        <p:spPr>
          <a:xfrm>
            <a:off x="1787222"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8" name="テキスト ボックス 257">
            <a:extLst>
              <a:ext uri="{FF2B5EF4-FFF2-40B4-BE49-F238E27FC236}">
                <a16:creationId xmlns:a16="http://schemas.microsoft.com/office/drawing/2014/main" id="{865C9BC1-7000-4BE4-A4E5-B3C53624C3B5}"/>
              </a:ext>
            </a:extLst>
          </p:cNvPr>
          <p:cNvSpPr txBox="1"/>
          <p:nvPr/>
        </p:nvSpPr>
        <p:spPr>
          <a:xfrm>
            <a:off x="4299155"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9" name="テキスト ボックス 258">
            <a:extLst>
              <a:ext uri="{FF2B5EF4-FFF2-40B4-BE49-F238E27FC236}">
                <a16:creationId xmlns:a16="http://schemas.microsoft.com/office/drawing/2014/main" id="{B5016149-B3E5-946D-8C9E-3C9DCE44710B}"/>
              </a:ext>
            </a:extLst>
          </p:cNvPr>
          <p:cNvSpPr txBox="1"/>
          <p:nvPr/>
        </p:nvSpPr>
        <p:spPr>
          <a:xfrm>
            <a:off x="7390009" y="4449741"/>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0" name="テキスト ボックス 259">
            <a:extLst>
              <a:ext uri="{FF2B5EF4-FFF2-40B4-BE49-F238E27FC236}">
                <a16:creationId xmlns:a16="http://schemas.microsoft.com/office/drawing/2014/main" id="{85C715D3-640D-034F-E8EB-D1099A13D7DA}"/>
              </a:ext>
            </a:extLst>
          </p:cNvPr>
          <p:cNvSpPr txBox="1"/>
          <p:nvPr/>
        </p:nvSpPr>
        <p:spPr>
          <a:xfrm>
            <a:off x="6868577" y="276934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1" name="テキスト ボックス 260">
            <a:extLst>
              <a:ext uri="{FF2B5EF4-FFF2-40B4-BE49-F238E27FC236}">
                <a16:creationId xmlns:a16="http://schemas.microsoft.com/office/drawing/2014/main" id="{A4AB953D-E1A8-79F1-F82E-C8F5956EA1AF}"/>
              </a:ext>
            </a:extLst>
          </p:cNvPr>
          <p:cNvSpPr txBox="1"/>
          <p:nvPr/>
        </p:nvSpPr>
        <p:spPr>
          <a:xfrm>
            <a:off x="6885953" y="3579834"/>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2" name="テキスト ボックス 261">
            <a:extLst>
              <a:ext uri="{FF2B5EF4-FFF2-40B4-BE49-F238E27FC236}">
                <a16:creationId xmlns:a16="http://schemas.microsoft.com/office/drawing/2014/main" id="{F2EF8C2B-06B0-93D3-F0CE-5D06EE65831B}"/>
              </a:ext>
            </a:extLst>
          </p:cNvPr>
          <p:cNvSpPr txBox="1"/>
          <p:nvPr/>
        </p:nvSpPr>
        <p:spPr>
          <a:xfrm>
            <a:off x="5546036" y="1056623"/>
            <a:ext cx="1542430" cy="738664"/>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最大容量</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0070C0"/>
                </a:solidFill>
                <a:latin typeface="MS PGothic" panose="020B0600070205080204" pitchFamily="34" charset="-128"/>
                <a:ea typeface="MS PGothic" panose="020B0600070205080204" pitchFamily="34" charset="-128"/>
              </a:rPr>
              <a:t>最大充放電量</a:t>
            </a:r>
            <a:endParaRPr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C00000"/>
                </a:solidFill>
                <a:latin typeface="MS PGothic" panose="020B0600070205080204" pitchFamily="34" charset="-128"/>
                <a:ea typeface="MS PGothic" panose="020B0600070205080204" pitchFamily="34" charset="-128"/>
              </a:rPr>
              <a:t>蓄電池の残量</a:t>
            </a:r>
            <a:endParaRPr kumimoji="1" lang="ja-JP" altLang="en-US" sz="1400">
              <a:solidFill>
                <a:srgbClr val="C00000"/>
              </a:solidFill>
              <a:latin typeface="MS PGothic" panose="020B0600070205080204" pitchFamily="34" charset="-128"/>
              <a:ea typeface="MS PGothic" panose="020B0600070205080204" pitchFamily="34" charset="-128"/>
            </a:endParaRPr>
          </a:p>
        </p:txBody>
      </p:sp>
      <p:sp>
        <p:nvSpPr>
          <p:cNvPr id="264" name="テキスト ボックス 263">
            <a:extLst>
              <a:ext uri="{FF2B5EF4-FFF2-40B4-BE49-F238E27FC236}">
                <a16:creationId xmlns:a16="http://schemas.microsoft.com/office/drawing/2014/main" id="{AEAFB855-16FA-881D-EC07-5BA5A390A08C}"/>
              </a:ext>
            </a:extLst>
          </p:cNvPr>
          <p:cNvSpPr txBox="1"/>
          <p:nvPr/>
        </p:nvSpPr>
        <p:spPr>
          <a:xfrm>
            <a:off x="7088466" y="1124744"/>
            <a:ext cx="1152593" cy="338554"/>
          </a:xfrm>
          <a:prstGeom prst="rect">
            <a:avLst/>
          </a:prstGeom>
          <a:noFill/>
        </p:spPr>
        <p:txBody>
          <a:bodyPr wrap="square">
            <a:spAutoFit/>
          </a:bodyPr>
          <a:lstStyle/>
          <a:p>
            <a:r>
              <a:rPr lang="ja-JP" altLang="en-US" sz="1600">
                <a:solidFill>
                  <a:srgbClr val="0070C0"/>
                </a:solidFill>
                <a:latin typeface="MS PGothic" panose="020B0600070205080204" pitchFamily="34" charset="-128"/>
                <a:ea typeface="MS PGothic" panose="020B0600070205080204" pitchFamily="34" charset="-128"/>
              </a:rPr>
              <a:t>青字</a:t>
            </a:r>
            <a:endParaRPr kumimoji="1" lang="en-US" altLang="ja-JP" sz="2400" dirty="0">
              <a:solidFill>
                <a:srgbClr val="0070C0"/>
              </a:solidFill>
              <a:latin typeface="MS PGothic" panose="020B0600070205080204" pitchFamily="34" charset="-128"/>
              <a:ea typeface="MS PGothic" panose="020B0600070205080204" pitchFamily="34" charset="-128"/>
            </a:endParaRPr>
          </a:p>
        </p:txBody>
      </p:sp>
      <p:sp>
        <p:nvSpPr>
          <p:cNvPr id="265" name="テキスト ボックス 264">
            <a:extLst>
              <a:ext uri="{FF2B5EF4-FFF2-40B4-BE49-F238E27FC236}">
                <a16:creationId xmlns:a16="http://schemas.microsoft.com/office/drawing/2014/main" id="{D53BB942-DB37-26BA-88ED-4D1CA92538D3}"/>
              </a:ext>
            </a:extLst>
          </p:cNvPr>
          <p:cNvSpPr txBox="1"/>
          <p:nvPr/>
        </p:nvSpPr>
        <p:spPr>
          <a:xfrm>
            <a:off x="7107539" y="1567718"/>
            <a:ext cx="1152593" cy="338554"/>
          </a:xfrm>
          <a:prstGeom prst="rect">
            <a:avLst/>
          </a:prstGeom>
          <a:noFill/>
        </p:spPr>
        <p:txBody>
          <a:bodyPr wrap="square">
            <a:spAutoFit/>
          </a:bodyPr>
          <a:lstStyle/>
          <a:p>
            <a:r>
              <a:rPr lang="ja-JP" altLang="en-US" sz="1600">
                <a:solidFill>
                  <a:srgbClr val="C00000"/>
                </a:solidFill>
                <a:latin typeface="MS PGothic" panose="020B0600070205080204" pitchFamily="34" charset="-128"/>
                <a:ea typeface="MS PGothic" panose="020B0600070205080204" pitchFamily="34" charset="-128"/>
              </a:rPr>
              <a:t>赤字</a:t>
            </a:r>
            <a:endParaRPr kumimoji="1" lang="en-US" altLang="ja-JP" sz="2400" dirty="0">
              <a:solidFill>
                <a:srgbClr val="C00000"/>
              </a:solidFill>
              <a:latin typeface="MS PGothic" panose="020B0600070205080204" pitchFamily="34" charset="-128"/>
              <a:ea typeface="MS PGothic" panose="020B0600070205080204" pitchFamily="34" charset="-128"/>
            </a:endParaRPr>
          </a:p>
        </p:txBody>
      </p:sp>
      <p:sp>
        <p:nvSpPr>
          <p:cNvPr id="2" name="正方形/長方形 1">
            <a:extLst>
              <a:ext uri="{FF2B5EF4-FFF2-40B4-BE49-F238E27FC236}">
                <a16:creationId xmlns:a16="http://schemas.microsoft.com/office/drawing/2014/main" id="{13123FE9-7C1A-36C9-61F4-021526138DA2}"/>
              </a:ext>
            </a:extLst>
          </p:cNvPr>
          <p:cNvSpPr/>
          <p:nvPr/>
        </p:nvSpPr>
        <p:spPr>
          <a:xfrm>
            <a:off x="5902191" y="2712325"/>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
        <p:nvSpPr>
          <p:cNvPr id="3" name="角丸四角形吹き出し 1">
            <a:extLst>
              <a:ext uri="{FF2B5EF4-FFF2-40B4-BE49-F238E27FC236}">
                <a16:creationId xmlns:a16="http://schemas.microsoft.com/office/drawing/2014/main" id="{223A5A25-2B90-BC03-AA2A-E4A300596359}"/>
              </a:ext>
            </a:extLst>
          </p:cNvPr>
          <p:cNvSpPr/>
          <p:nvPr/>
        </p:nvSpPr>
        <p:spPr bwMode="auto">
          <a:xfrm>
            <a:off x="6386638" y="2492896"/>
            <a:ext cx="2614785" cy="1205870"/>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811686" h="1753549">
                <a:moveTo>
                  <a:pt x="681179" y="866171"/>
                </a:moveTo>
                <a:cubicBezTo>
                  <a:pt x="681179" y="769755"/>
                  <a:pt x="759340" y="691594"/>
                  <a:pt x="855756" y="691594"/>
                </a:cubicBezTo>
                <a:lnTo>
                  <a:pt x="1467022" y="691594"/>
                </a:lnTo>
                <a:lnTo>
                  <a:pt x="1738290" y="691594"/>
                </a:lnTo>
                <a:lnTo>
                  <a:pt x="0" y="0"/>
                </a:lnTo>
                <a:lnTo>
                  <a:pt x="2141958" y="696081"/>
                </a:lnTo>
                <a:lnTo>
                  <a:pt x="4637109" y="691594"/>
                </a:lnTo>
                <a:cubicBezTo>
                  <a:pt x="4733525" y="691594"/>
                  <a:pt x="4811686" y="769755"/>
                  <a:pt x="4811686" y="866171"/>
                </a:cubicBezTo>
                <a:lnTo>
                  <a:pt x="4811686" y="1302601"/>
                </a:lnTo>
                <a:lnTo>
                  <a:pt x="4811686" y="1302601"/>
                </a:lnTo>
                <a:lnTo>
                  <a:pt x="4811686" y="1564462"/>
                </a:lnTo>
                <a:lnTo>
                  <a:pt x="4811686" y="1564458"/>
                </a:lnTo>
                <a:cubicBezTo>
                  <a:pt x="4811686" y="1660874"/>
                  <a:pt x="4733525" y="1739035"/>
                  <a:pt x="4637109" y="1739035"/>
                </a:cubicBezTo>
                <a:lnTo>
                  <a:pt x="4123268" y="1739035"/>
                </a:lnTo>
                <a:lnTo>
                  <a:pt x="3901431" y="1748073"/>
                </a:lnTo>
                <a:lnTo>
                  <a:pt x="3751041" y="1753549"/>
                </a:lnTo>
                <a:lnTo>
                  <a:pt x="855756" y="1739035"/>
                </a:lnTo>
                <a:cubicBezTo>
                  <a:pt x="759340" y="1739035"/>
                  <a:pt x="681179" y="1660874"/>
                  <a:pt x="681179" y="1564458"/>
                </a:cubicBezTo>
                <a:lnTo>
                  <a:pt x="681179" y="1564462"/>
                </a:lnTo>
                <a:lnTo>
                  <a:pt x="681179" y="1302601"/>
                </a:lnTo>
                <a:lnTo>
                  <a:pt x="681179" y="1302601"/>
                </a:lnTo>
                <a:lnTo>
                  <a:pt x="681179" y="866171"/>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　　・最大充放電量以下</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lang="ja-JP" altLang="en-US" sz="180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しか充放電できない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p:txBody>
      </p:sp>
      <p:sp>
        <p:nvSpPr>
          <p:cNvPr id="4" name="角丸四角形吹き出し 1">
            <a:extLst>
              <a:ext uri="{FF2B5EF4-FFF2-40B4-BE49-F238E27FC236}">
                <a16:creationId xmlns:a16="http://schemas.microsoft.com/office/drawing/2014/main" id="{CFFC9DE5-6928-055D-5D8E-4443CAD947A1}"/>
              </a:ext>
            </a:extLst>
          </p:cNvPr>
          <p:cNvSpPr/>
          <p:nvPr/>
        </p:nvSpPr>
        <p:spPr bwMode="auto">
          <a:xfrm>
            <a:off x="3562093" y="2218569"/>
            <a:ext cx="2799922" cy="1994093"/>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 name="connsiteX0" fmla="*/ 0 w 4130507"/>
              <a:gd name="connsiteY0" fmla="*/ 2010331 h 2897709"/>
              <a:gd name="connsiteX1" fmla="*/ 174577 w 4130507"/>
              <a:gd name="connsiteY1" fmla="*/ 1835754 h 2897709"/>
              <a:gd name="connsiteX2" fmla="*/ 785843 w 4130507"/>
              <a:gd name="connsiteY2" fmla="*/ 1835754 h 2897709"/>
              <a:gd name="connsiteX3" fmla="*/ 1057111 w 4130507"/>
              <a:gd name="connsiteY3" fmla="*/ 1835754 h 2897709"/>
              <a:gd name="connsiteX4" fmla="*/ 3447219 w 4130507"/>
              <a:gd name="connsiteY4" fmla="*/ 0 h 2897709"/>
              <a:gd name="connsiteX5" fmla="*/ 1460779 w 4130507"/>
              <a:gd name="connsiteY5" fmla="*/ 1840241 h 2897709"/>
              <a:gd name="connsiteX6" fmla="*/ 3955930 w 4130507"/>
              <a:gd name="connsiteY6" fmla="*/ 1835754 h 2897709"/>
              <a:gd name="connsiteX7" fmla="*/ 4130507 w 4130507"/>
              <a:gd name="connsiteY7" fmla="*/ 2010331 h 2897709"/>
              <a:gd name="connsiteX8" fmla="*/ 4130507 w 4130507"/>
              <a:gd name="connsiteY8" fmla="*/ 2446761 h 2897709"/>
              <a:gd name="connsiteX9" fmla="*/ 4130507 w 4130507"/>
              <a:gd name="connsiteY9" fmla="*/ 2446761 h 2897709"/>
              <a:gd name="connsiteX10" fmla="*/ 4130507 w 4130507"/>
              <a:gd name="connsiteY10" fmla="*/ 2708622 h 2897709"/>
              <a:gd name="connsiteX11" fmla="*/ 4130507 w 4130507"/>
              <a:gd name="connsiteY11" fmla="*/ 2708618 h 2897709"/>
              <a:gd name="connsiteX12" fmla="*/ 3955930 w 4130507"/>
              <a:gd name="connsiteY12" fmla="*/ 2883195 h 2897709"/>
              <a:gd name="connsiteX13" fmla="*/ 3442089 w 4130507"/>
              <a:gd name="connsiteY13" fmla="*/ 2883195 h 2897709"/>
              <a:gd name="connsiteX14" fmla="*/ 3220252 w 4130507"/>
              <a:gd name="connsiteY14" fmla="*/ 2892233 h 2897709"/>
              <a:gd name="connsiteX15" fmla="*/ 3069862 w 4130507"/>
              <a:gd name="connsiteY15" fmla="*/ 2897709 h 2897709"/>
              <a:gd name="connsiteX16" fmla="*/ 174577 w 4130507"/>
              <a:gd name="connsiteY16" fmla="*/ 2883195 h 2897709"/>
              <a:gd name="connsiteX17" fmla="*/ 0 w 4130507"/>
              <a:gd name="connsiteY17" fmla="*/ 2708618 h 2897709"/>
              <a:gd name="connsiteX18" fmla="*/ 0 w 4130507"/>
              <a:gd name="connsiteY18" fmla="*/ 2708622 h 2897709"/>
              <a:gd name="connsiteX19" fmla="*/ 0 w 4130507"/>
              <a:gd name="connsiteY19" fmla="*/ 2446761 h 2897709"/>
              <a:gd name="connsiteX20" fmla="*/ 0 w 4130507"/>
              <a:gd name="connsiteY20" fmla="*/ 2446761 h 2897709"/>
              <a:gd name="connsiteX21" fmla="*/ 0 w 4130507"/>
              <a:gd name="connsiteY21" fmla="*/ 2010331 h 2897709"/>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1460779 w 4130507"/>
              <a:gd name="connsiteY5" fmla="*/ 800010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2176447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51951 h 1839329"/>
              <a:gd name="connsiteX1" fmla="*/ 174577 w 4130507"/>
              <a:gd name="connsiteY1" fmla="*/ 777374 h 1839329"/>
              <a:gd name="connsiteX2" fmla="*/ 785843 w 4130507"/>
              <a:gd name="connsiteY2" fmla="*/ 777374 h 1839329"/>
              <a:gd name="connsiteX3" fmla="*/ 2176447 w 4130507"/>
              <a:gd name="connsiteY3" fmla="*/ 777374 h 1839329"/>
              <a:gd name="connsiteX4" fmla="*/ 3418518 w 4130507"/>
              <a:gd name="connsiteY4" fmla="*/ 0 h 1839329"/>
              <a:gd name="connsiteX5" fmla="*/ 2694918 w 4130507"/>
              <a:gd name="connsiteY5" fmla="*/ 790936 h 1839329"/>
              <a:gd name="connsiteX6" fmla="*/ 3955930 w 4130507"/>
              <a:gd name="connsiteY6" fmla="*/ 777374 h 1839329"/>
              <a:gd name="connsiteX7" fmla="*/ 4130507 w 4130507"/>
              <a:gd name="connsiteY7" fmla="*/ 951951 h 1839329"/>
              <a:gd name="connsiteX8" fmla="*/ 4130507 w 4130507"/>
              <a:gd name="connsiteY8" fmla="*/ 1388381 h 1839329"/>
              <a:gd name="connsiteX9" fmla="*/ 4130507 w 4130507"/>
              <a:gd name="connsiteY9" fmla="*/ 1388381 h 1839329"/>
              <a:gd name="connsiteX10" fmla="*/ 4130507 w 4130507"/>
              <a:gd name="connsiteY10" fmla="*/ 1650242 h 1839329"/>
              <a:gd name="connsiteX11" fmla="*/ 4130507 w 4130507"/>
              <a:gd name="connsiteY11" fmla="*/ 1650238 h 1839329"/>
              <a:gd name="connsiteX12" fmla="*/ 3955930 w 4130507"/>
              <a:gd name="connsiteY12" fmla="*/ 1824815 h 1839329"/>
              <a:gd name="connsiteX13" fmla="*/ 3442089 w 4130507"/>
              <a:gd name="connsiteY13" fmla="*/ 1824815 h 1839329"/>
              <a:gd name="connsiteX14" fmla="*/ 3220252 w 4130507"/>
              <a:gd name="connsiteY14" fmla="*/ 1833853 h 1839329"/>
              <a:gd name="connsiteX15" fmla="*/ 3069862 w 4130507"/>
              <a:gd name="connsiteY15" fmla="*/ 1839329 h 1839329"/>
              <a:gd name="connsiteX16" fmla="*/ 174577 w 4130507"/>
              <a:gd name="connsiteY16" fmla="*/ 1824815 h 1839329"/>
              <a:gd name="connsiteX17" fmla="*/ 0 w 4130507"/>
              <a:gd name="connsiteY17" fmla="*/ 1650238 h 1839329"/>
              <a:gd name="connsiteX18" fmla="*/ 0 w 4130507"/>
              <a:gd name="connsiteY18" fmla="*/ 1650242 h 1839329"/>
              <a:gd name="connsiteX19" fmla="*/ 0 w 4130507"/>
              <a:gd name="connsiteY19" fmla="*/ 1388381 h 1839329"/>
              <a:gd name="connsiteX20" fmla="*/ 0 w 4130507"/>
              <a:gd name="connsiteY20" fmla="*/ 1388381 h 1839329"/>
              <a:gd name="connsiteX21" fmla="*/ 0 w 4130507"/>
              <a:gd name="connsiteY21" fmla="*/ 951951 h 183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07" h="1839329">
                <a:moveTo>
                  <a:pt x="0" y="951951"/>
                </a:moveTo>
                <a:cubicBezTo>
                  <a:pt x="0" y="855535"/>
                  <a:pt x="78161" y="777374"/>
                  <a:pt x="174577" y="777374"/>
                </a:cubicBezTo>
                <a:lnTo>
                  <a:pt x="785843" y="777374"/>
                </a:lnTo>
                <a:lnTo>
                  <a:pt x="2176447" y="777374"/>
                </a:lnTo>
                <a:lnTo>
                  <a:pt x="3418518" y="0"/>
                </a:lnTo>
                <a:lnTo>
                  <a:pt x="2694918" y="790936"/>
                </a:lnTo>
                <a:lnTo>
                  <a:pt x="3955930" y="777374"/>
                </a:lnTo>
                <a:cubicBezTo>
                  <a:pt x="4052346" y="777374"/>
                  <a:pt x="4130507" y="855535"/>
                  <a:pt x="4130507" y="951951"/>
                </a:cubicBezTo>
                <a:lnTo>
                  <a:pt x="4130507" y="1388381"/>
                </a:lnTo>
                <a:lnTo>
                  <a:pt x="4130507" y="1388381"/>
                </a:lnTo>
                <a:lnTo>
                  <a:pt x="4130507" y="1650242"/>
                </a:lnTo>
                <a:lnTo>
                  <a:pt x="4130507" y="1650238"/>
                </a:lnTo>
                <a:cubicBezTo>
                  <a:pt x="4130507" y="1746654"/>
                  <a:pt x="4052346" y="1824815"/>
                  <a:pt x="3955930" y="1824815"/>
                </a:cubicBezTo>
                <a:lnTo>
                  <a:pt x="3442089" y="1824815"/>
                </a:lnTo>
                <a:lnTo>
                  <a:pt x="3220252" y="1833853"/>
                </a:lnTo>
                <a:lnTo>
                  <a:pt x="3069862" y="1839329"/>
                </a:lnTo>
                <a:lnTo>
                  <a:pt x="174577" y="1824815"/>
                </a:lnTo>
                <a:cubicBezTo>
                  <a:pt x="78161" y="1824815"/>
                  <a:pt x="0" y="1746654"/>
                  <a:pt x="0" y="1650238"/>
                </a:cubicBezTo>
                <a:lnTo>
                  <a:pt x="0" y="1650242"/>
                </a:lnTo>
                <a:lnTo>
                  <a:pt x="0" y="1388381"/>
                </a:lnTo>
                <a:lnTo>
                  <a:pt x="0" y="1388381"/>
                </a:lnTo>
                <a:lnTo>
                  <a:pt x="0" y="951951"/>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・充放電量に応じて蓄電池　　</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の残量が増減する</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・蓄電池の残量は</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lang="ja-JP" altLang="en-US" sz="180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最大容量を超えない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p:sp>
        <p:nvSpPr>
          <p:cNvPr id="6" name="角丸四角形吹き出し 1">
            <a:extLst>
              <a:ext uri="{FF2B5EF4-FFF2-40B4-BE49-F238E27FC236}">
                <a16:creationId xmlns:a16="http://schemas.microsoft.com/office/drawing/2014/main" id="{AB416F70-A122-E0F1-C036-4BD294DE9026}"/>
              </a:ext>
            </a:extLst>
          </p:cNvPr>
          <p:cNvSpPr/>
          <p:nvPr/>
        </p:nvSpPr>
        <p:spPr bwMode="auto">
          <a:xfrm flipH="1">
            <a:off x="72179" y="4172861"/>
            <a:ext cx="5267135" cy="1323612"/>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07" h="2430136">
                <a:moveTo>
                  <a:pt x="0" y="1542758"/>
                </a:moveTo>
                <a:cubicBezTo>
                  <a:pt x="0" y="1446342"/>
                  <a:pt x="78161" y="1368181"/>
                  <a:pt x="174577" y="1368181"/>
                </a:cubicBezTo>
                <a:lnTo>
                  <a:pt x="2409462" y="1368181"/>
                </a:lnTo>
                <a:lnTo>
                  <a:pt x="2781421" y="1368181"/>
                </a:lnTo>
                <a:lnTo>
                  <a:pt x="2909412" y="0"/>
                </a:lnTo>
                <a:lnTo>
                  <a:pt x="3147330" y="1386874"/>
                </a:lnTo>
                <a:lnTo>
                  <a:pt x="3955930" y="1368181"/>
                </a:lnTo>
                <a:cubicBezTo>
                  <a:pt x="4052346" y="1368181"/>
                  <a:pt x="4130507" y="1446342"/>
                  <a:pt x="4130507" y="1542758"/>
                </a:cubicBezTo>
                <a:lnTo>
                  <a:pt x="4130507" y="1979188"/>
                </a:lnTo>
                <a:lnTo>
                  <a:pt x="4130507" y="1979188"/>
                </a:lnTo>
                <a:lnTo>
                  <a:pt x="4130507" y="2241049"/>
                </a:lnTo>
                <a:lnTo>
                  <a:pt x="4130507" y="2241045"/>
                </a:lnTo>
                <a:cubicBezTo>
                  <a:pt x="4130507" y="2337461"/>
                  <a:pt x="4052346" y="2415622"/>
                  <a:pt x="3955930" y="2415622"/>
                </a:cubicBezTo>
                <a:lnTo>
                  <a:pt x="3442089" y="2415622"/>
                </a:lnTo>
                <a:lnTo>
                  <a:pt x="3220252" y="2424660"/>
                </a:lnTo>
                <a:lnTo>
                  <a:pt x="3069862" y="2430136"/>
                </a:lnTo>
                <a:lnTo>
                  <a:pt x="174577" y="2415622"/>
                </a:lnTo>
                <a:cubicBezTo>
                  <a:pt x="78161" y="2415622"/>
                  <a:pt x="0" y="2337461"/>
                  <a:pt x="0" y="2241045"/>
                </a:cubicBezTo>
                <a:lnTo>
                  <a:pt x="0" y="2241049"/>
                </a:lnTo>
                <a:lnTo>
                  <a:pt x="0" y="1979188"/>
                </a:lnTo>
                <a:lnTo>
                  <a:pt x="0" y="1979188"/>
                </a:lnTo>
                <a:lnTo>
                  <a:pt x="0" y="1542758"/>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・流入する電力と流出する電力の総和が等しい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p:sp>
        <p:nvSpPr>
          <p:cNvPr id="8" name="角丸四角形吹き出し 1">
            <a:extLst>
              <a:ext uri="{FF2B5EF4-FFF2-40B4-BE49-F238E27FC236}">
                <a16:creationId xmlns:a16="http://schemas.microsoft.com/office/drawing/2014/main" id="{61C50C61-6332-917E-0970-BAA500283ABC}"/>
              </a:ext>
            </a:extLst>
          </p:cNvPr>
          <p:cNvSpPr/>
          <p:nvPr/>
        </p:nvSpPr>
        <p:spPr bwMode="auto">
          <a:xfrm>
            <a:off x="179511" y="1046796"/>
            <a:ext cx="4625639" cy="1073284"/>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604363"/>
              <a:gd name="connsiteX1" fmla="*/ 174577 w 4130507"/>
              <a:gd name="connsiteY1" fmla="*/ 0 h 1604363"/>
              <a:gd name="connsiteX2" fmla="*/ 2409462 w 4130507"/>
              <a:gd name="connsiteY2" fmla="*/ 0 h 1604363"/>
              <a:gd name="connsiteX3" fmla="*/ 2409462 w 4130507"/>
              <a:gd name="connsiteY3" fmla="*/ 0 h 1604363"/>
              <a:gd name="connsiteX4" fmla="*/ 3442089 w 4130507"/>
              <a:gd name="connsiteY4" fmla="*/ 0 h 1604363"/>
              <a:gd name="connsiteX5" fmla="*/ 3955930 w 4130507"/>
              <a:gd name="connsiteY5" fmla="*/ 0 h 1604363"/>
              <a:gd name="connsiteX6" fmla="*/ 4130507 w 4130507"/>
              <a:gd name="connsiteY6" fmla="*/ 174577 h 1604363"/>
              <a:gd name="connsiteX7" fmla="*/ 4130507 w 4130507"/>
              <a:gd name="connsiteY7" fmla="*/ 611007 h 1604363"/>
              <a:gd name="connsiteX8" fmla="*/ 4130507 w 4130507"/>
              <a:gd name="connsiteY8" fmla="*/ 611007 h 1604363"/>
              <a:gd name="connsiteX9" fmla="*/ 4130507 w 4130507"/>
              <a:gd name="connsiteY9" fmla="*/ 872868 h 1604363"/>
              <a:gd name="connsiteX10" fmla="*/ 4130507 w 4130507"/>
              <a:gd name="connsiteY10" fmla="*/ 872864 h 1604363"/>
              <a:gd name="connsiteX11" fmla="*/ 3955930 w 4130507"/>
              <a:gd name="connsiteY11" fmla="*/ 1047441 h 1604363"/>
              <a:gd name="connsiteX12" fmla="*/ 3442089 w 4130507"/>
              <a:gd name="connsiteY12" fmla="*/ 1047441 h 1604363"/>
              <a:gd name="connsiteX13" fmla="*/ 3648135 w 4130507"/>
              <a:gd name="connsiteY13" fmla="*/ 1604363 h 1604363"/>
              <a:gd name="connsiteX14" fmla="*/ 3069862 w 4130507"/>
              <a:gd name="connsiteY14" fmla="*/ 1061955 h 1604363"/>
              <a:gd name="connsiteX15" fmla="*/ 174577 w 4130507"/>
              <a:gd name="connsiteY15" fmla="*/ 1047441 h 1604363"/>
              <a:gd name="connsiteX16" fmla="*/ 0 w 4130507"/>
              <a:gd name="connsiteY16" fmla="*/ 872864 h 1604363"/>
              <a:gd name="connsiteX17" fmla="*/ 0 w 4130507"/>
              <a:gd name="connsiteY17" fmla="*/ 872868 h 1604363"/>
              <a:gd name="connsiteX18" fmla="*/ 0 w 4130507"/>
              <a:gd name="connsiteY18" fmla="*/ 611007 h 1604363"/>
              <a:gd name="connsiteX19" fmla="*/ 0 w 4130507"/>
              <a:gd name="connsiteY19" fmla="*/ 611007 h 1604363"/>
              <a:gd name="connsiteX20" fmla="*/ 0 w 4130507"/>
              <a:gd name="connsiteY20" fmla="*/ 174577 h 1604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30507" h="1604363">
                <a:moveTo>
                  <a:pt x="0" y="174577"/>
                </a:moveTo>
                <a:cubicBezTo>
                  <a:pt x="0" y="78161"/>
                  <a:pt x="78161" y="0"/>
                  <a:pt x="174577" y="0"/>
                </a:cubicBezTo>
                <a:lnTo>
                  <a:pt x="2409462" y="0"/>
                </a:lnTo>
                <a:lnTo>
                  <a:pt x="2409462" y="0"/>
                </a:lnTo>
                <a:lnTo>
                  <a:pt x="3442089" y="0"/>
                </a:lnTo>
                <a:lnTo>
                  <a:pt x="3955930" y="0"/>
                </a:lnTo>
                <a:cubicBezTo>
                  <a:pt x="4052346" y="0"/>
                  <a:pt x="4130507" y="78161"/>
                  <a:pt x="4130507" y="174577"/>
                </a:cubicBezTo>
                <a:lnTo>
                  <a:pt x="4130507" y="611007"/>
                </a:lnTo>
                <a:lnTo>
                  <a:pt x="4130507" y="611007"/>
                </a:lnTo>
                <a:lnTo>
                  <a:pt x="4130507" y="872868"/>
                </a:lnTo>
                <a:lnTo>
                  <a:pt x="4130507" y="872864"/>
                </a:lnTo>
                <a:cubicBezTo>
                  <a:pt x="4130507" y="969280"/>
                  <a:pt x="4052346" y="1047441"/>
                  <a:pt x="3955930" y="1047441"/>
                </a:cubicBezTo>
                <a:lnTo>
                  <a:pt x="3442089" y="1047441"/>
                </a:lnTo>
                <a:lnTo>
                  <a:pt x="3648135" y="1604363"/>
                </a:lnTo>
                <a:lnTo>
                  <a:pt x="3069862" y="1061955"/>
                </a:lnTo>
                <a:lnTo>
                  <a:pt x="174577" y="1047441"/>
                </a:lnTo>
                <a:cubicBezTo>
                  <a:pt x="78161" y="1047441"/>
                  <a:pt x="0" y="969280"/>
                  <a:pt x="0" y="872864"/>
                </a:cubicBezTo>
                <a:lnTo>
                  <a:pt x="0" y="872868"/>
                </a:lnTo>
                <a:lnTo>
                  <a:pt x="0" y="611007"/>
                </a:lnTo>
                <a:lnTo>
                  <a:pt x="0" y="611007"/>
                </a:lnTo>
                <a:lnTo>
                  <a:pt x="0" y="174577"/>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effectLst/>
                <a:latin typeface="Arial" charset="0"/>
                <a:ea typeface="ＭＳ Ｐゴシック" pitchFamily="50" charset="-128"/>
              </a:rPr>
              <a:t>・</a:t>
            </a:r>
            <a:r>
              <a:rPr lang="ja-JP" altLang="en-US" sz="1800" b="1">
                <a:ea typeface="ＭＳ Ｐゴシック" pitchFamily="50" charset="-128"/>
              </a:rPr>
              <a:t>費用</a:t>
            </a:r>
            <a:r>
              <a:rPr kumimoji="1" lang="ja-JP" altLang="en-US" sz="1800" b="1" i="0" u="none" strike="noStrike" cap="none" normalizeH="0" baseline="0">
                <a:ln>
                  <a:noFill/>
                </a:ln>
                <a:effectLst/>
                <a:latin typeface="Arial" charset="0"/>
                <a:ea typeface="ＭＳ Ｐゴシック" pitchFamily="50" charset="-128"/>
              </a:rPr>
              <a:t>をなるべく小さくする</a:t>
            </a:r>
            <a:endParaRPr kumimoji="1" lang="en-US" altLang="ja-JP" sz="1800" b="1" i="0" u="none" strike="noStrike" cap="none" normalizeH="0" baseline="0" dirty="0">
              <a:ln>
                <a:noFill/>
              </a:ln>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a:t>
            </a:r>
            <a:r>
              <a:rPr kumimoji="1" lang="en-US" altLang="ja-JP" sz="1800" b="0" i="0" strike="noStrike" cap="none" normalizeH="0" baseline="0" dirty="0">
                <a:ln>
                  <a:noFill/>
                </a:ln>
                <a:solidFill>
                  <a:schemeClr val="tx1"/>
                </a:solidFill>
                <a:effectLst/>
                <a:latin typeface="Arial" charset="0"/>
                <a:ea typeface="ＭＳ Ｐゴシック" pitchFamily="50" charset="-128"/>
              </a:rPr>
              <a:t>30</a:t>
            </a:r>
            <a:r>
              <a:rPr kumimoji="1" lang="ja-JP" altLang="en-US" sz="1800" b="0" i="0" strike="noStrike" cap="none" normalizeH="0" baseline="0">
                <a:ln>
                  <a:noFill/>
                </a:ln>
                <a:solidFill>
                  <a:schemeClr val="tx1"/>
                </a:solidFill>
                <a:effectLst/>
                <a:latin typeface="Arial" charset="0"/>
                <a:ea typeface="ＭＳ Ｐゴシック" pitchFamily="50" charset="-128"/>
              </a:rPr>
              <a:t>分間の平均買</a:t>
            </a:r>
            <a:r>
              <a:rPr lang="ja-JP" altLang="en-US" sz="1800">
                <a:ea typeface="ＭＳ Ｐゴシック" pitchFamily="50" charset="-128"/>
              </a:rPr>
              <a:t>電力量を一定値以下にする</a:t>
            </a:r>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p:txBody>
      </p:sp>
    </p:spTree>
    <p:extLst>
      <p:ext uri="{BB962C8B-B14F-4D97-AF65-F5344CB8AC3E}">
        <p14:creationId xmlns:p14="http://schemas.microsoft.com/office/powerpoint/2010/main" val="2676737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269134" y="189791"/>
            <a:ext cx="4605748" cy="584775"/>
          </a:xfrm>
          <a:prstGeom prst="rect">
            <a:avLst/>
          </a:prstGeom>
          <a:noFill/>
        </p:spPr>
        <p:txBody>
          <a:bodyPr wrap="none" rtlCol="0">
            <a:spAutoFit/>
          </a:bodyPr>
          <a:lstStyle/>
          <a:p>
            <a:r>
              <a:rPr lang="ja-JP" altLang="en-US" sz="3200"/>
              <a:t>モデル</a:t>
            </a:r>
            <a:r>
              <a:rPr lang="en-US" altLang="ja-JP" sz="3200" dirty="0"/>
              <a:t>1</a:t>
            </a:r>
            <a:r>
              <a:rPr lang="ja-JP" altLang="en-US" sz="3200"/>
              <a:t>：線形計画モデル</a:t>
            </a:r>
            <a:endParaRPr kumimoji="1" lang="ja-JP" altLang="en-US" sz="3200"/>
          </a:p>
        </p:txBody>
      </p:sp>
      <p:cxnSp>
        <p:nvCxnSpPr>
          <p:cNvPr id="66" name="直線コネクタ 65">
            <a:extLst>
              <a:ext uri="{FF2B5EF4-FFF2-40B4-BE49-F238E27FC236}">
                <a16:creationId xmlns:a16="http://schemas.microsoft.com/office/drawing/2014/main" id="{BEC3FB62-CBF8-2E80-5000-8C5B5F9DDE19}"/>
              </a:ext>
            </a:extLst>
          </p:cNvPr>
          <p:cNvCxnSpPr>
            <a:cxnSpLocks/>
          </p:cNvCxnSpPr>
          <p:nvPr/>
        </p:nvCxnSpPr>
        <p:spPr>
          <a:xfrm>
            <a:off x="1691680" y="2072943"/>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67" name="正方形/長方形 66">
            <a:extLst>
              <a:ext uri="{FF2B5EF4-FFF2-40B4-BE49-F238E27FC236}">
                <a16:creationId xmlns:a16="http://schemas.microsoft.com/office/drawing/2014/main" id="{FD0ACD92-F435-89AF-7C4B-76269E55E168}"/>
              </a:ext>
            </a:extLst>
          </p:cNvPr>
          <p:cNvSpPr/>
          <p:nvPr/>
        </p:nvSpPr>
        <p:spPr>
          <a:xfrm>
            <a:off x="1136828" y="1573158"/>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68" name="正方形/長方形 67">
            <a:extLst>
              <a:ext uri="{FF2B5EF4-FFF2-40B4-BE49-F238E27FC236}">
                <a16:creationId xmlns:a16="http://schemas.microsoft.com/office/drawing/2014/main" id="{F51C4498-A04A-CA34-0D74-C1F6779637FC}"/>
              </a:ext>
            </a:extLst>
          </p:cNvPr>
          <p:cNvSpPr/>
          <p:nvPr/>
        </p:nvSpPr>
        <p:spPr>
          <a:xfrm>
            <a:off x="1187624" y="2567775"/>
            <a:ext cx="947547"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grpSp>
        <p:nvGrpSpPr>
          <p:cNvPr id="72" name="グループ化 71">
            <a:extLst>
              <a:ext uri="{FF2B5EF4-FFF2-40B4-BE49-F238E27FC236}">
                <a16:creationId xmlns:a16="http://schemas.microsoft.com/office/drawing/2014/main" id="{7D095D0A-727C-55C9-F43F-F6D1DDD5E63D}"/>
              </a:ext>
            </a:extLst>
          </p:cNvPr>
          <p:cNvGrpSpPr/>
          <p:nvPr/>
        </p:nvGrpSpPr>
        <p:grpSpPr>
          <a:xfrm>
            <a:off x="1664925" y="2951069"/>
            <a:ext cx="1306767" cy="259714"/>
            <a:chOff x="2220383" y="2089166"/>
            <a:chExt cx="1169198" cy="318368"/>
          </a:xfrm>
        </p:grpSpPr>
        <p:cxnSp>
          <p:nvCxnSpPr>
            <p:cNvPr id="73" name="直線コネクタ 72">
              <a:extLst>
                <a:ext uri="{FF2B5EF4-FFF2-40B4-BE49-F238E27FC236}">
                  <a16:creationId xmlns:a16="http://schemas.microsoft.com/office/drawing/2014/main" id="{8EB8510A-5A11-2D87-1B4E-B9BAF064C8FC}"/>
                </a:ext>
              </a:extLst>
            </p:cNvPr>
            <p:cNvCxnSpPr>
              <a:cxnSpLocks/>
            </p:cNvCxnSpPr>
            <p:nvPr/>
          </p:nvCxnSpPr>
          <p:spPr>
            <a:xfrm>
              <a:off x="2223877"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7A1CD3CF-ABD4-6B90-9538-B67F91F2D43D}"/>
                </a:ext>
              </a:extLst>
            </p:cNvPr>
            <p:cNvCxnSpPr>
              <a:cxnSpLocks/>
            </p:cNvCxnSpPr>
            <p:nvPr/>
          </p:nvCxnSpPr>
          <p:spPr>
            <a:xfrm>
              <a:off x="3389581"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F418735D-3CCA-4BBC-AAE1-B72AFF2D4096}"/>
                </a:ext>
              </a:extLst>
            </p:cNvPr>
            <p:cNvCxnSpPr>
              <a:cxnSpLocks/>
            </p:cNvCxnSpPr>
            <p:nvPr/>
          </p:nvCxnSpPr>
          <p:spPr>
            <a:xfrm flipH="1">
              <a:off x="2220383" y="2404742"/>
              <a:ext cx="1169198"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76" name="直線コネクタ 75">
            <a:extLst>
              <a:ext uri="{FF2B5EF4-FFF2-40B4-BE49-F238E27FC236}">
                <a16:creationId xmlns:a16="http://schemas.microsoft.com/office/drawing/2014/main" id="{6C2FE158-05FB-CF0C-686D-5A2CF42E967A}"/>
              </a:ext>
            </a:extLst>
          </p:cNvPr>
          <p:cNvCxnSpPr>
            <a:cxnSpLocks/>
          </p:cNvCxnSpPr>
          <p:nvPr/>
        </p:nvCxnSpPr>
        <p:spPr>
          <a:xfrm>
            <a:off x="2385006" y="320850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線コネクタ 77">
            <a:extLst>
              <a:ext uri="{FF2B5EF4-FFF2-40B4-BE49-F238E27FC236}">
                <a16:creationId xmlns:a16="http://schemas.microsoft.com/office/drawing/2014/main" id="{5043E2EF-5269-45FA-96B8-ECBA1A83287E}"/>
              </a:ext>
            </a:extLst>
          </p:cNvPr>
          <p:cNvCxnSpPr>
            <a:cxnSpLocks/>
          </p:cNvCxnSpPr>
          <p:nvPr/>
        </p:nvCxnSpPr>
        <p:spPr>
          <a:xfrm>
            <a:off x="2375559" y="388158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9" name="直線コネクタ 78">
            <a:extLst>
              <a:ext uri="{FF2B5EF4-FFF2-40B4-BE49-F238E27FC236}">
                <a16:creationId xmlns:a16="http://schemas.microsoft.com/office/drawing/2014/main" id="{2AE2F689-ED7D-DE35-9424-318DB5DE46BE}"/>
              </a:ext>
            </a:extLst>
          </p:cNvPr>
          <p:cNvCxnSpPr>
            <a:cxnSpLocks/>
          </p:cNvCxnSpPr>
          <p:nvPr/>
        </p:nvCxnSpPr>
        <p:spPr>
          <a:xfrm>
            <a:off x="541585" y="4175818"/>
            <a:ext cx="8350895" cy="9811"/>
          </a:xfrm>
          <a:prstGeom prst="line">
            <a:avLst/>
          </a:prstGeom>
          <a:ln w="19050"/>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42D6600E-F528-9D04-10E6-DAF9AAF1B1D0}"/>
              </a:ext>
            </a:extLst>
          </p:cNvPr>
          <p:cNvCxnSpPr>
            <a:cxnSpLocks/>
          </p:cNvCxnSpPr>
          <p:nvPr/>
        </p:nvCxnSpPr>
        <p:spPr>
          <a:xfrm>
            <a:off x="1346500" y="4817859"/>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A5A52A27-1359-B609-BA20-A4ACEA76C4EC}"/>
              </a:ext>
            </a:extLst>
          </p:cNvPr>
          <p:cNvCxnSpPr>
            <a:cxnSpLocks/>
          </p:cNvCxnSpPr>
          <p:nvPr/>
        </p:nvCxnSpPr>
        <p:spPr>
          <a:xfrm>
            <a:off x="1298858" y="4168086"/>
            <a:ext cx="0" cy="286502"/>
          </a:xfrm>
          <a:prstGeom prst="line">
            <a:avLst/>
          </a:prstGeom>
          <a:ln w="19050"/>
        </p:spPr>
        <p:style>
          <a:lnRef idx="1">
            <a:schemeClr val="dk1"/>
          </a:lnRef>
          <a:fillRef idx="0">
            <a:schemeClr val="dk1"/>
          </a:fillRef>
          <a:effectRef idx="0">
            <a:schemeClr val="dk1"/>
          </a:effectRef>
          <a:fontRef idx="minor">
            <a:schemeClr val="tx1"/>
          </a:fontRef>
        </p:style>
      </p:cxnSp>
      <p:cxnSp>
        <p:nvCxnSpPr>
          <p:cNvPr id="82" name="直線コネクタ 81">
            <a:extLst>
              <a:ext uri="{FF2B5EF4-FFF2-40B4-BE49-F238E27FC236}">
                <a16:creationId xmlns:a16="http://schemas.microsoft.com/office/drawing/2014/main" id="{4194A7AF-3CAB-A319-4399-E51B513C0872}"/>
              </a:ext>
            </a:extLst>
          </p:cNvPr>
          <p:cNvCxnSpPr>
            <a:cxnSpLocks/>
          </p:cNvCxnSpPr>
          <p:nvPr/>
        </p:nvCxnSpPr>
        <p:spPr>
          <a:xfrm flipH="1">
            <a:off x="541585" y="5108169"/>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3" name="直線コネクタ 82">
            <a:extLst>
              <a:ext uri="{FF2B5EF4-FFF2-40B4-BE49-F238E27FC236}">
                <a16:creationId xmlns:a16="http://schemas.microsoft.com/office/drawing/2014/main" id="{43A29E58-395E-A226-2742-20D0767CCFCB}"/>
              </a:ext>
            </a:extLst>
          </p:cNvPr>
          <p:cNvCxnSpPr>
            <a:cxnSpLocks/>
          </p:cNvCxnSpPr>
          <p:nvPr/>
        </p:nvCxnSpPr>
        <p:spPr>
          <a:xfrm flipH="1">
            <a:off x="541585" y="5109546"/>
            <a:ext cx="1058" cy="352366"/>
          </a:xfrm>
          <a:prstGeom prst="line">
            <a:avLst/>
          </a:prstGeom>
          <a:ln w="19050"/>
        </p:spPr>
        <p:style>
          <a:lnRef idx="1">
            <a:schemeClr val="dk1"/>
          </a:lnRef>
          <a:fillRef idx="0">
            <a:schemeClr val="dk1"/>
          </a:fillRef>
          <a:effectRef idx="0">
            <a:schemeClr val="dk1"/>
          </a:effectRef>
          <a:fontRef idx="minor">
            <a:schemeClr val="tx1"/>
          </a:fontRef>
        </p:style>
      </p:cxnSp>
      <p:sp>
        <p:nvSpPr>
          <p:cNvPr id="85" name="正方形/長方形 84">
            <a:extLst>
              <a:ext uri="{FF2B5EF4-FFF2-40B4-BE49-F238E27FC236}">
                <a16:creationId xmlns:a16="http://schemas.microsoft.com/office/drawing/2014/main" id="{A49ED2F6-E0F9-6243-D157-384935A16E40}"/>
              </a:ext>
            </a:extLst>
          </p:cNvPr>
          <p:cNvSpPr/>
          <p:nvPr/>
        </p:nvSpPr>
        <p:spPr>
          <a:xfrm>
            <a:off x="184637" y="5391092"/>
            <a:ext cx="718046"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86" name="直線コネクタ 85">
            <a:extLst>
              <a:ext uri="{FF2B5EF4-FFF2-40B4-BE49-F238E27FC236}">
                <a16:creationId xmlns:a16="http://schemas.microsoft.com/office/drawing/2014/main" id="{A453F381-419F-DF68-2186-E3C82E6637E8}"/>
              </a:ext>
            </a:extLst>
          </p:cNvPr>
          <p:cNvCxnSpPr>
            <a:cxnSpLocks/>
          </p:cNvCxnSpPr>
          <p:nvPr/>
        </p:nvCxnSpPr>
        <p:spPr>
          <a:xfrm>
            <a:off x="1346500" y="5108169"/>
            <a:ext cx="3417" cy="395019"/>
          </a:xfrm>
          <a:prstGeom prst="line">
            <a:avLst/>
          </a:prstGeom>
          <a:ln w="19050"/>
        </p:spPr>
        <p:style>
          <a:lnRef idx="1">
            <a:schemeClr val="dk1"/>
          </a:lnRef>
          <a:fillRef idx="0">
            <a:schemeClr val="dk1"/>
          </a:fillRef>
          <a:effectRef idx="0">
            <a:schemeClr val="dk1"/>
          </a:effectRef>
          <a:fontRef idx="minor">
            <a:schemeClr val="tx1"/>
          </a:fontRef>
        </p:style>
      </p:cxnSp>
      <p:sp>
        <p:nvSpPr>
          <p:cNvPr id="87" name="正方形/長方形 86">
            <a:extLst>
              <a:ext uri="{FF2B5EF4-FFF2-40B4-BE49-F238E27FC236}">
                <a16:creationId xmlns:a16="http://schemas.microsoft.com/office/drawing/2014/main" id="{B8487E0B-1192-24F0-7BF5-FEDD2ACC5526}"/>
              </a:ext>
            </a:extLst>
          </p:cNvPr>
          <p:cNvSpPr/>
          <p:nvPr/>
        </p:nvSpPr>
        <p:spPr>
          <a:xfrm>
            <a:off x="974691" y="5402833"/>
            <a:ext cx="718047" cy="530529"/>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89" name="直線コネクタ 88">
            <a:extLst>
              <a:ext uri="{FF2B5EF4-FFF2-40B4-BE49-F238E27FC236}">
                <a16:creationId xmlns:a16="http://schemas.microsoft.com/office/drawing/2014/main" id="{F2B68B65-8EF5-48AF-1F25-C337547E1F20}"/>
              </a:ext>
            </a:extLst>
          </p:cNvPr>
          <p:cNvCxnSpPr>
            <a:cxnSpLocks/>
          </p:cNvCxnSpPr>
          <p:nvPr/>
        </p:nvCxnSpPr>
        <p:spPr>
          <a:xfrm>
            <a:off x="2126819" y="5108169"/>
            <a:ext cx="0" cy="281735"/>
          </a:xfrm>
          <a:prstGeom prst="line">
            <a:avLst/>
          </a:prstGeom>
          <a:ln w="19050"/>
        </p:spPr>
        <p:style>
          <a:lnRef idx="1">
            <a:schemeClr val="dk1"/>
          </a:lnRef>
          <a:fillRef idx="0">
            <a:schemeClr val="dk1"/>
          </a:fillRef>
          <a:effectRef idx="0">
            <a:schemeClr val="dk1"/>
          </a:effectRef>
          <a:fontRef idx="minor">
            <a:schemeClr val="tx1"/>
          </a:fontRef>
        </p:style>
      </p:cxnSp>
      <p:sp>
        <p:nvSpPr>
          <p:cNvPr id="90" name="円/楕円 89">
            <a:extLst>
              <a:ext uri="{FF2B5EF4-FFF2-40B4-BE49-F238E27FC236}">
                <a16:creationId xmlns:a16="http://schemas.microsoft.com/office/drawing/2014/main" id="{A3C453C7-C935-E395-1445-BA224ED5E06C}"/>
              </a:ext>
            </a:extLst>
          </p:cNvPr>
          <p:cNvSpPr/>
          <p:nvPr/>
        </p:nvSpPr>
        <p:spPr>
          <a:xfrm>
            <a:off x="2331006" y="3155270"/>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1" name="円/楕円 90">
            <a:extLst>
              <a:ext uri="{FF2B5EF4-FFF2-40B4-BE49-F238E27FC236}">
                <a16:creationId xmlns:a16="http://schemas.microsoft.com/office/drawing/2014/main" id="{13CEFEF4-C197-3F41-EF89-73505F2A3AA6}"/>
              </a:ext>
            </a:extLst>
          </p:cNvPr>
          <p:cNvSpPr/>
          <p:nvPr/>
        </p:nvSpPr>
        <p:spPr>
          <a:xfrm>
            <a:off x="1290162" y="5058522"/>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2" name="円/楕円 91">
            <a:extLst>
              <a:ext uri="{FF2B5EF4-FFF2-40B4-BE49-F238E27FC236}">
                <a16:creationId xmlns:a16="http://schemas.microsoft.com/office/drawing/2014/main" id="{3D378F74-F7E5-B8D3-1341-756ACC644A4A}"/>
              </a:ext>
            </a:extLst>
          </p:cNvPr>
          <p:cNvSpPr/>
          <p:nvPr/>
        </p:nvSpPr>
        <p:spPr>
          <a:xfrm>
            <a:off x="1242520" y="4105924"/>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05" name="直線コネクタ 104">
            <a:extLst>
              <a:ext uri="{FF2B5EF4-FFF2-40B4-BE49-F238E27FC236}">
                <a16:creationId xmlns:a16="http://schemas.microsoft.com/office/drawing/2014/main" id="{9EE882AB-7763-68E5-15AF-D3A1E55F4C88}"/>
              </a:ext>
            </a:extLst>
          </p:cNvPr>
          <p:cNvCxnSpPr>
            <a:cxnSpLocks/>
          </p:cNvCxnSpPr>
          <p:nvPr/>
        </p:nvCxnSpPr>
        <p:spPr>
          <a:xfrm flipH="1">
            <a:off x="4688909" y="2678500"/>
            <a:ext cx="2338" cy="1480286"/>
          </a:xfrm>
          <a:prstGeom prst="line">
            <a:avLst/>
          </a:prstGeom>
          <a:ln w="19050"/>
        </p:spPr>
        <p:style>
          <a:lnRef idx="1">
            <a:schemeClr val="dk1"/>
          </a:lnRef>
          <a:fillRef idx="0">
            <a:schemeClr val="dk1"/>
          </a:fillRef>
          <a:effectRef idx="0">
            <a:schemeClr val="dk1"/>
          </a:effectRef>
          <a:fontRef idx="minor">
            <a:schemeClr val="tx1"/>
          </a:fontRef>
        </p:style>
      </p:cxnSp>
      <p:sp>
        <p:nvSpPr>
          <p:cNvPr id="106" name="正方形/長方形 105">
            <a:extLst>
              <a:ext uri="{FF2B5EF4-FFF2-40B4-BE49-F238E27FC236}">
                <a16:creationId xmlns:a16="http://schemas.microsoft.com/office/drawing/2014/main" id="{2E4AD433-00D5-CC1A-0DFF-01E8279D13F1}"/>
              </a:ext>
            </a:extLst>
          </p:cNvPr>
          <p:cNvSpPr/>
          <p:nvPr/>
        </p:nvSpPr>
        <p:spPr>
          <a:xfrm>
            <a:off x="4067944" y="1858181"/>
            <a:ext cx="1215021" cy="842463"/>
          </a:xfrm>
          <a:prstGeom prst="rect">
            <a:avLst/>
          </a:prstGeom>
          <a:solidFill>
            <a:srgbClr val="C0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商用電力</a:t>
            </a:r>
            <a:endParaRPr lang="en-US" altLang="ja-JP" sz="2000" dirty="0">
              <a:solidFill>
                <a:schemeClr val="tx1"/>
              </a:solidFill>
              <a:latin typeface="+mn-ea"/>
            </a:endParaRPr>
          </a:p>
          <a:p>
            <a:r>
              <a:rPr lang="ja-JP" altLang="en-US" sz="2000">
                <a:solidFill>
                  <a:schemeClr val="tx1"/>
                </a:solidFill>
                <a:latin typeface="+mn-ea"/>
              </a:rPr>
              <a:t>系統</a:t>
            </a:r>
            <a:endParaRPr kumimoji="1" lang="ja-JP" altLang="en-US" sz="2400">
              <a:solidFill>
                <a:schemeClr val="tx1"/>
              </a:solidFill>
              <a:latin typeface="+mn-ea"/>
            </a:endParaRPr>
          </a:p>
        </p:txBody>
      </p:sp>
      <p:cxnSp>
        <p:nvCxnSpPr>
          <p:cNvPr id="109" name="直線コネクタ 108">
            <a:extLst>
              <a:ext uri="{FF2B5EF4-FFF2-40B4-BE49-F238E27FC236}">
                <a16:creationId xmlns:a16="http://schemas.microsoft.com/office/drawing/2014/main" id="{5AB06B72-B855-AEAE-FEB9-B3FEDA440C9C}"/>
              </a:ext>
            </a:extLst>
          </p:cNvPr>
          <p:cNvCxnSpPr>
            <a:cxnSpLocks/>
          </p:cNvCxnSpPr>
          <p:nvPr/>
        </p:nvCxnSpPr>
        <p:spPr>
          <a:xfrm>
            <a:off x="6374480" y="3877776"/>
            <a:ext cx="0" cy="290310"/>
          </a:xfrm>
          <a:prstGeom prst="line">
            <a:avLst/>
          </a:prstGeom>
          <a:ln w="19050"/>
        </p:spPr>
        <p:style>
          <a:lnRef idx="1">
            <a:schemeClr val="dk1"/>
          </a:lnRef>
          <a:fillRef idx="0">
            <a:schemeClr val="dk1"/>
          </a:fillRef>
          <a:effectRef idx="0">
            <a:schemeClr val="dk1"/>
          </a:effectRef>
          <a:fontRef idx="minor">
            <a:schemeClr val="tx1"/>
          </a:fontRef>
        </p:style>
      </p:cxnSp>
      <p:sp>
        <p:nvSpPr>
          <p:cNvPr id="110" name="円/楕円 109">
            <a:extLst>
              <a:ext uri="{FF2B5EF4-FFF2-40B4-BE49-F238E27FC236}">
                <a16:creationId xmlns:a16="http://schemas.microsoft.com/office/drawing/2014/main" id="{84834D31-632A-16CD-830D-4C4FCF548189}"/>
              </a:ext>
            </a:extLst>
          </p:cNvPr>
          <p:cNvSpPr/>
          <p:nvPr/>
        </p:nvSpPr>
        <p:spPr>
          <a:xfrm>
            <a:off x="6320480" y="41140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1" name="直線コネクタ 110">
            <a:extLst>
              <a:ext uri="{FF2B5EF4-FFF2-40B4-BE49-F238E27FC236}">
                <a16:creationId xmlns:a16="http://schemas.microsoft.com/office/drawing/2014/main" id="{36606DA0-B8C6-C577-B873-7FC95FFE60D6}"/>
              </a:ext>
            </a:extLst>
          </p:cNvPr>
          <p:cNvCxnSpPr>
            <a:cxnSpLocks/>
          </p:cNvCxnSpPr>
          <p:nvPr/>
        </p:nvCxnSpPr>
        <p:spPr>
          <a:xfrm>
            <a:off x="6377841" y="3100505"/>
            <a:ext cx="0" cy="398310"/>
          </a:xfrm>
          <a:prstGeom prst="line">
            <a:avLst/>
          </a:prstGeom>
          <a:ln w="19050"/>
        </p:spPr>
        <p:style>
          <a:lnRef idx="1">
            <a:schemeClr val="dk1"/>
          </a:lnRef>
          <a:fillRef idx="0">
            <a:schemeClr val="dk1"/>
          </a:fillRef>
          <a:effectRef idx="0">
            <a:schemeClr val="dk1"/>
          </a:effectRef>
          <a:fontRef idx="minor">
            <a:schemeClr val="tx1"/>
          </a:fontRef>
        </p:style>
      </p:cxnSp>
      <p:sp>
        <p:nvSpPr>
          <p:cNvPr id="113" name="正方形/長方形 112">
            <a:extLst>
              <a:ext uri="{FF2B5EF4-FFF2-40B4-BE49-F238E27FC236}">
                <a16:creationId xmlns:a16="http://schemas.microsoft.com/office/drawing/2014/main" id="{1FCB0328-AD19-99AF-6736-B11B31032FD1}"/>
              </a:ext>
            </a:extLst>
          </p:cNvPr>
          <p:cNvSpPr/>
          <p:nvPr/>
        </p:nvSpPr>
        <p:spPr>
          <a:xfrm>
            <a:off x="5796136" y="1789090"/>
            <a:ext cx="1151068" cy="530534"/>
          </a:xfrm>
          <a:prstGeom prst="rect">
            <a:avLst/>
          </a:prstGeom>
          <a:solidFill>
            <a:srgbClr val="C0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a:solidFill>
                  <a:schemeClr val="tx1"/>
                </a:solidFill>
                <a:latin typeface="+mn-ea"/>
              </a:rPr>
              <a:t>蓄電池</a:t>
            </a:r>
          </a:p>
        </p:txBody>
      </p:sp>
      <p:cxnSp>
        <p:nvCxnSpPr>
          <p:cNvPr id="114" name="直線コネクタ 113">
            <a:extLst>
              <a:ext uri="{FF2B5EF4-FFF2-40B4-BE49-F238E27FC236}">
                <a16:creationId xmlns:a16="http://schemas.microsoft.com/office/drawing/2014/main" id="{650484EC-13D9-9EA3-E678-46F9DC9428E2}"/>
              </a:ext>
            </a:extLst>
          </p:cNvPr>
          <p:cNvCxnSpPr>
            <a:cxnSpLocks/>
            <a:stCxn id="113" idx="2"/>
          </p:cNvCxnSpPr>
          <p:nvPr/>
        </p:nvCxnSpPr>
        <p:spPr>
          <a:xfrm>
            <a:off x="6371670" y="2319624"/>
            <a:ext cx="2810" cy="410372"/>
          </a:xfrm>
          <a:prstGeom prst="line">
            <a:avLst/>
          </a:prstGeom>
          <a:ln w="19050"/>
        </p:spPr>
        <p:style>
          <a:lnRef idx="1">
            <a:schemeClr val="dk1"/>
          </a:lnRef>
          <a:fillRef idx="0">
            <a:schemeClr val="dk1"/>
          </a:fillRef>
          <a:effectRef idx="0">
            <a:schemeClr val="dk1"/>
          </a:effectRef>
          <a:fontRef idx="minor">
            <a:schemeClr val="tx1"/>
          </a:fontRef>
        </p:style>
      </p:cxnSp>
      <p:sp>
        <p:nvSpPr>
          <p:cNvPr id="115" name="円/楕円 114">
            <a:extLst>
              <a:ext uri="{FF2B5EF4-FFF2-40B4-BE49-F238E27FC236}">
                <a16:creationId xmlns:a16="http://schemas.microsoft.com/office/drawing/2014/main" id="{BC19D60B-2E1F-4A04-C143-12A35F97C6D0}"/>
              </a:ext>
            </a:extLst>
          </p:cNvPr>
          <p:cNvSpPr/>
          <p:nvPr/>
        </p:nvSpPr>
        <p:spPr>
          <a:xfrm>
            <a:off x="2321559" y="410478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6" name="直線コネクタ 115">
            <a:extLst>
              <a:ext uri="{FF2B5EF4-FFF2-40B4-BE49-F238E27FC236}">
                <a16:creationId xmlns:a16="http://schemas.microsoft.com/office/drawing/2014/main" id="{4839374A-D90D-DF03-E3E8-37C457D7670B}"/>
              </a:ext>
            </a:extLst>
          </p:cNvPr>
          <p:cNvCxnSpPr>
            <a:cxnSpLocks/>
          </p:cNvCxnSpPr>
          <p:nvPr/>
        </p:nvCxnSpPr>
        <p:spPr>
          <a:xfrm>
            <a:off x="6939916" y="4750945"/>
            <a:ext cx="0" cy="632264"/>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線コネクタ 116">
            <a:extLst>
              <a:ext uri="{FF2B5EF4-FFF2-40B4-BE49-F238E27FC236}">
                <a16:creationId xmlns:a16="http://schemas.microsoft.com/office/drawing/2014/main" id="{EF18BA0C-A733-B0A7-762B-B2AC107F958C}"/>
              </a:ext>
            </a:extLst>
          </p:cNvPr>
          <p:cNvCxnSpPr>
            <a:cxnSpLocks/>
          </p:cNvCxnSpPr>
          <p:nvPr/>
        </p:nvCxnSpPr>
        <p:spPr>
          <a:xfrm flipH="1">
            <a:off x="5713799" y="5066254"/>
            <a:ext cx="2329816" cy="6717"/>
          </a:xfrm>
          <a:prstGeom prst="line">
            <a:avLst/>
          </a:prstGeom>
          <a:ln w="19050"/>
        </p:spPr>
        <p:style>
          <a:lnRef idx="1">
            <a:schemeClr val="dk1"/>
          </a:lnRef>
          <a:fillRef idx="0">
            <a:schemeClr val="dk1"/>
          </a:fillRef>
          <a:effectRef idx="0">
            <a:schemeClr val="dk1"/>
          </a:effectRef>
          <a:fontRef idx="minor">
            <a:schemeClr val="tx1"/>
          </a:fontRef>
        </p:style>
      </p:cxnSp>
      <p:sp>
        <p:nvSpPr>
          <p:cNvPr id="119" name="正方形/長方形 118">
            <a:extLst>
              <a:ext uri="{FF2B5EF4-FFF2-40B4-BE49-F238E27FC236}">
                <a16:creationId xmlns:a16="http://schemas.microsoft.com/office/drawing/2014/main" id="{BCBBBF2C-D3F1-50F8-E4A4-177F07E8D42E}"/>
              </a:ext>
            </a:extLst>
          </p:cNvPr>
          <p:cNvSpPr/>
          <p:nvPr/>
        </p:nvSpPr>
        <p:spPr>
          <a:xfrm>
            <a:off x="5224469" y="5383110"/>
            <a:ext cx="1040575" cy="968425"/>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非常用</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特定</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負荷</a:t>
            </a:r>
            <a:endParaRPr kumimoji="1" lang="ja-JP" altLang="en-US">
              <a:solidFill>
                <a:schemeClr val="tx1"/>
              </a:solidFill>
              <a:latin typeface="+mn-ea"/>
            </a:endParaRPr>
          </a:p>
        </p:txBody>
      </p:sp>
      <p:cxnSp>
        <p:nvCxnSpPr>
          <p:cNvPr id="120" name="直線コネクタ 119">
            <a:extLst>
              <a:ext uri="{FF2B5EF4-FFF2-40B4-BE49-F238E27FC236}">
                <a16:creationId xmlns:a16="http://schemas.microsoft.com/office/drawing/2014/main" id="{976EDFF5-6A64-2731-3537-41F9DD915DF3}"/>
              </a:ext>
            </a:extLst>
          </p:cNvPr>
          <p:cNvCxnSpPr>
            <a:cxnSpLocks/>
          </p:cNvCxnSpPr>
          <p:nvPr/>
        </p:nvCxnSpPr>
        <p:spPr>
          <a:xfrm>
            <a:off x="5728525" y="5067077"/>
            <a:ext cx="0" cy="315910"/>
          </a:xfrm>
          <a:prstGeom prst="line">
            <a:avLst/>
          </a:prstGeom>
          <a:ln w="19050"/>
        </p:spPr>
        <p:style>
          <a:lnRef idx="1">
            <a:schemeClr val="dk1"/>
          </a:lnRef>
          <a:fillRef idx="0">
            <a:schemeClr val="dk1"/>
          </a:fillRef>
          <a:effectRef idx="0">
            <a:schemeClr val="dk1"/>
          </a:effectRef>
          <a:fontRef idx="minor">
            <a:schemeClr val="tx1"/>
          </a:fontRef>
        </p:style>
      </p:cxnSp>
      <p:sp>
        <p:nvSpPr>
          <p:cNvPr id="121" name="正方形/長方形 120">
            <a:extLst>
              <a:ext uri="{FF2B5EF4-FFF2-40B4-BE49-F238E27FC236}">
                <a16:creationId xmlns:a16="http://schemas.microsoft.com/office/drawing/2014/main" id="{48E602A8-6F95-9790-4BD5-868E7E9A9807}"/>
              </a:ext>
            </a:extLst>
          </p:cNvPr>
          <p:cNvSpPr/>
          <p:nvPr/>
        </p:nvSpPr>
        <p:spPr>
          <a:xfrm>
            <a:off x="7626798" y="5382399"/>
            <a:ext cx="833634" cy="969136"/>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空調電源</a:t>
            </a:r>
            <a:endParaRPr lang="en-US" altLang="ja-JP" sz="2000" dirty="0">
              <a:solidFill>
                <a:schemeClr val="tx1"/>
              </a:solidFill>
              <a:latin typeface="Cambria Math" panose="02040503050406030204" pitchFamily="18" charset="0"/>
            </a:endParaRPr>
          </a:p>
        </p:txBody>
      </p:sp>
      <p:sp>
        <p:nvSpPr>
          <p:cNvPr id="122" name="正方形/長方形 121">
            <a:extLst>
              <a:ext uri="{FF2B5EF4-FFF2-40B4-BE49-F238E27FC236}">
                <a16:creationId xmlns:a16="http://schemas.microsoft.com/office/drawing/2014/main" id="{FDB8BAAC-F13C-9165-F554-8A027205BBDA}"/>
              </a:ext>
            </a:extLst>
          </p:cNvPr>
          <p:cNvSpPr/>
          <p:nvPr/>
        </p:nvSpPr>
        <p:spPr>
          <a:xfrm>
            <a:off x="6371166" y="5380642"/>
            <a:ext cx="1137500" cy="94790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蓄電池補機</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電源盤</a:t>
            </a:r>
            <a:endParaRPr kumimoji="1" lang="ja-JP" altLang="en-US" sz="2000">
              <a:solidFill>
                <a:schemeClr val="tx1"/>
              </a:solidFill>
              <a:latin typeface="+mn-ea"/>
            </a:endParaRPr>
          </a:p>
        </p:txBody>
      </p:sp>
      <p:cxnSp>
        <p:nvCxnSpPr>
          <p:cNvPr id="123" name="直線コネクタ 122">
            <a:extLst>
              <a:ext uri="{FF2B5EF4-FFF2-40B4-BE49-F238E27FC236}">
                <a16:creationId xmlns:a16="http://schemas.microsoft.com/office/drawing/2014/main" id="{DD100C45-F431-AF17-DF1B-1FCCA72624B8}"/>
              </a:ext>
            </a:extLst>
          </p:cNvPr>
          <p:cNvCxnSpPr>
            <a:cxnSpLocks/>
          </p:cNvCxnSpPr>
          <p:nvPr/>
        </p:nvCxnSpPr>
        <p:spPr>
          <a:xfrm>
            <a:off x="8032781" y="5058522"/>
            <a:ext cx="0" cy="323877"/>
          </a:xfrm>
          <a:prstGeom prst="line">
            <a:avLst/>
          </a:prstGeom>
          <a:ln w="19050"/>
        </p:spPr>
        <p:style>
          <a:lnRef idx="1">
            <a:schemeClr val="dk1"/>
          </a:lnRef>
          <a:fillRef idx="0">
            <a:schemeClr val="dk1"/>
          </a:fillRef>
          <a:effectRef idx="0">
            <a:schemeClr val="dk1"/>
          </a:effectRef>
          <a:fontRef idx="minor">
            <a:schemeClr val="tx1"/>
          </a:fontRef>
        </p:style>
      </p:cxnSp>
      <p:cxnSp>
        <p:nvCxnSpPr>
          <p:cNvPr id="124" name="直線コネクタ 123">
            <a:extLst>
              <a:ext uri="{FF2B5EF4-FFF2-40B4-BE49-F238E27FC236}">
                <a16:creationId xmlns:a16="http://schemas.microsoft.com/office/drawing/2014/main" id="{0014E4B5-7462-56F0-67B1-C4D8287EC104}"/>
              </a:ext>
            </a:extLst>
          </p:cNvPr>
          <p:cNvCxnSpPr>
            <a:cxnSpLocks/>
            <a:endCxn id="173" idx="0"/>
          </p:cNvCxnSpPr>
          <p:nvPr/>
        </p:nvCxnSpPr>
        <p:spPr>
          <a:xfrm>
            <a:off x="6939916" y="4184663"/>
            <a:ext cx="0" cy="271411"/>
          </a:xfrm>
          <a:prstGeom prst="line">
            <a:avLst/>
          </a:prstGeom>
          <a:ln w="19050"/>
        </p:spPr>
        <p:style>
          <a:lnRef idx="1">
            <a:schemeClr val="dk1"/>
          </a:lnRef>
          <a:fillRef idx="0">
            <a:schemeClr val="dk1"/>
          </a:fillRef>
          <a:effectRef idx="0">
            <a:schemeClr val="dk1"/>
          </a:effectRef>
          <a:fontRef idx="minor">
            <a:schemeClr val="tx1"/>
          </a:fontRef>
        </p:style>
      </p:cxnSp>
      <p:sp>
        <p:nvSpPr>
          <p:cNvPr id="125" name="円/楕円 124">
            <a:extLst>
              <a:ext uri="{FF2B5EF4-FFF2-40B4-BE49-F238E27FC236}">
                <a16:creationId xmlns:a16="http://schemas.microsoft.com/office/drawing/2014/main" id="{3EEAD2A2-89F5-B919-3AEF-AD9E5D97BB0A}"/>
              </a:ext>
            </a:extLst>
          </p:cNvPr>
          <p:cNvSpPr/>
          <p:nvPr/>
        </p:nvSpPr>
        <p:spPr>
          <a:xfrm>
            <a:off x="6885916" y="5018971"/>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6" name="円/楕円 125">
            <a:extLst>
              <a:ext uri="{FF2B5EF4-FFF2-40B4-BE49-F238E27FC236}">
                <a16:creationId xmlns:a16="http://schemas.microsoft.com/office/drawing/2014/main" id="{052ED0E7-EEC3-1FA6-E180-C211A489679A}"/>
              </a:ext>
            </a:extLst>
          </p:cNvPr>
          <p:cNvSpPr/>
          <p:nvPr/>
        </p:nvSpPr>
        <p:spPr>
          <a:xfrm>
            <a:off x="6885916" y="41192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7" name="円/楕円 126">
            <a:extLst>
              <a:ext uri="{FF2B5EF4-FFF2-40B4-BE49-F238E27FC236}">
                <a16:creationId xmlns:a16="http://schemas.microsoft.com/office/drawing/2014/main" id="{210F677B-4B6C-1F17-06B5-A0B4489373E5}"/>
              </a:ext>
            </a:extLst>
          </p:cNvPr>
          <p:cNvSpPr/>
          <p:nvPr/>
        </p:nvSpPr>
        <p:spPr>
          <a:xfrm>
            <a:off x="4635709" y="411623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8" name="正方形/長方形 127">
            <a:extLst>
              <a:ext uri="{FF2B5EF4-FFF2-40B4-BE49-F238E27FC236}">
                <a16:creationId xmlns:a16="http://schemas.microsoft.com/office/drawing/2014/main" id="{4026B5F8-369E-2D9D-1B24-FB330072AA50}"/>
              </a:ext>
            </a:extLst>
          </p:cNvPr>
          <p:cNvSpPr/>
          <p:nvPr/>
        </p:nvSpPr>
        <p:spPr>
          <a:xfrm>
            <a:off x="1766779" y="5402833"/>
            <a:ext cx="716989"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32" name="直線コネクタ 131">
            <a:extLst>
              <a:ext uri="{FF2B5EF4-FFF2-40B4-BE49-F238E27FC236}">
                <a16:creationId xmlns:a16="http://schemas.microsoft.com/office/drawing/2014/main" id="{345234D1-7A40-B80E-198B-166E64F173AA}"/>
              </a:ext>
            </a:extLst>
          </p:cNvPr>
          <p:cNvCxnSpPr>
            <a:cxnSpLocks/>
          </p:cNvCxnSpPr>
          <p:nvPr/>
        </p:nvCxnSpPr>
        <p:spPr>
          <a:xfrm>
            <a:off x="3884702" y="4192825"/>
            <a:ext cx="0" cy="286502"/>
          </a:xfrm>
          <a:prstGeom prst="line">
            <a:avLst/>
          </a:prstGeom>
          <a:ln w="19050"/>
        </p:spPr>
        <p:style>
          <a:lnRef idx="1">
            <a:schemeClr val="dk1"/>
          </a:lnRef>
          <a:fillRef idx="0">
            <a:schemeClr val="dk1"/>
          </a:fillRef>
          <a:effectRef idx="0">
            <a:schemeClr val="dk1"/>
          </a:effectRef>
          <a:fontRef idx="minor">
            <a:schemeClr val="tx1"/>
          </a:fontRef>
        </p:style>
      </p:cxnSp>
      <p:sp>
        <p:nvSpPr>
          <p:cNvPr id="141" name="円/楕円 140">
            <a:extLst>
              <a:ext uri="{FF2B5EF4-FFF2-40B4-BE49-F238E27FC236}">
                <a16:creationId xmlns:a16="http://schemas.microsoft.com/office/drawing/2014/main" id="{746CE5DE-F8BE-0E15-EB47-2EC89C5EE284}"/>
              </a:ext>
            </a:extLst>
          </p:cNvPr>
          <p:cNvSpPr/>
          <p:nvPr/>
        </p:nvSpPr>
        <p:spPr>
          <a:xfrm>
            <a:off x="3836941" y="4130663"/>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47" name="直線コネクタ 146">
            <a:extLst>
              <a:ext uri="{FF2B5EF4-FFF2-40B4-BE49-F238E27FC236}">
                <a16:creationId xmlns:a16="http://schemas.microsoft.com/office/drawing/2014/main" id="{D0C959E1-F04D-1591-4E83-C74ABB25B07B}"/>
              </a:ext>
            </a:extLst>
          </p:cNvPr>
          <p:cNvCxnSpPr>
            <a:cxnSpLocks/>
          </p:cNvCxnSpPr>
          <p:nvPr/>
        </p:nvCxnSpPr>
        <p:spPr>
          <a:xfrm>
            <a:off x="3866780" y="4834945"/>
            <a:ext cx="0" cy="319341"/>
          </a:xfrm>
          <a:prstGeom prst="line">
            <a:avLst/>
          </a:prstGeom>
          <a:ln w="19050"/>
        </p:spPr>
        <p:style>
          <a:lnRef idx="1">
            <a:schemeClr val="dk1"/>
          </a:lnRef>
          <a:fillRef idx="0">
            <a:schemeClr val="dk1"/>
          </a:fillRef>
          <a:effectRef idx="0">
            <a:schemeClr val="dk1"/>
          </a:effectRef>
          <a:fontRef idx="minor">
            <a:schemeClr val="tx1"/>
          </a:fontRef>
        </p:style>
      </p:cxnSp>
      <p:cxnSp>
        <p:nvCxnSpPr>
          <p:cNvPr id="148" name="直線コネクタ 147">
            <a:extLst>
              <a:ext uri="{FF2B5EF4-FFF2-40B4-BE49-F238E27FC236}">
                <a16:creationId xmlns:a16="http://schemas.microsoft.com/office/drawing/2014/main" id="{26A17FE4-47E2-D147-CED7-D3B55C78BBAB}"/>
              </a:ext>
            </a:extLst>
          </p:cNvPr>
          <p:cNvCxnSpPr>
            <a:cxnSpLocks/>
          </p:cNvCxnSpPr>
          <p:nvPr/>
        </p:nvCxnSpPr>
        <p:spPr>
          <a:xfrm flipH="1">
            <a:off x="3061865" y="5139770"/>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9" name="直線コネクタ 148">
            <a:extLst>
              <a:ext uri="{FF2B5EF4-FFF2-40B4-BE49-F238E27FC236}">
                <a16:creationId xmlns:a16="http://schemas.microsoft.com/office/drawing/2014/main" id="{DB764CCE-2013-B1DE-5114-8A840A9D0B3D}"/>
              </a:ext>
            </a:extLst>
          </p:cNvPr>
          <p:cNvCxnSpPr>
            <a:cxnSpLocks/>
          </p:cNvCxnSpPr>
          <p:nvPr/>
        </p:nvCxnSpPr>
        <p:spPr>
          <a:xfrm flipH="1">
            <a:off x="3061865" y="5123529"/>
            <a:ext cx="1058" cy="387603"/>
          </a:xfrm>
          <a:prstGeom prst="line">
            <a:avLst/>
          </a:prstGeom>
          <a:ln w="19050"/>
        </p:spPr>
        <p:style>
          <a:lnRef idx="1">
            <a:schemeClr val="dk1"/>
          </a:lnRef>
          <a:fillRef idx="0">
            <a:schemeClr val="dk1"/>
          </a:fillRef>
          <a:effectRef idx="0">
            <a:schemeClr val="dk1"/>
          </a:effectRef>
          <a:fontRef idx="minor">
            <a:schemeClr val="tx1"/>
          </a:fontRef>
        </p:style>
      </p:cxnSp>
      <p:sp>
        <p:nvSpPr>
          <p:cNvPr id="150" name="正方形/長方形 149">
            <a:extLst>
              <a:ext uri="{FF2B5EF4-FFF2-40B4-BE49-F238E27FC236}">
                <a16:creationId xmlns:a16="http://schemas.microsoft.com/office/drawing/2014/main" id="{E8E33A6F-B654-FDAB-96FE-51FE5EFA2D59}"/>
              </a:ext>
            </a:extLst>
          </p:cNvPr>
          <p:cNvSpPr/>
          <p:nvPr/>
        </p:nvSpPr>
        <p:spPr>
          <a:xfrm>
            <a:off x="2701826" y="5396167"/>
            <a:ext cx="718046"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151" name="直線コネクタ 150">
            <a:extLst>
              <a:ext uri="{FF2B5EF4-FFF2-40B4-BE49-F238E27FC236}">
                <a16:creationId xmlns:a16="http://schemas.microsoft.com/office/drawing/2014/main" id="{2DE71881-DDD0-CE55-C716-AE70A05942FA}"/>
              </a:ext>
            </a:extLst>
          </p:cNvPr>
          <p:cNvCxnSpPr>
            <a:cxnSpLocks/>
          </p:cNvCxnSpPr>
          <p:nvPr/>
        </p:nvCxnSpPr>
        <p:spPr>
          <a:xfrm>
            <a:off x="3866780" y="5120019"/>
            <a:ext cx="3417" cy="434521"/>
          </a:xfrm>
          <a:prstGeom prst="line">
            <a:avLst/>
          </a:prstGeom>
          <a:ln w="19050"/>
        </p:spPr>
        <p:style>
          <a:lnRef idx="1">
            <a:schemeClr val="dk1"/>
          </a:lnRef>
          <a:fillRef idx="0">
            <a:schemeClr val="dk1"/>
          </a:fillRef>
          <a:effectRef idx="0">
            <a:schemeClr val="dk1"/>
          </a:effectRef>
          <a:fontRef idx="minor">
            <a:schemeClr val="tx1"/>
          </a:fontRef>
        </p:style>
      </p:cxnSp>
      <p:sp>
        <p:nvSpPr>
          <p:cNvPr id="152" name="正方形/長方形 151">
            <a:extLst>
              <a:ext uri="{FF2B5EF4-FFF2-40B4-BE49-F238E27FC236}">
                <a16:creationId xmlns:a16="http://schemas.microsoft.com/office/drawing/2014/main" id="{5718CDCB-EAC3-10D3-29AD-28DD16C8ECFA}"/>
              </a:ext>
            </a:extLst>
          </p:cNvPr>
          <p:cNvSpPr/>
          <p:nvPr/>
        </p:nvSpPr>
        <p:spPr>
          <a:xfrm>
            <a:off x="3494971" y="5407907"/>
            <a:ext cx="718047" cy="583582"/>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153" name="直線コネクタ 152">
            <a:extLst>
              <a:ext uri="{FF2B5EF4-FFF2-40B4-BE49-F238E27FC236}">
                <a16:creationId xmlns:a16="http://schemas.microsoft.com/office/drawing/2014/main" id="{894EAB57-1D32-97C9-CC9E-77338E1969D4}"/>
              </a:ext>
            </a:extLst>
          </p:cNvPr>
          <p:cNvCxnSpPr>
            <a:cxnSpLocks/>
          </p:cNvCxnSpPr>
          <p:nvPr/>
        </p:nvCxnSpPr>
        <p:spPr>
          <a:xfrm>
            <a:off x="4647099" y="5125683"/>
            <a:ext cx="0" cy="309909"/>
          </a:xfrm>
          <a:prstGeom prst="line">
            <a:avLst/>
          </a:prstGeom>
          <a:ln w="19050"/>
        </p:spPr>
        <p:style>
          <a:lnRef idx="1">
            <a:schemeClr val="dk1"/>
          </a:lnRef>
          <a:fillRef idx="0">
            <a:schemeClr val="dk1"/>
          </a:fillRef>
          <a:effectRef idx="0">
            <a:schemeClr val="dk1"/>
          </a:effectRef>
          <a:fontRef idx="minor">
            <a:schemeClr val="tx1"/>
          </a:fontRef>
        </p:style>
      </p:cxnSp>
      <p:sp>
        <p:nvSpPr>
          <p:cNvPr id="154" name="円/楕円 153">
            <a:extLst>
              <a:ext uri="{FF2B5EF4-FFF2-40B4-BE49-F238E27FC236}">
                <a16:creationId xmlns:a16="http://schemas.microsoft.com/office/drawing/2014/main" id="{3695136C-97AB-1F9E-C905-D4B2E96F5640}"/>
              </a:ext>
            </a:extLst>
          </p:cNvPr>
          <p:cNvSpPr/>
          <p:nvPr/>
        </p:nvSpPr>
        <p:spPr>
          <a:xfrm>
            <a:off x="3810442" y="5084723"/>
            <a:ext cx="108000" cy="1188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55" name="正方形/長方形 154">
            <a:extLst>
              <a:ext uri="{FF2B5EF4-FFF2-40B4-BE49-F238E27FC236}">
                <a16:creationId xmlns:a16="http://schemas.microsoft.com/office/drawing/2014/main" id="{F8916B8C-DB85-59B3-550A-B619A4ADA48F}"/>
              </a:ext>
            </a:extLst>
          </p:cNvPr>
          <p:cNvSpPr/>
          <p:nvPr/>
        </p:nvSpPr>
        <p:spPr>
          <a:xfrm>
            <a:off x="4287059" y="5407908"/>
            <a:ext cx="716989"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59" name="直線矢印コネクタ 158">
            <a:extLst>
              <a:ext uri="{FF2B5EF4-FFF2-40B4-BE49-F238E27FC236}">
                <a16:creationId xmlns:a16="http://schemas.microsoft.com/office/drawing/2014/main" id="{0D652B94-815A-E043-79CB-D61EDA98D414}"/>
              </a:ext>
            </a:extLst>
          </p:cNvPr>
          <p:cNvCxnSpPr>
            <a:cxnSpLocks/>
          </p:cNvCxnSpPr>
          <p:nvPr/>
        </p:nvCxnSpPr>
        <p:spPr bwMode="auto">
          <a:xfrm flipV="1">
            <a:off x="4932040" y="3025141"/>
            <a:ext cx="0" cy="65182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161" name="直線矢印コネクタ 160">
            <a:extLst>
              <a:ext uri="{FF2B5EF4-FFF2-40B4-BE49-F238E27FC236}">
                <a16:creationId xmlns:a16="http://schemas.microsoft.com/office/drawing/2014/main" id="{88A02241-E04E-77DB-348F-6A9EB498D9E7}"/>
              </a:ext>
            </a:extLst>
          </p:cNvPr>
          <p:cNvCxnSpPr>
            <a:cxnSpLocks/>
          </p:cNvCxnSpPr>
          <p:nvPr/>
        </p:nvCxnSpPr>
        <p:spPr bwMode="auto">
          <a:xfrm>
            <a:off x="1547664"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164" name="直線コネクタ 163">
            <a:extLst>
              <a:ext uri="{FF2B5EF4-FFF2-40B4-BE49-F238E27FC236}">
                <a16:creationId xmlns:a16="http://schemas.microsoft.com/office/drawing/2014/main" id="{92D65F6D-B2AD-C414-BED7-4685E2C3DEF0}"/>
              </a:ext>
            </a:extLst>
          </p:cNvPr>
          <p:cNvCxnSpPr>
            <a:cxnSpLocks/>
          </p:cNvCxnSpPr>
          <p:nvPr/>
        </p:nvCxnSpPr>
        <p:spPr>
          <a:xfrm>
            <a:off x="2961086" y="2064817"/>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165" name="正方形/長方形 164">
            <a:extLst>
              <a:ext uri="{FF2B5EF4-FFF2-40B4-BE49-F238E27FC236}">
                <a16:creationId xmlns:a16="http://schemas.microsoft.com/office/drawing/2014/main" id="{AB8B5D48-20C9-71EB-D90C-797DC215DF22}"/>
              </a:ext>
            </a:extLst>
          </p:cNvPr>
          <p:cNvSpPr/>
          <p:nvPr/>
        </p:nvSpPr>
        <p:spPr>
          <a:xfrm>
            <a:off x="2406234" y="1565032"/>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166" name="正方形/長方形 165">
            <a:extLst>
              <a:ext uri="{FF2B5EF4-FFF2-40B4-BE49-F238E27FC236}">
                <a16:creationId xmlns:a16="http://schemas.microsoft.com/office/drawing/2014/main" id="{78CDDD87-D96E-AB70-45B9-72155484FFCC}"/>
              </a:ext>
            </a:extLst>
          </p:cNvPr>
          <p:cNvSpPr/>
          <p:nvPr/>
        </p:nvSpPr>
        <p:spPr>
          <a:xfrm>
            <a:off x="2483768" y="2559649"/>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
        <p:nvSpPr>
          <p:cNvPr id="167" name="正方形/長方形 166">
            <a:extLst>
              <a:ext uri="{FF2B5EF4-FFF2-40B4-BE49-F238E27FC236}">
                <a16:creationId xmlns:a16="http://schemas.microsoft.com/office/drawing/2014/main" id="{C9BA6EA9-28D8-67B9-05B1-876B20202F65}"/>
              </a:ext>
            </a:extLst>
          </p:cNvPr>
          <p:cNvSpPr/>
          <p:nvPr/>
        </p:nvSpPr>
        <p:spPr>
          <a:xfrm>
            <a:off x="1907704" y="3480382"/>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0" name="正方形/長方形 169">
            <a:extLst>
              <a:ext uri="{FF2B5EF4-FFF2-40B4-BE49-F238E27FC236}">
                <a16:creationId xmlns:a16="http://schemas.microsoft.com/office/drawing/2014/main" id="{83FA9ED7-9CE4-F7CA-7F99-44E41A8A60E9}"/>
              </a:ext>
            </a:extLst>
          </p:cNvPr>
          <p:cNvSpPr/>
          <p:nvPr/>
        </p:nvSpPr>
        <p:spPr>
          <a:xfrm>
            <a:off x="5897149" y="3492187"/>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1" name="正方形/長方形 170">
            <a:extLst>
              <a:ext uri="{FF2B5EF4-FFF2-40B4-BE49-F238E27FC236}">
                <a16:creationId xmlns:a16="http://schemas.microsoft.com/office/drawing/2014/main" id="{E9B0BD49-6091-BDC5-922D-6443267A8361}"/>
              </a:ext>
            </a:extLst>
          </p:cNvPr>
          <p:cNvSpPr/>
          <p:nvPr/>
        </p:nvSpPr>
        <p:spPr>
          <a:xfrm>
            <a:off x="869230"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2" name="正方形/長方形 171">
            <a:extLst>
              <a:ext uri="{FF2B5EF4-FFF2-40B4-BE49-F238E27FC236}">
                <a16:creationId xmlns:a16="http://schemas.microsoft.com/office/drawing/2014/main" id="{CD8B44CB-A210-A597-9C43-7CB7FA95F7F5}"/>
              </a:ext>
            </a:extLst>
          </p:cNvPr>
          <p:cNvSpPr/>
          <p:nvPr/>
        </p:nvSpPr>
        <p:spPr>
          <a:xfrm>
            <a:off x="3372704" y="4435886"/>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3" name="正方形/長方形 172">
            <a:extLst>
              <a:ext uri="{FF2B5EF4-FFF2-40B4-BE49-F238E27FC236}">
                <a16:creationId xmlns:a16="http://schemas.microsoft.com/office/drawing/2014/main" id="{AE30ED98-E13E-8A9F-EC28-48F943717070}"/>
              </a:ext>
            </a:extLst>
          </p:cNvPr>
          <p:cNvSpPr/>
          <p:nvPr/>
        </p:nvSpPr>
        <p:spPr>
          <a:xfrm>
            <a:off x="6458626"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9" name="コンテンツ プレースホルダー 2">
            <a:extLst>
              <a:ext uri="{FF2B5EF4-FFF2-40B4-BE49-F238E27FC236}">
                <a16:creationId xmlns:a16="http://schemas.microsoft.com/office/drawing/2014/main" id="{79629AF1-DA1F-8876-D0E4-9E1A79B1FD0D}"/>
              </a:ext>
            </a:extLst>
          </p:cNvPr>
          <p:cNvSpPr txBox="1">
            <a:spLocks/>
          </p:cNvSpPr>
          <p:nvPr/>
        </p:nvSpPr>
        <p:spPr>
          <a:xfrm>
            <a:off x="7356504" y="1124744"/>
            <a:ext cx="1656424" cy="77816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2400" dirty="0">
              <a:latin typeface="MS PGothic" panose="020B0600070205080204" pitchFamily="34" charset="-128"/>
              <a:ea typeface="MS PGothic" panose="020B0600070205080204" pitchFamily="34" charset="-128"/>
            </a:endParaRPr>
          </a:p>
        </p:txBody>
      </p:sp>
      <p:sp>
        <p:nvSpPr>
          <p:cNvPr id="183" name="テキスト ボックス 182">
            <a:extLst>
              <a:ext uri="{FF2B5EF4-FFF2-40B4-BE49-F238E27FC236}">
                <a16:creationId xmlns:a16="http://schemas.microsoft.com/office/drawing/2014/main" id="{57A97B71-BE98-B016-EB1E-B26A82FBF473}"/>
              </a:ext>
            </a:extLst>
          </p:cNvPr>
          <p:cNvSpPr txBox="1"/>
          <p:nvPr/>
        </p:nvSpPr>
        <p:spPr>
          <a:xfrm>
            <a:off x="7842800" y="112474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決まるもの</a:t>
            </a:r>
            <a:endParaRPr kumimoji="1" lang="ja-JP" altLang="en-US" sz="1600">
              <a:latin typeface="MS PGothic" panose="020B0600070205080204" pitchFamily="34" charset="-128"/>
              <a:ea typeface="MS PGothic" panose="020B0600070205080204" pitchFamily="34" charset="-128"/>
            </a:endParaRPr>
          </a:p>
        </p:txBody>
      </p:sp>
      <p:sp>
        <p:nvSpPr>
          <p:cNvPr id="197" name="テキスト ボックス 196">
            <a:extLst>
              <a:ext uri="{FF2B5EF4-FFF2-40B4-BE49-F238E27FC236}">
                <a16:creationId xmlns:a16="http://schemas.microsoft.com/office/drawing/2014/main" id="{0A907DA2-46AB-F507-3538-BBFD7819D9E3}"/>
              </a:ext>
            </a:extLst>
          </p:cNvPr>
          <p:cNvSpPr txBox="1"/>
          <p:nvPr/>
        </p:nvSpPr>
        <p:spPr>
          <a:xfrm>
            <a:off x="7868823" y="156435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決めるもの</a:t>
            </a:r>
            <a:endParaRPr kumimoji="1" lang="ja-JP" altLang="en-US" sz="1600">
              <a:latin typeface="MS PGothic" panose="020B0600070205080204" pitchFamily="34" charset="-128"/>
              <a:ea typeface="MS PGothic" panose="020B0600070205080204" pitchFamily="34" charset="-128"/>
            </a:endParaRPr>
          </a:p>
        </p:txBody>
      </p:sp>
      <p:cxnSp>
        <p:nvCxnSpPr>
          <p:cNvPr id="200" name="直線矢印コネクタ 199">
            <a:extLst>
              <a:ext uri="{FF2B5EF4-FFF2-40B4-BE49-F238E27FC236}">
                <a16:creationId xmlns:a16="http://schemas.microsoft.com/office/drawing/2014/main" id="{CD9D41FA-3295-4461-B414-B45D3BB0AD31}"/>
              </a:ext>
            </a:extLst>
          </p:cNvPr>
          <p:cNvCxnSpPr>
            <a:cxnSpLocks/>
          </p:cNvCxnSpPr>
          <p:nvPr/>
        </p:nvCxnSpPr>
        <p:spPr bwMode="auto">
          <a:xfrm>
            <a:off x="2864378"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03" name="直線矢印コネクタ 202">
            <a:extLst>
              <a:ext uri="{FF2B5EF4-FFF2-40B4-BE49-F238E27FC236}">
                <a16:creationId xmlns:a16="http://schemas.microsoft.com/office/drawing/2014/main" id="{BCEA0E85-76F5-B4FC-E2C8-1386985BABC3}"/>
              </a:ext>
            </a:extLst>
          </p:cNvPr>
          <p:cNvCxnSpPr>
            <a:cxnSpLocks/>
          </p:cNvCxnSpPr>
          <p:nvPr/>
        </p:nvCxnSpPr>
        <p:spPr bwMode="auto">
          <a:xfrm>
            <a:off x="4427984" y="3036946"/>
            <a:ext cx="0" cy="646887"/>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06" name="直線矢印コネクタ 205">
            <a:extLst>
              <a:ext uri="{FF2B5EF4-FFF2-40B4-BE49-F238E27FC236}">
                <a16:creationId xmlns:a16="http://schemas.microsoft.com/office/drawing/2014/main" id="{4406EE65-D6ED-E032-E05F-7CE8508AF15C}"/>
              </a:ext>
            </a:extLst>
          </p:cNvPr>
          <p:cNvCxnSpPr>
            <a:cxnSpLocks/>
          </p:cNvCxnSpPr>
          <p:nvPr/>
        </p:nvCxnSpPr>
        <p:spPr bwMode="auto">
          <a:xfrm flipV="1">
            <a:off x="6509872" y="2390107"/>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0" name="直線矢印コネクタ 209">
            <a:extLst>
              <a:ext uri="{FF2B5EF4-FFF2-40B4-BE49-F238E27FC236}">
                <a16:creationId xmlns:a16="http://schemas.microsoft.com/office/drawing/2014/main" id="{E3B9C5BF-4402-5DF6-E198-8C878B215B90}"/>
              </a:ext>
            </a:extLst>
          </p:cNvPr>
          <p:cNvCxnSpPr>
            <a:cxnSpLocks/>
          </p:cNvCxnSpPr>
          <p:nvPr/>
        </p:nvCxnSpPr>
        <p:spPr bwMode="auto">
          <a:xfrm flipV="1">
            <a:off x="6509872" y="3168342"/>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1" name="直線矢印コネクタ 210">
            <a:extLst>
              <a:ext uri="{FF2B5EF4-FFF2-40B4-BE49-F238E27FC236}">
                <a16:creationId xmlns:a16="http://schemas.microsoft.com/office/drawing/2014/main" id="{13A6439D-B8D3-CE4F-08CD-0E8D0DD5D119}"/>
              </a:ext>
            </a:extLst>
          </p:cNvPr>
          <p:cNvCxnSpPr>
            <a:cxnSpLocks/>
          </p:cNvCxnSpPr>
          <p:nvPr/>
        </p:nvCxnSpPr>
        <p:spPr bwMode="auto">
          <a:xfrm flipV="1">
            <a:off x="6516216"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4" name="直線矢印コネクタ 213">
            <a:extLst>
              <a:ext uri="{FF2B5EF4-FFF2-40B4-BE49-F238E27FC236}">
                <a16:creationId xmlns:a16="http://schemas.microsoft.com/office/drawing/2014/main" id="{51CFBA75-1B5D-6076-FB5C-515C522DEEC1}"/>
              </a:ext>
            </a:extLst>
          </p:cNvPr>
          <p:cNvCxnSpPr>
            <a:cxnSpLocks/>
          </p:cNvCxnSpPr>
          <p:nvPr/>
        </p:nvCxnSpPr>
        <p:spPr bwMode="auto">
          <a:xfrm>
            <a:off x="6228184" y="2391095"/>
            <a:ext cx="0" cy="261648"/>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5" name="直線矢印コネクタ 214">
            <a:extLst>
              <a:ext uri="{FF2B5EF4-FFF2-40B4-BE49-F238E27FC236}">
                <a16:creationId xmlns:a16="http://schemas.microsoft.com/office/drawing/2014/main" id="{0BD832D7-7510-86C4-AE20-9F5DC6FAB3E8}"/>
              </a:ext>
            </a:extLst>
          </p:cNvPr>
          <p:cNvCxnSpPr>
            <a:cxnSpLocks/>
          </p:cNvCxnSpPr>
          <p:nvPr/>
        </p:nvCxnSpPr>
        <p:spPr bwMode="auto">
          <a:xfrm>
            <a:off x="6228184" y="3165788"/>
            <a:ext cx="0" cy="252855"/>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6" name="直線矢印コネクタ 215">
            <a:extLst>
              <a:ext uri="{FF2B5EF4-FFF2-40B4-BE49-F238E27FC236}">
                <a16:creationId xmlns:a16="http://schemas.microsoft.com/office/drawing/2014/main" id="{82E654B5-B09C-F782-64B0-172071CA38FA}"/>
              </a:ext>
            </a:extLst>
          </p:cNvPr>
          <p:cNvCxnSpPr>
            <a:cxnSpLocks/>
          </p:cNvCxnSpPr>
          <p:nvPr/>
        </p:nvCxnSpPr>
        <p:spPr bwMode="auto">
          <a:xfrm>
            <a:off x="6228184"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23" name="直線矢印コネクタ 222">
            <a:extLst>
              <a:ext uri="{FF2B5EF4-FFF2-40B4-BE49-F238E27FC236}">
                <a16:creationId xmlns:a16="http://schemas.microsoft.com/office/drawing/2014/main" id="{C99D19B7-41F5-126F-A699-3B92F522AFA0}"/>
              </a:ext>
            </a:extLst>
          </p:cNvPr>
          <p:cNvCxnSpPr>
            <a:cxnSpLocks/>
          </p:cNvCxnSpPr>
          <p:nvPr/>
        </p:nvCxnSpPr>
        <p:spPr bwMode="auto">
          <a:xfrm>
            <a:off x="611560"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5" name="直線矢印コネクタ 224">
            <a:extLst>
              <a:ext uri="{FF2B5EF4-FFF2-40B4-BE49-F238E27FC236}">
                <a16:creationId xmlns:a16="http://schemas.microsoft.com/office/drawing/2014/main" id="{86ED6B8D-4F15-8D3D-6FC4-F442AD539384}"/>
              </a:ext>
            </a:extLst>
          </p:cNvPr>
          <p:cNvCxnSpPr>
            <a:cxnSpLocks/>
          </p:cNvCxnSpPr>
          <p:nvPr/>
        </p:nvCxnSpPr>
        <p:spPr bwMode="auto">
          <a:xfrm>
            <a:off x="147565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6" name="直線矢印コネクタ 225">
            <a:extLst>
              <a:ext uri="{FF2B5EF4-FFF2-40B4-BE49-F238E27FC236}">
                <a16:creationId xmlns:a16="http://schemas.microsoft.com/office/drawing/2014/main" id="{3197FCF6-6ABC-53F5-50C8-A64779C719B0}"/>
              </a:ext>
            </a:extLst>
          </p:cNvPr>
          <p:cNvCxnSpPr>
            <a:cxnSpLocks/>
          </p:cNvCxnSpPr>
          <p:nvPr/>
        </p:nvCxnSpPr>
        <p:spPr bwMode="auto">
          <a:xfrm>
            <a:off x="219573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7" name="直線矢印コネクタ 226">
            <a:extLst>
              <a:ext uri="{FF2B5EF4-FFF2-40B4-BE49-F238E27FC236}">
                <a16:creationId xmlns:a16="http://schemas.microsoft.com/office/drawing/2014/main" id="{46510D7F-4A8F-3B2F-05C8-28090663FB6C}"/>
              </a:ext>
            </a:extLst>
          </p:cNvPr>
          <p:cNvCxnSpPr>
            <a:cxnSpLocks/>
          </p:cNvCxnSpPr>
          <p:nvPr/>
        </p:nvCxnSpPr>
        <p:spPr bwMode="auto">
          <a:xfrm>
            <a:off x="3131840" y="5178581"/>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8" name="直線矢印コネクタ 227">
            <a:extLst>
              <a:ext uri="{FF2B5EF4-FFF2-40B4-BE49-F238E27FC236}">
                <a16:creationId xmlns:a16="http://schemas.microsoft.com/office/drawing/2014/main" id="{72339D54-8536-6C75-0D09-65C71E4BD9A4}"/>
              </a:ext>
            </a:extLst>
          </p:cNvPr>
          <p:cNvCxnSpPr>
            <a:cxnSpLocks/>
          </p:cNvCxnSpPr>
          <p:nvPr/>
        </p:nvCxnSpPr>
        <p:spPr bwMode="auto">
          <a:xfrm>
            <a:off x="399593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9" name="直線矢印コネクタ 228">
            <a:extLst>
              <a:ext uri="{FF2B5EF4-FFF2-40B4-BE49-F238E27FC236}">
                <a16:creationId xmlns:a16="http://schemas.microsoft.com/office/drawing/2014/main" id="{B8C90300-7ADA-C6DA-339B-786E5634AF12}"/>
              </a:ext>
            </a:extLst>
          </p:cNvPr>
          <p:cNvCxnSpPr>
            <a:cxnSpLocks/>
          </p:cNvCxnSpPr>
          <p:nvPr/>
        </p:nvCxnSpPr>
        <p:spPr bwMode="auto">
          <a:xfrm>
            <a:off x="471601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0" name="直線矢印コネクタ 229">
            <a:extLst>
              <a:ext uri="{FF2B5EF4-FFF2-40B4-BE49-F238E27FC236}">
                <a16:creationId xmlns:a16="http://schemas.microsoft.com/office/drawing/2014/main" id="{39E4213F-EF49-45CE-8925-C6CB8791A645}"/>
              </a:ext>
            </a:extLst>
          </p:cNvPr>
          <p:cNvCxnSpPr>
            <a:cxnSpLocks/>
          </p:cNvCxnSpPr>
          <p:nvPr/>
        </p:nvCxnSpPr>
        <p:spPr bwMode="auto">
          <a:xfrm>
            <a:off x="5837030" y="5154345"/>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1" name="直線矢印コネクタ 230">
            <a:extLst>
              <a:ext uri="{FF2B5EF4-FFF2-40B4-BE49-F238E27FC236}">
                <a16:creationId xmlns:a16="http://schemas.microsoft.com/office/drawing/2014/main" id="{093C19A9-2D56-D1E3-5D59-A29201F9AF88}"/>
              </a:ext>
            </a:extLst>
          </p:cNvPr>
          <p:cNvCxnSpPr>
            <a:cxnSpLocks/>
          </p:cNvCxnSpPr>
          <p:nvPr/>
        </p:nvCxnSpPr>
        <p:spPr bwMode="auto">
          <a:xfrm>
            <a:off x="7020272"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2" name="直線矢印コネクタ 231">
            <a:extLst>
              <a:ext uri="{FF2B5EF4-FFF2-40B4-BE49-F238E27FC236}">
                <a16:creationId xmlns:a16="http://schemas.microsoft.com/office/drawing/2014/main" id="{BEC3E13C-69E6-3BA8-45B3-7CB82CEA2BB0}"/>
              </a:ext>
            </a:extLst>
          </p:cNvPr>
          <p:cNvCxnSpPr>
            <a:cxnSpLocks/>
          </p:cNvCxnSpPr>
          <p:nvPr/>
        </p:nvCxnSpPr>
        <p:spPr bwMode="auto">
          <a:xfrm>
            <a:off x="8100392" y="517928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5" name="直線矢印コネクタ 234">
            <a:extLst>
              <a:ext uri="{FF2B5EF4-FFF2-40B4-BE49-F238E27FC236}">
                <a16:creationId xmlns:a16="http://schemas.microsoft.com/office/drawing/2014/main" id="{77273382-481E-9633-6B0D-5CCDFE02DBF5}"/>
              </a:ext>
            </a:extLst>
          </p:cNvPr>
          <p:cNvCxnSpPr>
            <a:cxnSpLocks/>
          </p:cNvCxnSpPr>
          <p:nvPr/>
        </p:nvCxnSpPr>
        <p:spPr bwMode="auto">
          <a:xfrm>
            <a:off x="1403648" y="4201733"/>
            <a:ext cx="0" cy="234153"/>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8" name="直線矢印コネクタ 237">
            <a:extLst>
              <a:ext uri="{FF2B5EF4-FFF2-40B4-BE49-F238E27FC236}">
                <a16:creationId xmlns:a16="http://schemas.microsoft.com/office/drawing/2014/main" id="{1D67C806-5092-F387-A84E-22E23D792CBB}"/>
              </a:ext>
            </a:extLst>
          </p:cNvPr>
          <p:cNvCxnSpPr>
            <a:cxnSpLocks/>
          </p:cNvCxnSpPr>
          <p:nvPr/>
        </p:nvCxnSpPr>
        <p:spPr bwMode="auto">
          <a:xfrm>
            <a:off x="3995936" y="4212786"/>
            <a:ext cx="0" cy="212662"/>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0" name="直線矢印コネクタ 239">
            <a:extLst>
              <a:ext uri="{FF2B5EF4-FFF2-40B4-BE49-F238E27FC236}">
                <a16:creationId xmlns:a16="http://schemas.microsoft.com/office/drawing/2014/main" id="{FC44527C-DF09-36ED-7877-76A3A947878E}"/>
              </a:ext>
            </a:extLst>
          </p:cNvPr>
          <p:cNvCxnSpPr>
            <a:cxnSpLocks/>
          </p:cNvCxnSpPr>
          <p:nvPr/>
        </p:nvCxnSpPr>
        <p:spPr bwMode="auto">
          <a:xfrm>
            <a:off x="7092280" y="4222087"/>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2" name="直線矢印コネクタ 241">
            <a:extLst>
              <a:ext uri="{FF2B5EF4-FFF2-40B4-BE49-F238E27FC236}">
                <a16:creationId xmlns:a16="http://schemas.microsoft.com/office/drawing/2014/main" id="{7CDF4907-50DB-7CD5-3D56-80EE742F0D3B}"/>
              </a:ext>
            </a:extLst>
          </p:cNvPr>
          <p:cNvCxnSpPr>
            <a:cxnSpLocks/>
          </p:cNvCxnSpPr>
          <p:nvPr/>
        </p:nvCxnSpPr>
        <p:spPr bwMode="auto">
          <a:xfrm>
            <a:off x="2483768" y="3263270"/>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3" name="直線矢印コネクタ 242">
            <a:extLst>
              <a:ext uri="{FF2B5EF4-FFF2-40B4-BE49-F238E27FC236}">
                <a16:creationId xmlns:a16="http://schemas.microsoft.com/office/drawing/2014/main" id="{B3066C45-EEBF-D475-88B2-E34D47A49666}"/>
              </a:ext>
            </a:extLst>
          </p:cNvPr>
          <p:cNvCxnSpPr>
            <a:cxnSpLocks/>
          </p:cNvCxnSpPr>
          <p:nvPr/>
        </p:nvCxnSpPr>
        <p:spPr bwMode="auto">
          <a:xfrm>
            <a:off x="2493277" y="3901425"/>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sp>
        <p:nvSpPr>
          <p:cNvPr id="244" name="テキスト ボックス 243">
            <a:extLst>
              <a:ext uri="{FF2B5EF4-FFF2-40B4-BE49-F238E27FC236}">
                <a16:creationId xmlns:a16="http://schemas.microsoft.com/office/drawing/2014/main" id="{D94533F8-C2EC-17CD-549C-5AE8B03FCF33}"/>
              </a:ext>
            </a:extLst>
          </p:cNvPr>
          <p:cNvSpPr txBox="1"/>
          <p:nvPr/>
        </p:nvSpPr>
        <p:spPr>
          <a:xfrm>
            <a:off x="1577839" y="2268899"/>
            <a:ext cx="1321843" cy="307777"/>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太陽光発電量</a:t>
            </a:r>
          </a:p>
        </p:txBody>
      </p:sp>
      <p:sp>
        <p:nvSpPr>
          <p:cNvPr id="245" name="テキスト ボックス 244">
            <a:extLst>
              <a:ext uri="{FF2B5EF4-FFF2-40B4-BE49-F238E27FC236}">
                <a16:creationId xmlns:a16="http://schemas.microsoft.com/office/drawing/2014/main" id="{710A75AF-7829-78E2-017F-8B55E9FC8DBC}"/>
              </a:ext>
            </a:extLst>
          </p:cNvPr>
          <p:cNvSpPr txBox="1"/>
          <p:nvPr/>
        </p:nvSpPr>
        <p:spPr>
          <a:xfrm>
            <a:off x="1264205" y="479715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6" name="テキスト ボックス 245">
            <a:extLst>
              <a:ext uri="{FF2B5EF4-FFF2-40B4-BE49-F238E27FC236}">
                <a16:creationId xmlns:a16="http://schemas.microsoft.com/office/drawing/2014/main" id="{BD0C99B4-1255-B78D-3FE3-9CD317EEA632}"/>
              </a:ext>
            </a:extLst>
          </p:cNvPr>
          <p:cNvSpPr txBox="1"/>
          <p:nvPr/>
        </p:nvSpPr>
        <p:spPr>
          <a:xfrm>
            <a:off x="3869348" y="4826465"/>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7" name="テキスト ボックス 246">
            <a:extLst>
              <a:ext uri="{FF2B5EF4-FFF2-40B4-BE49-F238E27FC236}">
                <a16:creationId xmlns:a16="http://schemas.microsoft.com/office/drawing/2014/main" id="{D16B3162-0FCE-D647-556C-B464F88E852A}"/>
              </a:ext>
            </a:extLst>
          </p:cNvPr>
          <p:cNvSpPr txBox="1"/>
          <p:nvPr/>
        </p:nvSpPr>
        <p:spPr>
          <a:xfrm>
            <a:off x="6891529" y="480214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8" name="テキスト ボックス 247">
            <a:extLst>
              <a:ext uri="{FF2B5EF4-FFF2-40B4-BE49-F238E27FC236}">
                <a16:creationId xmlns:a16="http://schemas.microsoft.com/office/drawing/2014/main" id="{4D221866-4F11-EC0A-7A22-891431EC37B4}"/>
              </a:ext>
            </a:extLst>
          </p:cNvPr>
          <p:cNvSpPr txBox="1"/>
          <p:nvPr/>
        </p:nvSpPr>
        <p:spPr>
          <a:xfrm>
            <a:off x="6473471" y="2383488"/>
            <a:ext cx="810471"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充電</a:t>
            </a:r>
            <a:r>
              <a:rPr kumimoji="1" lang="ja-JP" altLang="en-US" sz="1400">
                <a:solidFill>
                  <a:srgbClr val="C00000"/>
                </a:solidFill>
                <a:latin typeface="MS PGothic" panose="020B0600070205080204" pitchFamily="34" charset="-128"/>
                <a:ea typeface="MS PGothic" panose="020B0600070205080204" pitchFamily="34" charset="-128"/>
              </a:rPr>
              <a:t>量</a:t>
            </a:r>
            <a:endParaRPr kumimoji="1" lang="ja-JP" altLang="en-US" sz="1200">
              <a:solidFill>
                <a:srgbClr val="C00000"/>
              </a:solidFill>
              <a:latin typeface="MS PGothic" panose="020B0600070205080204" pitchFamily="34" charset="-128"/>
              <a:ea typeface="MS PGothic" panose="020B0600070205080204" pitchFamily="34" charset="-128"/>
            </a:endParaRPr>
          </a:p>
        </p:txBody>
      </p:sp>
      <p:sp>
        <p:nvSpPr>
          <p:cNvPr id="249" name="テキスト ボックス 248">
            <a:extLst>
              <a:ext uri="{FF2B5EF4-FFF2-40B4-BE49-F238E27FC236}">
                <a16:creationId xmlns:a16="http://schemas.microsoft.com/office/drawing/2014/main" id="{376465D0-CE03-C693-B751-A102F5BFB6CB}"/>
              </a:ext>
            </a:extLst>
          </p:cNvPr>
          <p:cNvSpPr txBox="1"/>
          <p:nvPr/>
        </p:nvSpPr>
        <p:spPr>
          <a:xfrm>
            <a:off x="5460551" y="2391770"/>
            <a:ext cx="795896"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放電量</a:t>
            </a:r>
          </a:p>
        </p:txBody>
      </p:sp>
      <p:sp>
        <p:nvSpPr>
          <p:cNvPr id="250" name="テキスト ボックス 249">
            <a:extLst>
              <a:ext uri="{FF2B5EF4-FFF2-40B4-BE49-F238E27FC236}">
                <a16:creationId xmlns:a16="http://schemas.microsoft.com/office/drawing/2014/main" id="{8A780767-281D-01BA-16A7-1FD85046D947}"/>
              </a:ext>
            </a:extLst>
          </p:cNvPr>
          <p:cNvSpPr txBox="1"/>
          <p:nvPr/>
        </p:nvSpPr>
        <p:spPr>
          <a:xfrm>
            <a:off x="4858003" y="3194216"/>
            <a:ext cx="866125"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売電</a:t>
            </a:r>
            <a:r>
              <a:rPr kumimoji="1" lang="ja-JP" altLang="en-US" sz="1400">
                <a:solidFill>
                  <a:srgbClr val="C00000"/>
                </a:solidFill>
                <a:latin typeface="MS PGothic" panose="020B0600070205080204" pitchFamily="34" charset="-128"/>
                <a:ea typeface="MS PGothic" panose="020B0600070205080204" pitchFamily="34" charset="-128"/>
              </a:rPr>
              <a:t>量</a:t>
            </a:r>
          </a:p>
        </p:txBody>
      </p:sp>
      <p:sp>
        <p:nvSpPr>
          <p:cNvPr id="251" name="テキスト ボックス 250">
            <a:extLst>
              <a:ext uri="{FF2B5EF4-FFF2-40B4-BE49-F238E27FC236}">
                <a16:creationId xmlns:a16="http://schemas.microsoft.com/office/drawing/2014/main" id="{0FFE7E01-884A-6D3A-06B1-3BF7D992EA0C}"/>
              </a:ext>
            </a:extLst>
          </p:cNvPr>
          <p:cNvSpPr txBox="1"/>
          <p:nvPr/>
        </p:nvSpPr>
        <p:spPr>
          <a:xfrm>
            <a:off x="3633867" y="3203709"/>
            <a:ext cx="866125"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買電量</a:t>
            </a:r>
          </a:p>
        </p:txBody>
      </p:sp>
      <p:sp>
        <p:nvSpPr>
          <p:cNvPr id="252" name="テキスト ボックス 251">
            <a:extLst>
              <a:ext uri="{FF2B5EF4-FFF2-40B4-BE49-F238E27FC236}">
                <a16:creationId xmlns:a16="http://schemas.microsoft.com/office/drawing/2014/main" id="{45173E21-0FC2-4CBF-B919-E8D709C4B8C4}"/>
              </a:ext>
            </a:extLst>
          </p:cNvPr>
          <p:cNvSpPr txBox="1"/>
          <p:nvPr/>
        </p:nvSpPr>
        <p:spPr>
          <a:xfrm>
            <a:off x="3782243" y="1133751"/>
            <a:ext cx="1418523" cy="738664"/>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買電単価</a:t>
            </a:r>
            <a:endParaRPr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売電単価</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最大買電力量</a:t>
            </a:r>
          </a:p>
        </p:txBody>
      </p:sp>
      <p:sp>
        <p:nvSpPr>
          <p:cNvPr id="255" name="テキスト ボックス 254">
            <a:extLst>
              <a:ext uri="{FF2B5EF4-FFF2-40B4-BE49-F238E27FC236}">
                <a16:creationId xmlns:a16="http://schemas.microsoft.com/office/drawing/2014/main" id="{1C9CB93D-37B4-3F71-BD72-9EF7FDE15024}"/>
              </a:ext>
            </a:extLst>
          </p:cNvPr>
          <p:cNvSpPr txBox="1"/>
          <p:nvPr/>
        </p:nvSpPr>
        <p:spPr>
          <a:xfrm>
            <a:off x="237076" y="2609735"/>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6" name="テキスト ボックス 255">
            <a:extLst>
              <a:ext uri="{FF2B5EF4-FFF2-40B4-BE49-F238E27FC236}">
                <a16:creationId xmlns:a16="http://schemas.microsoft.com/office/drawing/2014/main" id="{7AD99471-9B29-C04D-234D-918B0A9D8CD6}"/>
              </a:ext>
            </a:extLst>
          </p:cNvPr>
          <p:cNvSpPr txBox="1"/>
          <p:nvPr/>
        </p:nvSpPr>
        <p:spPr>
          <a:xfrm>
            <a:off x="968509" y="3573222"/>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7" name="テキスト ボックス 256">
            <a:extLst>
              <a:ext uri="{FF2B5EF4-FFF2-40B4-BE49-F238E27FC236}">
                <a16:creationId xmlns:a16="http://schemas.microsoft.com/office/drawing/2014/main" id="{76362F7B-30A0-44E5-C812-7D87045324E8}"/>
              </a:ext>
            </a:extLst>
          </p:cNvPr>
          <p:cNvSpPr txBox="1"/>
          <p:nvPr/>
        </p:nvSpPr>
        <p:spPr>
          <a:xfrm>
            <a:off x="1787222"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8" name="テキスト ボックス 257">
            <a:extLst>
              <a:ext uri="{FF2B5EF4-FFF2-40B4-BE49-F238E27FC236}">
                <a16:creationId xmlns:a16="http://schemas.microsoft.com/office/drawing/2014/main" id="{865C9BC1-7000-4BE4-A4E5-B3C53624C3B5}"/>
              </a:ext>
            </a:extLst>
          </p:cNvPr>
          <p:cNvSpPr txBox="1"/>
          <p:nvPr/>
        </p:nvSpPr>
        <p:spPr>
          <a:xfrm>
            <a:off x="4299155"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9" name="テキスト ボックス 258">
            <a:extLst>
              <a:ext uri="{FF2B5EF4-FFF2-40B4-BE49-F238E27FC236}">
                <a16:creationId xmlns:a16="http://schemas.microsoft.com/office/drawing/2014/main" id="{B5016149-B3E5-946D-8C9E-3C9DCE44710B}"/>
              </a:ext>
            </a:extLst>
          </p:cNvPr>
          <p:cNvSpPr txBox="1"/>
          <p:nvPr/>
        </p:nvSpPr>
        <p:spPr>
          <a:xfrm>
            <a:off x="7390009" y="4449741"/>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0" name="テキスト ボックス 259">
            <a:extLst>
              <a:ext uri="{FF2B5EF4-FFF2-40B4-BE49-F238E27FC236}">
                <a16:creationId xmlns:a16="http://schemas.microsoft.com/office/drawing/2014/main" id="{85C715D3-640D-034F-E8EB-D1099A13D7DA}"/>
              </a:ext>
            </a:extLst>
          </p:cNvPr>
          <p:cNvSpPr txBox="1"/>
          <p:nvPr/>
        </p:nvSpPr>
        <p:spPr>
          <a:xfrm>
            <a:off x="6868577" y="276934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1" name="テキスト ボックス 260">
            <a:extLst>
              <a:ext uri="{FF2B5EF4-FFF2-40B4-BE49-F238E27FC236}">
                <a16:creationId xmlns:a16="http://schemas.microsoft.com/office/drawing/2014/main" id="{A4AB953D-E1A8-79F1-F82E-C8F5956EA1AF}"/>
              </a:ext>
            </a:extLst>
          </p:cNvPr>
          <p:cNvSpPr txBox="1"/>
          <p:nvPr/>
        </p:nvSpPr>
        <p:spPr>
          <a:xfrm>
            <a:off x="6885953" y="3579834"/>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2" name="テキスト ボックス 261">
            <a:extLst>
              <a:ext uri="{FF2B5EF4-FFF2-40B4-BE49-F238E27FC236}">
                <a16:creationId xmlns:a16="http://schemas.microsoft.com/office/drawing/2014/main" id="{F2EF8C2B-06B0-93D3-F0CE-5D06EE65831B}"/>
              </a:ext>
            </a:extLst>
          </p:cNvPr>
          <p:cNvSpPr txBox="1"/>
          <p:nvPr/>
        </p:nvSpPr>
        <p:spPr>
          <a:xfrm>
            <a:off x="5546036" y="1056623"/>
            <a:ext cx="1542430" cy="738664"/>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最大容量</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0070C0"/>
                </a:solidFill>
                <a:latin typeface="MS PGothic" panose="020B0600070205080204" pitchFamily="34" charset="-128"/>
                <a:ea typeface="MS PGothic" panose="020B0600070205080204" pitchFamily="34" charset="-128"/>
              </a:rPr>
              <a:t>最大充放電量</a:t>
            </a:r>
            <a:endParaRPr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C00000"/>
                </a:solidFill>
                <a:latin typeface="MS PGothic" panose="020B0600070205080204" pitchFamily="34" charset="-128"/>
                <a:ea typeface="MS PGothic" panose="020B0600070205080204" pitchFamily="34" charset="-128"/>
              </a:rPr>
              <a:t>蓄電池の残量</a:t>
            </a:r>
            <a:endParaRPr kumimoji="1" lang="ja-JP" altLang="en-US" sz="1400">
              <a:solidFill>
                <a:srgbClr val="C00000"/>
              </a:solidFill>
              <a:latin typeface="MS PGothic" panose="020B0600070205080204" pitchFamily="34" charset="-128"/>
              <a:ea typeface="MS PGothic" panose="020B0600070205080204" pitchFamily="34" charset="-128"/>
            </a:endParaRPr>
          </a:p>
        </p:txBody>
      </p:sp>
      <p:sp>
        <p:nvSpPr>
          <p:cNvPr id="264" name="テキスト ボックス 263">
            <a:extLst>
              <a:ext uri="{FF2B5EF4-FFF2-40B4-BE49-F238E27FC236}">
                <a16:creationId xmlns:a16="http://schemas.microsoft.com/office/drawing/2014/main" id="{AEAFB855-16FA-881D-EC07-5BA5A390A08C}"/>
              </a:ext>
            </a:extLst>
          </p:cNvPr>
          <p:cNvSpPr txBox="1"/>
          <p:nvPr/>
        </p:nvSpPr>
        <p:spPr>
          <a:xfrm>
            <a:off x="7088466" y="1124744"/>
            <a:ext cx="1152593" cy="338554"/>
          </a:xfrm>
          <a:prstGeom prst="rect">
            <a:avLst/>
          </a:prstGeom>
          <a:noFill/>
        </p:spPr>
        <p:txBody>
          <a:bodyPr wrap="square">
            <a:spAutoFit/>
          </a:bodyPr>
          <a:lstStyle/>
          <a:p>
            <a:r>
              <a:rPr lang="ja-JP" altLang="en-US" sz="1600">
                <a:solidFill>
                  <a:srgbClr val="0070C0"/>
                </a:solidFill>
                <a:latin typeface="MS PGothic" panose="020B0600070205080204" pitchFamily="34" charset="-128"/>
                <a:ea typeface="MS PGothic" panose="020B0600070205080204" pitchFamily="34" charset="-128"/>
              </a:rPr>
              <a:t>青字</a:t>
            </a:r>
            <a:endParaRPr kumimoji="1" lang="en-US" altLang="ja-JP" sz="2400" dirty="0">
              <a:solidFill>
                <a:srgbClr val="0070C0"/>
              </a:solidFill>
              <a:latin typeface="MS PGothic" panose="020B0600070205080204" pitchFamily="34" charset="-128"/>
              <a:ea typeface="MS PGothic" panose="020B0600070205080204" pitchFamily="34" charset="-128"/>
            </a:endParaRPr>
          </a:p>
        </p:txBody>
      </p:sp>
      <p:sp>
        <p:nvSpPr>
          <p:cNvPr id="265" name="テキスト ボックス 264">
            <a:extLst>
              <a:ext uri="{FF2B5EF4-FFF2-40B4-BE49-F238E27FC236}">
                <a16:creationId xmlns:a16="http://schemas.microsoft.com/office/drawing/2014/main" id="{D53BB942-DB37-26BA-88ED-4D1CA92538D3}"/>
              </a:ext>
            </a:extLst>
          </p:cNvPr>
          <p:cNvSpPr txBox="1"/>
          <p:nvPr/>
        </p:nvSpPr>
        <p:spPr>
          <a:xfrm>
            <a:off x="7107539" y="1567718"/>
            <a:ext cx="1152593" cy="338554"/>
          </a:xfrm>
          <a:prstGeom prst="rect">
            <a:avLst/>
          </a:prstGeom>
          <a:noFill/>
        </p:spPr>
        <p:txBody>
          <a:bodyPr wrap="square">
            <a:spAutoFit/>
          </a:bodyPr>
          <a:lstStyle/>
          <a:p>
            <a:r>
              <a:rPr lang="ja-JP" altLang="en-US" sz="1600">
                <a:solidFill>
                  <a:srgbClr val="C00000"/>
                </a:solidFill>
                <a:latin typeface="MS PGothic" panose="020B0600070205080204" pitchFamily="34" charset="-128"/>
                <a:ea typeface="MS PGothic" panose="020B0600070205080204" pitchFamily="34" charset="-128"/>
              </a:rPr>
              <a:t>赤字</a:t>
            </a:r>
            <a:endParaRPr kumimoji="1" lang="en-US" altLang="ja-JP" sz="2400" dirty="0">
              <a:solidFill>
                <a:srgbClr val="C00000"/>
              </a:solidFill>
              <a:latin typeface="MS PGothic" panose="020B0600070205080204" pitchFamily="34" charset="-128"/>
              <a:ea typeface="MS PGothic" panose="020B0600070205080204" pitchFamily="34" charset="-128"/>
            </a:endParaRPr>
          </a:p>
        </p:txBody>
      </p:sp>
      <p:sp>
        <p:nvSpPr>
          <p:cNvPr id="2" name="正方形/長方形 1">
            <a:extLst>
              <a:ext uri="{FF2B5EF4-FFF2-40B4-BE49-F238E27FC236}">
                <a16:creationId xmlns:a16="http://schemas.microsoft.com/office/drawing/2014/main" id="{13123FE9-7C1A-36C9-61F4-021526138DA2}"/>
              </a:ext>
            </a:extLst>
          </p:cNvPr>
          <p:cNvSpPr/>
          <p:nvPr/>
        </p:nvSpPr>
        <p:spPr>
          <a:xfrm>
            <a:off x="5902191" y="2712325"/>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mc:AlternateContent xmlns:mc="http://schemas.openxmlformats.org/markup-compatibility/2006">
        <mc:Choice xmlns:a14="http://schemas.microsoft.com/office/drawing/2010/main" Requires="a14">
          <p:sp>
            <p:nvSpPr>
              <p:cNvPr id="5" name="角丸四角形吹き出し 1">
                <a:extLst>
                  <a:ext uri="{FF2B5EF4-FFF2-40B4-BE49-F238E27FC236}">
                    <a16:creationId xmlns:a16="http://schemas.microsoft.com/office/drawing/2014/main" id="{B496103E-0B7D-6D9D-4197-A3DD51D80703}"/>
                  </a:ext>
                </a:extLst>
              </p:cNvPr>
              <p:cNvSpPr/>
              <p:nvPr/>
            </p:nvSpPr>
            <p:spPr bwMode="auto">
              <a:xfrm flipH="1">
                <a:off x="72178" y="4172861"/>
                <a:ext cx="5630787" cy="1487190"/>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07" h="2430136">
                    <a:moveTo>
                      <a:pt x="0" y="1542758"/>
                    </a:moveTo>
                    <a:cubicBezTo>
                      <a:pt x="0" y="1446342"/>
                      <a:pt x="78161" y="1368181"/>
                      <a:pt x="174577" y="1368181"/>
                    </a:cubicBezTo>
                    <a:lnTo>
                      <a:pt x="2409462" y="1368181"/>
                    </a:lnTo>
                    <a:lnTo>
                      <a:pt x="2781421" y="1368181"/>
                    </a:lnTo>
                    <a:lnTo>
                      <a:pt x="2909412" y="0"/>
                    </a:lnTo>
                    <a:lnTo>
                      <a:pt x="3147330" y="1386874"/>
                    </a:lnTo>
                    <a:lnTo>
                      <a:pt x="3955930" y="1368181"/>
                    </a:lnTo>
                    <a:cubicBezTo>
                      <a:pt x="4052346" y="1368181"/>
                      <a:pt x="4130507" y="1446342"/>
                      <a:pt x="4130507" y="1542758"/>
                    </a:cubicBezTo>
                    <a:lnTo>
                      <a:pt x="4130507" y="1979188"/>
                    </a:lnTo>
                    <a:lnTo>
                      <a:pt x="4130507" y="1979188"/>
                    </a:lnTo>
                    <a:lnTo>
                      <a:pt x="4130507" y="2241049"/>
                    </a:lnTo>
                    <a:lnTo>
                      <a:pt x="4130507" y="2241045"/>
                    </a:lnTo>
                    <a:cubicBezTo>
                      <a:pt x="4130507" y="2337461"/>
                      <a:pt x="4052346" y="2415622"/>
                      <a:pt x="3955930" y="2415622"/>
                    </a:cubicBezTo>
                    <a:lnTo>
                      <a:pt x="3442089" y="2415622"/>
                    </a:lnTo>
                    <a:lnTo>
                      <a:pt x="3220252" y="2424660"/>
                    </a:lnTo>
                    <a:lnTo>
                      <a:pt x="3069862" y="2430136"/>
                    </a:lnTo>
                    <a:lnTo>
                      <a:pt x="174577" y="2415622"/>
                    </a:lnTo>
                    <a:cubicBezTo>
                      <a:pt x="78161" y="2415622"/>
                      <a:pt x="0" y="2337461"/>
                      <a:pt x="0" y="2241045"/>
                    </a:cubicBezTo>
                    <a:lnTo>
                      <a:pt x="0" y="2241049"/>
                    </a:lnTo>
                    <a:lnTo>
                      <a:pt x="0" y="1979188"/>
                    </a:lnTo>
                    <a:lnTo>
                      <a:pt x="0" y="1979188"/>
                    </a:lnTo>
                    <a:lnTo>
                      <a:pt x="0" y="1542758"/>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・流入する電力と流出する電力の総和が等しい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800" b="0" u="none" strike="noStrike" cap="none" normalizeH="0" baseline="0" dirty="0">
                    <a:ln>
                      <a:noFill/>
                    </a:ln>
                    <a:solidFill>
                      <a:schemeClr val="tx1"/>
                    </a:solidFill>
                    <a:effectLst/>
                    <a:ea typeface="ＭＳ Ｐゴシック" pitchFamily="50" charset="-128"/>
                  </a:rPr>
                  <a:t>→ </a:t>
                </a:r>
                <a14:m>
                  <m:oMath xmlns:m="http://schemas.openxmlformats.org/officeDocument/2006/math">
                    <m:sSub>
                      <m:sSub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𝑔</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sub>
                    </m:s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sSubSup>
                      <m:sSub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Sup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𝑠</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sub>
                      <m: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𝐵𝑌</m:t>
                        </m:r>
                      </m:sup>
                    </m:sSub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sSup>
                      <m:s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ctrlPr>
                      </m:sSupPr>
                      <m:e>
                        <m: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𝛼</m:t>
                        </m:r>
                      </m:e>
                      <m:sup>
                        <m: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𝐷</m:t>
                        </m:r>
                      </m:sup>
                    </m:sSup>
                    <m:sSubSup>
                      <m:sSub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ctrlPr>
                      </m:sSubSupPr>
                      <m:e>
                        <m: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𝑥</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𝑘</m:t>
                        </m:r>
                      </m:sub>
                      <m:sup>
                        <m: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𝐷</m:t>
                        </m:r>
                      </m:sup>
                    </m:sSub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sSubSup>
                      <m:sSub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Sup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𝑠</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𝐾</m:t>
                        </m:r>
                      </m:sub>
                      <m: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𝑆𝐿</m:t>
                        </m:r>
                      </m:sup>
                    </m:sSub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sSubSup>
                      <m:sSub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Sup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𝑑</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sub>
                      <m: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𝐷</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1</m:t>
                        </m:r>
                      </m:sup>
                    </m:sSub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sSubSup>
                      <m:sSub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Sup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𝑑</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sub>
                      <m: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𝐷</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2</m:t>
                        </m:r>
                      </m:sup>
                    </m:sSub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sSubSup>
                      <m:sSub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Sup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𝑑</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sub>
                      <m: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𝐷</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3</m:t>
                        </m:r>
                      </m:sup>
                    </m:sSub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sSup>
                      <m:s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ctrlPr>
                      </m:sSupPr>
                      <m:e>
                        <m: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𝛼</m:t>
                        </m:r>
                      </m:e>
                      <m:sup>
                        <m:r>
                          <a:rPr kumimoji="1" lang="en-US" altLang="ja-JP" sz="1800" b="0" i="1" u="none" strike="noStrike" cap="none" normalizeH="0" baseline="0" smtClean="0">
                            <a:ln>
                              <a:noFill/>
                            </a:ln>
                            <a:solidFill>
                              <a:schemeClr val="tx1"/>
                            </a:solidFill>
                            <a:effectLst/>
                            <a:latin typeface="Cambria Math" panose="02040503050406030204" pitchFamily="18" charset="0"/>
                            <a:ea typeface="Cambria Math" panose="02040503050406030204" pitchFamily="18" charset="0"/>
                          </a:rPr>
                          <m:t>𝐶</m:t>
                        </m:r>
                      </m:sup>
                    </m:sSup>
                    <m:sSubSup>
                      <m:sSub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Sup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𝑥</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sub>
                      <m: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𝐶</m:t>
                        </m:r>
                      </m:sup>
                    </m:sSubSup>
                  </m:oMath>
                </a14:m>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p:txBody>
          </p:sp>
        </mc:Choice>
        <mc:Fallback>
          <p:sp>
            <p:nvSpPr>
              <p:cNvPr id="5" name="角丸四角形吹き出し 1">
                <a:extLst>
                  <a:ext uri="{FF2B5EF4-FFF2-40B4-BE49-F238E27FC236}">
                    <a16:creationId xmlns:a16="http://schemas.microsoft.com/office/drawing/2014/main" id="{B496103E-0B7D-6D9D-4197-A3DD51D80703}"/>
                  </a:ext>
                </a:extLst>
              </p:cNvPr>
              <p:cNvSpPr>
                <a:spLocks noRot="1" noChangeAspect="1" noMove="1" noResize="1" noEditPoints="1" noAdjustHandles="1" noChangeArrowheads="1" noChangeShapeType="1" noTextEdit="1"/>
              </p:cNvSpPr>
              <p:nvPr/>
            </p:nvSpPr>
            <p:spPr bwMode="auto">
              <a:xfrm flipH="1">
                <a:off x="72178" y="4172861"/>
                <a:ext cx="5630787" cy="1487190"/>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07" h="2430136">
                    <a:moveTo>
                      <a:pt x="0" y="1542758"/>
                    </a:moveTo>
                    <a:cubicBezTo>
                      <a:pt x="0" y="1446342"/>
                      <a:pt x="78161" y="1368181"/>
                      <a:pt x="174577" y="1368181"/>
                    </a:cubicBezTo>
                    <a:lnTo>
                      <a:pt x="2409462" y="1368181"/>
                    </a:lnTo>
                    <a:lnTo>
                      <a:pt x="2781421" y="1368181"/>
                    </a:lnTo>
                    <a:lnTo>
                      <a:pt x="2909412" y="0"/>
                    </a:lnTo>
                    <a:lnTo>
                      <a:pt x="3147330" y="1386874"/>
                    </a:lnTo>
                    <a:lnTo>
                      <a:pt x="3955930" y="1368181"/>
                    </a:lnTo>
                    <a:cubicBezTo>
                      <a:pt x="4052346" y="1368181"/>
                      <a:pt x="4130507" y="1446342"/>
                      <a:pt x="4130507" y="1542758"/>
                    </a:cubicBezTo>
                    <a:lnTo>
                      <a:pt x="4130507" y="1979188"/>
                    </a:lnTo>
                    <a:lnTo>
                      <a:pt x="4130507" y="1979188"/>
                    </a:lnTo>
                    <a:lnTo>
                      <a:pt x="4130507" y="2241049"/>
                    </a:lnTo>
                    <a:lnTo>
                      <a:pt x="4130507" y="2241045"/>
                    </a:lnTo>
                    <a:cubicBezTo>
                      <a:pt x="4130507" y="2337461"/>
                      <a:pt x="4052346" y="2415622"/>
                      <a:pt x="3955930" y="2415622"/>
                    </a:cubicBezTo>
                    <a:lnTo>
                      <a:pt x="3442089" y="2415622"/>
                    </a:lnTo>
                    <a:lnTo>
                      <a:pt x="3220252" y="2424660"/>
                    </a:lnTo>
                    <a:lnTo>
                      <a:pt x="3069862" y="2430136"/>
                    </a:lnTo>
                    <a:lnTo>
                      <a:pt x="174577" y="2415622"/>
                    </a:lnTo>
                    <a:cubicBezTo>
                      <a:pt x="78161" y="2415622"/>
                      <a:pt x="0" y="2337461"/>
                      <a:pt x="0" y="2241045"/>
                    </a:cubicBezTo>
                    <a:lnTo>
                      <a:pt x="0" y="2241049"/>
                    </a:lnTo>
                    <a:lnTo>
                      <a:pt x="0" y="1979188"/>
                    </a:lnTo>
                    <a:lnTo>
                      <a:pt x="0" y="1979188"/>
                    </a:lnTo>
                    <a:lnTo>
                      <a:pt x="0" y="1542758"/>
                    </a:lnTo>
                    <a:close/>
                  </a:path>
                </a:pathLst>
              </a:custGeom>
              <a:blipFill>
                <a:blip r:embed="rId3"/>
                <a:stretch>
                  <a:fillRect l="-897" b="-5042"/>
                </a:stretch>
              </a:blipFill>
              <a:ln w="19050" cap="flat" cmpd="sng" algn="ctr">
                <a:solidFill>
                  <a:srgbClr val="000000"/>
                </a:solidFill>
                <a:prstDash val="solid"/>
                <a:round/>
                <a:headEnd type="none" w="med" len="med"/>
                <a:tailEnd type="none" w="med" len="me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9" name="角丸四角形吹き出し 1">
                <a:extLst>
                  <a:ext uri="{FF2B5EF4-FFF2-40B4-BE49-F238E27FC236}">
                    <a16:creationId xmlns:a16="http://schemas.microsoft.com/office/drawing/2014/main" id="{302A30C5-D812-6F13-4ABA-5ED545D30CDF}"/>
                  </a:ext>
                </a:extLst>
              </p:cNvPr>
              <p:cNvSpPr/>
              <p:nvPr/>
            </p:nvSpPr>
            <p:spPr bwMode="auto">
              <a:xfrm>
                <a:off x="6356772" y="2499343"/>
                <a:ext cx="2721718" cy="1902732"/>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 name="connsiteX0" fmla="*/ 418263 w 4548770"/>
                  <a:gd name="connsiteY0" fmla="*/ 415482 h 1302860"/>
                  <a:gd name="connsiteX1" fmla="*/ 592840 w 4548770"/>
                  <a:gd name="connsiteY1" fmla="*/ 240905 h 1302860"/>
                  <a:gd name="connsiteX2" fmla="*/ 1204106 w 4548770"/>
                  <a:gd name="connsiteY2" fmla="*/ 240905 h 1302860"/>
                  <a:gd name="connsiteX3" fmla="*/ 1475374 w 4548770"/>
                  <a:gd name="connsiteY3" fmla="*/ 240905 h 1302860"/>
                  <a:gd name="connsiteX4" fmla="*/ 0 w 4548770"/>
                  <a:gd name="connsiteY4" fmla="*/ 0 h 1302860"/>
                  <a:gd name="connsiteX5" fmla="*/ 1879042 w 4548770"/>
                  <a:gd name="connsiteY5" fmla="*/ 245392 h 1302860"/>
                  <a:gd name="connsiteX6" fmla="*/ 4374193 w 4548770"/>
                  <a:gd name="connsiteY6" fmla="*/ 240905 h 1302860"/>
                  <a:gd name="connsiteX7" fmla="*/ 4548770 w 4548770"/>
                  <a:gd name="connsiteY7" fmla="*/ 415482 h 1302860"/>
                  <a:gd name="connsiteX8" fmla="*/ 4548770 w 4548770"/>
                  <a:gd name="connsiteY8" fmla="*/ 851912 h 1302860"/>
                  <a:gd name="connsiteX9" fmla="*/ 4548770 w 4548770"/>
                  <a:gd name="connsiteY9" fmla="*/ 851912 h 1302860"/>
                  <a:gd name="connsiteX10" fmla="*/ 4548770 w 4548770"/>
                  <a:gd name="connsiteY10" fmla="*/ 1113773 h 1302860"/>
                  <a:gd name="connsiteX11" fmla="*/ 4548770 w 4548770"/>
                  <a:gd name="connsiteY11" fmla="*/ 1113769 h 1302860"/>
                  <a:gd name="connsiteX12" fmla="*/ 4374193 w 4548770"/>
                  <a:gd name="connsiteY12" fmla="*/ 1288346 h 1302860"/>
                  <a:gd name="connsiteX13" fmla="*/ 3860352 w 4548770"/>
                  <a:gd name="connsiteY13" fmla="*/ 1288346 h 1302860"/>
                  <a:gd name="connsiteX14" fmla="*/ 3638515 w 4548770"/>
                  <a:gd name="connsiteY14" fmla="*/ 1297384 h 1302860"/>
                  <a:gd name="connsiteX15" fmla="*/ 3488125 w 4548770"/>
                  <a:gd name="connsiteY15" fmla="*/ 1302860 h 1302860"/>
                  <a:gd name="connsiteX16" fmla="*/ 592840 w 4548770"/>
                  <a:gd name="connsiteY16" fmla="*/ 1288346 h 1302860"/>
                  <a:gd name="connsiteX17" fmla="*/ 418263 w 4548770"/>
                  <a:gd name="connsiteY17" fmla="*/ 1113769 h 1302860"/>
                  <a:gd name="connsiteX18" fmla="*/ 418263 w 4548770"/>
                  <a:gd name="connsiteY18" fmla="*/ 1113773 h 1302860"/>
                  <a:gd name="connsiteX19" fmla="*/ 418263 w 4548770"/>
                  <a:gd name="connsiteY19" fmla="*/ 851912 h 1302860"/>
                  <a:gd name="connsiteX20" fmla="*/ 418263 w 4548770"/>
                  <a:gd name="connsiteY20" fmla="*/ 851912 h 1302860"/>
                  <a:gd name="connsiteX21" fmla="*/ 418263 w 4548770"/>
                  <a:gd name="connsiteY21" fmla="*/ 415482 h 1302860"/>
                  <a:gd name="connsiteX0" fmla="*/ 418263 w 4548770"/>
                  <a:gd name="connsiteY0" fmla="*/ 415482 h 1302860"/>
                  <a:gd name="connsiteX1" fmla="*/ 592840 w 4548770"/>
                  <a:gd name="connsiteY1" fmla="*/ 240905 h 1302860"/>
                  <a:gd name="connsiteX2" fmla="*/ 1204106 w 4548770"/>
                  <a:gd name="connsiteY2" fmla="*/ 240905 h 1302860"/>
                  <a:gd name="connsiteX3" fmla="*/ 1475374 w 4548770"/>
                  <a:gd name="connsiteY3" fmla="*/ 240905 h 1302860"/>
                  <a:gd name="connsiteX4" fmla="*/ 0 w 4548770"/>
                  <a:gd name="connsiteY4" fmla="*/ 0 h 1302860"/>
                  <a:gd name="connsiteX5" fmla="*/ 1879042 w 4548770"/>
                  <a:gd name="connsiteY5" fmla="*/ 245392 h 1302860"/>
                  <a:gd name="connsiteX6" fmla="*/ 4374193 w 4548770"/>
                  <a:gd name="connsiteY6" fmla="*/ 240905 h 1302860"/>
                  <a:gd name="connsiteX7" fmla="*/ 4548770 w 4548770"/>
                  <a:gd name="connsiteY7" fmla="*/ 415482 h 1302860"/>
                  <a:gd name="connsiteX8" fmla="*/ 4548770 w 4548770"/>
                  <a:gd name="connsiteY8" fmla="*/ 851912 h 1302860"/>
                  <a:gd name="connsiteX9" fmla="*/ 4548770 w 4548770"/>
                  <a:gd name="connsiteY9" fmla="*/ 851912 h 1302860"/>
                  <a:gd name="connsiteX10" fmla="*/ 4548770 w 4548770"/>
                  <a:gd name="connsiteY10" fmla="*/ 1113773 h 1302860"/>
                  <a:gd name="connsiteX11" fmla="*/ 4548770 w 4548770"/>
                  <a:gd name="connsiteY11" fmla="*/ 1113769 h 1302860"/>
                  <a:gd name="connsiteX12" fmla="*/ 4374193 w 4548770"/>
                  <a:gd name="connsiteY12" fmla="*/ 1288346 h 1302860"/>
                  <a:gd name="connsiteX13" fmla="*/ 3638515 w 4548770"/>
                  <a:gd name="connsiteY13" fmla="*/ 1297384 h 1302860"/>
                  <a:gd name="connsiteX14" fmla="*/ 3488125 w 4548770"/>
                  <a:gd name="connsiteY14" fmla="*/ 1302860 h 1302860"/>
                  <a:gd name="connsiteX15" fmla="*/ 592840 w 4548770"/>
                  <a:gd name="connsiteY15" fmla="*/ 1288346 h 1302860"/>
                  <a:gd name="connsiteX16" fmla="*/ 418263 w 4548770"/>
                  <a:gd name="connsiteY16" fmla="*/ 1113769 h 1302860"/>
                  <a:gd name="connsiteX17" fmla="*/ 418263 w 4548770"/>
                  <a:gd name="connsiteY17" fmla="*/ 1113773 h 1302860"/>
                  <a:gd name="connsiteX18" fmla="*/ 418263 w 4548770"/>
                  <a:gd name="connsiteY18" fmla="*/ 851912 h 1302860"/>
                  <a:gd name="connsiteX19" fmla="*/ 418263 w 4548770"/>
                  <a:gd name="connsiteY19" fmla="*/ 851912 h 1302860"/>
                  <a:gd name="connsiteX20" fmla="*/ 418263 w 4548770"/>
                  <a:gd name="connsiteY20" fmla="*/ 415482 h 1302860"/>
                  <a:gd name="connsiteX0" fmla="*/ 418263 w 4548770"/>
                  <a:gd name="connsiteY0" fmla="*/ 415482 h 1302860"/>
                  <a:gd name="connsiteX1" fmla="*/ 592840 w 4548770"/>
                  <a:gd name="connsiteY1" fmla="*/ 240905 h 1302860"/>
                  <a:gd name="connsiteX2" fmla="*/ 1204106 w 4548770"/>
                  <a:gd name="connsiteY2" fmla="*/ 240905 h 1302860"/>
                  <a:gd name="connsiteX3" fmla="*/ 1475374 w 4548770"/>
                  <a:gd name="connsiteY3" fmla="*/ 240905 h 1302860"/>
                  <a:gd name="connsiteX4" fmla="*/ 0 w 4548770"/>
                  <a:gd name="connsiteY4" fmla="*/ 0 h 1302860"/>
                  <a:gd name="connsiteX5" fmla="*/ 1879042 w 4548770"/>
                  <a:gd name="connsiteY5" fmla="*/ 245392 h 1302860"/>
                  <a:gd name="connsiteX6" fmla="*/ 4374193 w 4548770"/>
                  <a:gd name="connsiteY6" fmla="*/ 240905 h 1302860"/>
                  <a:gd name="connsiteX7" fmla="*/ 4548770 w 4548770"/>
                  <a:gd name="connsiteY7" fmla="*/ 415482 h 1302860"/>
                  <a:gd name="connsiteX8" fmla="*/ 4548770 w 4548770"/>
                  <a:gd name="connsiteY8" fmla="*/ 851912 h 1302860"/>
                  <a:gd name="connsiteX9" fmla="*/ 4548770 w 4548770"/>
                  <a:gd name="connsiteY9" fmla="*/ 851912 h 1302860"/>
                  <a:gd name="connsiteX10" fmla="*/ 4548770 w 4548770"/>
                  <a:gd name="connsiteY10" fmla="*/ 1113773 h 1302860"/>
                  <a:gd name="connsiteX11" fmla="*/ 4548770 w 4548770"/>
                  <a:gd name="connsiteY11" fmla="*/ 1113769 h 1302860"/>
                  <a:gd name="connsiteX12" fmla="*/ 4374193 w 4548770"/>
                  <a:gd name="connsiteY12" fmla="*/ 1288346 h 1302860"/>
                  <a:gd name="connsiteX13" fmla="*/ 3488125 w 4548770"/>
                  <a:gd name="connsiteY13" fmla="*/ 1302860 h 1302860"/>
                  <a:gd name="connsiteX14" fmla="*/ 592840 w 4548770"/>
                  <a:gd name="connsiteY14" fmla="*/ 1288346 h 1302860"/>
                  <a:gd name="connsiteX15" fmla="*/ 418263 w 4548770"/>
                  <a:gd name="connsiteY15" fmla="*/ 1113769 h 1302860"/>
                  <a:gd name="connsiteX16" fmla="*/ 418263 w 4548770"/>
                  <a:gd name="connsiteY16" fmla="*/ 1113773 h 1302860"/>
                  <a:gd name="connsiteX17" fmla="*/ 418263 w 4548770"/>
                  <a:gd name="connsiteY17" fmla="*/ 851912 h 1302860"/>
                  <a:gd name="connsiteX18" fmla="*/ 418263 w 4548770"/>
                  <a:gd name="connsiteY18" fmla="*/ 851912 h 1302860"/>
                  <a:gd name="connsiteX19" fmla="*/ 418263 w 4548770"/>
                  <a:gd name="connsiteY19" fmla="*/ 415482 h 1302860"/>
                  <a:gd name="connsiteX0" fmla="*/ 418263 w 4548770"/>
                  <a:gd name="connsiteY0" fmla="*/ 415482 h 1302860"/>
                  <a:gd name="connsiteX1" fmla="*/ 592840 w 4548770"/>
                  <a:gd name="connsiteY1" fmla="*/ 240905 h 1302860"/>
                  <a:gd name="connsiteX2" fmla="*/ 1204106 w 4548770"/>
                  <a:gd name="connsiteY2" fmla="*/ 240905 h 1302860"/>
                  <a:gd name="connsiteX3" fmla="*/ 1475374 w 4548770"/>
                  <a:gd name="connsiteY3" fmla="*/ 240905 h 1302860"/>
                  <a:gd name="connsiteX4" fmla="*/ 0 w 4548770"/>
                  <a:gd name="connsiteY4" fmla="*/ 0 h 1302860"/>
                  <a:gd name="connsiteX5" fmla="*/ 1879042 w 4548770"/>
                  <a:gd name="connsiteY5" fmla="*/ 245392 h 1302860"/>
                  <a:gd name="connsiteX6" fmla="*/ 4374193 w 4548770"/>
                  <a:gd name="connsiteY6" fmla="*/ 240905 h 1302860"/>
                  <a:gd name="connsiteX7" fmla="*/ 4548770 w 4548770"/>
                  <a:gd name="connsiteY7" fmla="*/ 415482 h 1302860"/>
                  <a:gd name="connsiteX8" fmla="*/ 4548770 w 4548770"/>
                  <a:gd name="connsiteY8" fmla="*/ 851912 h 1302860"/>
                  <a:gd name="connsiteX9" fmla="*/ 4548770 w 4548770"/>
                  <a:gd name="connsiteY9" fmla="*/ 851912 h 1302860"/>
                  <a:gd name="connsiteX10" fmla="*/ 4548770 w 4548770"/>
                  <a:gd name="connsiteY10" fmla="*/ 1113773 h 1302860"/>
                  <a:gd name="connsiteX11" fmla="*/ 4548770 w 4548770"/>
                  <a:gd name="connsiteY11" fmla="*/ 1113769 h 1302860"/>
                  <a:gd name="connsiteX12" fmla="*/ 4374193 w 4548770"/>
                  <a:gd name="connsiteY12" fmla="*/ 1288346 h 1302860"/>
                  <a:gd name="connsiteX13" fmla="*/ 2462069 w 4548770"/>
                  <a:gd name="connsiteY13" fmla="*/ 1302860 h 1302860"/>
                  <a:gd name="connsiteX14" fmla="*/ 592840 w 4548770"/>
                  <a:gd name="connsiteY14" fmla="*/ 1288346 h 1302860"/>
                  <a:gd name="connsiteX15" fmla="*/ 418263 w 4548770"/>
                  <a:gd name="connsiteY15" fmla="*/ 1113769 h 1302860"/>
                  <a:gd name="connsiteX16" fmla="*/ 418263 w 4548770"/>
                  <a:gd name="connsiteY16" fmla="*/ 1113773 h 1302860"/>
                  <a:gd name="connsiteX17" fmla="*/ 418263 w 4548770"/>
                  <a:gd name="connsiteY17" fmla="*/ 851912 h 1302860"/>
                  <a:gd name="connsiteX18" fmla="*/ 418263 w 4548770"/>
                  <a:gd name="connsiteY18" fmla="*/ 851912 h 1302860"/>
                  <a:gd name="connsiteX19" fmla="*/ 418263 w 4548770"/>
                  <a:gd name="connsiteY19" fmla="*/ 415482 h 1302860"/>
                  <a:gd name="connsiteX0" fmla="*/ 213051 w 4343558"/>
                  <a:gd name="connsiteY0" fmla="*/ 387864 h 1275242"/>
                  <a:gd name="connsiteX1" fmla="*/ 387628 w 4343558"/>
                  <a:gd name="connsiteY1" fmla="*/ 213287 h 1275242"/>
                  <a:gd name="connsiteX2" fmla="*/ 998894 w 4343558"/>
                  <a:gd name="connsiteY2" fmla="*/ 213287 h 1275242"/>
                  <a:gd name="connsiteX3" fmla="*/ 1270162 w 4343558"/>
                  <a:gd name="connsiteY3" fmla="*/ 213287 h 1275242"/>
                  <a:gd name="connsiteX4" fmla="*/ 0 w 4343558"/>
                  <a:gd name="connsiteY4" fmla="*/ 0 h 1275242"/>
                  <a:gd name="connsiteX5" fmla="*/ 1673830 w 4343558"/>
                  <a:gd name="connsiteY5" fmla="*/ 217774 h 1275242"/>
                  <a:gd name="connsiteX6" fmla="*/ 4168981 w 4343558"/>
                  <a:gd name="connsiteY6" fmla="*/ 213287 h 1275242"/>
                  <a:gd name="connsiteX7" fmla="*/ 4343558 w 4343558"/>
                  <a:gd name="connsiteY7" fmla="*/ 387864 h 1275242"/>
                  <a:gd name="connsiteX8" fmla="*/ 4343558 w 4343558"/>
                  <a:gd name="connsiteY8" fmla="*/ 824294 h 1275242"/>
                  <a:gd name="connsiteX9" fmla="*/ 4343558 w 4343558"/>
                  <a:gd name="connsiteY9" fmla="*/ 824294 h 1275242"/>
                  <a:gd name="connsiteX10" fmla="*/ 4343558 w 4343558"/>
                  <a:gd name="connsiteY10" fmla="*/ 1086155 h 1275242"/>
                  <a:gd name="connsiteX11" fmla="*/ 4343558 w 4343558"/>
                  <a:gd name="connsiteY11" fmla="*/ 1086151 h 1275242"/>
                  <a:gd name="connsiteX12" fmla="*/ 4168981 w 4343558"/>
                  <a:gd name="connsiteY12" fmla="*/ 1260728 h 1275242"/>
                  <a:gd name="connsiteX13" fmla="*/ 2256857 w 4343558"/>
                  <a:gd name="connsiteY13" fmla="*/ 1275242 h 1275242"/>
                  <a:gd name="connsiteX14" fmla="*/ 387628 w 4343558"/>
                  <a:gd name="connsiteY14" fmla="*/ 1260728 h 1275242"/>
                  <a:gd name="connsiteX15" fmla="*/ 213051 w 4343558"/>
                  <a:gd name="connsiteY15" fmla="*/ 1086151 h 1275242"/>
                  <a:gd name="connsiteX16" fmla="*/ 213051 w 4343558"/>
                  <a:gd name="connsiteY16" fmla="*/ 1086155 h 1275242"/>
                  <a:gd name="connsiteX17" fmla="*/ 213051 w 4343558"/>
                  <a:gd name="connsiteY17" fmla="*/ 824294 h 1275242"/>
                  <a:gd name="connsiteX18" fmla="*/ 213051 w 4343558"/>
                  <a:gd name="connsiteY18" fmla="*/ 824294 h 1275242"/>
                  <a:gd name="connsiteX19" fmla="*/ 213051 w 4343558"/>
                  <a:gd name="connsiteY19" fmla="*/ 387864 h 127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43558" h="1275242">
                    <a:moveTo>
                      <a:pt x="213051" y="387864"/>
                    </a:moveTo>
                    <a:cubicBezTo>
                      <a:pt x="213051" y="291448"/>
                      <a:pt x="291212" y="213287"/>
                      <a:pt x="387628" y="213287"/>
                    </a:cubicBezTo>
                    <a:lnTo>
                      <a:pt x="998894" y="213287"/>
                    </a:lnTo>
                    <a:lnTo>
                      <a:pt x="1270162" y="213287"/>
                    </a:lnTo>
                    <a:lnTo>
                      <a:pt x="0" y="0"/>
                    </a:lnTo>
                    <a:lnTo>
                      <a:pt x="1673830" y="217774"/>
                    </a:lnTo>
                    <a:lnTo>
                      <a:pt x="4168981" y="213287"/>
                    </a:lnTo>
                    <a:cubicBezTo>
                      <a:pt x="4265397" y="213287"/>
                      <a:pt x="4343558" y="291448"/>
                      <a:pt x="4343558" y="387864"/>
                    </a:cubicBezTo>
                    <a:lnTo>
                      <a:pt x="4343558" y="824294"/>
                    </a:lnTo>
                    <a:lnTo>
                      <a:pt x="4343558" y="824294"/>
                    </a:lnTo>
                    <a:lnTo>
                      <a:pt x="4343558" y="1086155"/>
                    </a:lnTo>
                    <a:lnTo>
                      <a:pt x="4343558" y="1086151"/>
                    </a:lnTo>
                    <a:cubicBezTo>
                      <a:pt x="4343558" y="1182567"/>
                      <a:pt x="4265397" y="1260728"/>
                      <a:pt x="4168981" y="1260728"/>
                    </a:cubicBezTo>
                    <a:lnTo>
                      <a:pt x="2256857" y="1275242"/>
                    </a:lnTo>
                    <a:lnTo>
                      <a:pt x="387628" y="1260728"/>
                    </a:lnTo>
                    <a:cubicBezTo>
                      <a:pt x="291212" y="1260728"/>
                      <a:pt x="213051" y="1182567"/>
                      <a:pt x="213051" y="1086151"/>
                    </a:cubicBezTo>
                    <a:lnTo>
                      <a:pt x="213051" y="1086155"/>
                    </a:lnTo>
                    <a:lnTo>
                      <a:pt x="213051" y="824294"/>
                    </a:lnTo>
                    <a:lnTo>
                      <a:pt x="213051" y="824294"/>
                    </a:lnTo>
                    <a:lnTo>
                      <a:pt x="213051" y="387864"/>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1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　・最大充放電量以下</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lang="ja-JP" altLang="en-US" sz="180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しか充放電できない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algn="l"/>
                <a:r>
                  <a:rPr kumimoji="1" lang="en-US" altLang="ja-JP" sz="1800" b="0" u="none" strike="noStrike" cap="none" normalizeH="0" baseline="0" dirty="0">
                    <a:ln>
                      <a:noFill/>
                    </a:ln>
                    <a:solidFill>
                      <a:schemeClr val="tx1"/>
                    </a:solidFill>
                    <a:effectLst/>
                    <a:ea typeface="ＭＳ Ｐゴシック" pitchFamily="50" charset="-128"/>
                  </a:rPr>
                  <a:t>   → </a:t>
                </a:r>
                <a14:m>
                  <m:oMath xmlns:m="http://schemas.openxmlformats.org/officeDocument/2006/math">
                    <m:sSubSup>
                      <m:sSub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Sup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𝑥</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sub>
                      <m:sup>
                        <m:r>
                          <m:rPr>
                            <m:sty m:val="p"/>
                          </m:rP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C</m:t>
                        </m:r>
                      </m:sup>
                    </m:sSub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f>
                      <m:f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fPr>
                      <m:num>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450</m:t>
                        </m:r>
                      </m:num>
                      <m:den>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60</m:t>
                        </m:r>
                      </m:den>
                    </m:f>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r>
                      <m:rPr>
                        <m:sty m:val="p"/>
                      </m:rP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kWh</m:t>
                    </m:r>
                    <m: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r>
                      <m:rPr>
                        <m:sty m:val="p"/>
                      </m:rP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min</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oMath>
                </a14:m>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algn="l"/>
                <a:r>
                  <a:rPr kumimoji="1" lang="en-US" altLang="ja-JP" sz="1800" b="0" u="none" strike="noStrike" cap="none" normalizeH="0" baseline="0" dirty="0">
                    <a:ln>
                      <a:noFill/>
                    </a:ln>
                    <a:solidFill>
                      <a:schemeClr val="tx1"/>
                    </a:solidFill>
                    <a:effectLst/>
                    <a:ea typeface="ＭＳ Ｐゴシック" pitchFamily="50" charset="-128"/>
                  </a:rPr>
                  <a:t>   →</a:t>
                </a:r>
                <a14:m>
                  <m:oMath xmlns:m="http://schemas.openxmlformats.org/officeDocument/2006/math">
                    <m: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 </m:t>
                    </m:r>
                    <m:sSubSup>
                      <m:sSubSup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Sup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𝑥</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sub>
                      <m:sup>
                        <m:r>
                          <m:rPr>
                            <m:sty m:val="p"/>
                          </m:rPr>
                          <a:rPr lang="en-US" altLang="ja-JP" sz="1800" i="1">
                            <a:latin typeface="Cambria Math" panose="02040503050406030204" pitchFamily="18" charset="0"/>
                            <a:ea typeface="ＭＳ Ｐゴシック" pitchFamily="50" charset="-128"/>
                          </a:rPr>
                          <m:t>D</m:t>
                        </m:r>
                      </m:sup>
                    </m:sSub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f>
                      <m:f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fPr>
                      <m:num>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450</m:t>
                        </m:r>
                      </m:num>
                      <m:den>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60</m:t>
                        </m:r>
                      </m:den>
                    </m:f>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r>
                      <m:rPr>
                        <m:sty m:val="p"/>
                      </m:rP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kWh</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r>
                      <m:rPr>
                        <m:sty m:val="p"/>
                      </m:rP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min</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oMath>
                </a14:m>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p:txBody>
          </p:sp>
        </mc:Choice>
        <mc:Fallback>
          <p:sp>
            <p:nvSpPr>
              <p:cNvPr id="9" name="角丸四角形吹き出し 1">
                <a:extLst>
                  <a:ext uri="{FF2B5EF4-FFF2-40B4-BE49-F238E27FC236}">
                    <a16:creationId xmlns:a16="http://schemas.microsoft.com/office/drawing/2014/main" id="{302A30C5-D812-6F13-4ABA-5ED545D30CDF}"/>
                  </a:ext>
                </a:extLst>
              </p:cNvPr>
              <p:cNvSpPr>
                <a:spLocks noRot="1" noChangeAspect="1" noMove="1" noResize="1" noEditPoints="1" noAdjustHandles="1" noChangeArrowheads="1" noChangeShapeType="1" noTextEdit="1"/>
              </p:cNvSpPr>
              <p:nvPr/>
            </p:nvSpPr>
            <p:spPr bwMode="auto">
              <a:xfrm>
                <a:off x="6356772" y="2499343"/>
                <a:ext cx="2721718" cy="1902732"/>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 name="connsiteX0" fmla="*/ 418263 w 4548770"/>
                  <a:gd name="connsiteY0" fmla="*/ 415482 h 1302860"/>
                  <a:gd name="connsiteX1" fmla="*/ 592840 w 4548770"/>
                  <a:gd name="connsiteY1" fmla="*/ 240905 h 1302860"/>
                  <a:gd name="connsiteX2" fmla="*/ 1204106 w 4548770"/>
                  <a:gd name="connsiteY2" fmla="*/ 240905 h 1302860"/>
                  <a:gd name="connsiteX3" fmla="*/ 1475374 w 4548770"/>
                  <a:gd name="connsiteY3" fmla="*/ 240905 h 1302860"/>
                  <a:gd name="connsiteX4" fmla="*/ 0 w 4548770"/>
                  <a:gd name="connsiteY4" fmla="*/ 0 h 1302860"/>
                  <a:gd name="connsiteX5" fmla="*/ 1879042 w 4548770"/>
                  <a:gd name="connsiteY5" fmla="*/ 245392 h 1302860"/>
                  <a:gd name="connsiteX6" fmla="*/ 4374193 w 4548770"/>
                  <a:gd name="connsiteY6" fmla="*/ 240905 h 1302860"/>
                  <a:gd name="connsiteX7" fmla="*/ 4548770 w 4548770"/>
                  <a:gd name="connsiteY7" fmla="*/ 415482 h 1302860"/>
                  <a:gd name="connsiteX8" fmla="*/ 4548770 w 4548770"/>
                  <a:gd name="connsiteY8" fmla="*/ 851912 h 1302860"/>
                  <a:gd name="connsiteX9" fmla="*/ 4548770 w 4548770"/>
                  <a:gd name="connsiteY9" fmla="*/ 851912 h 1302860"/>
                  <a:gd name="connsiteX10" fmla="*/ 4548770 w 4548770"/>
                  <a:gd name="connsiteY10" fmla="*/ 1113773 h 1302860"/>
                  <a:gd name="connsiteX11" fmla="*/ 4548770 w 4548770"/>
                  <a:gd name="connsiteY11" fmla="*/ 1113769 h 1302860"/>
                  <a:gd name="connsiteX12" fmla="*/ 4374193 w 4548770"/>
                  <a:gd name="connsiteY12" fmla="*/ 1288346 h 1302860"/>
                  <a:gd name="connsiteX13" fmla="*/ 3860352 w 4548770"/>
                  <a:gd name="connsiteY13" fmla="*/ 1288346 h 1302860"/>
                  <a:gd name="connsiteX14" fmla="*/ 3638515 w 4548770"/>
                  <a:gd name="connsiteY14" fmla="*/ 1297384 h 1302860"/>
                  <a:gd name="connsiteX15" fmla="*/ 3488125 w 4548770"/>
                  <a:gd name="connsiteY15" fmla="*/ 1302860 h 1302860"/>
                  <a:gd name="connsiteX16" fmla="*/ 592840 w 4548770"/>
                  <a:gd name="connsiteY16" fmla="*/ 1288346 h 1302860"/>
                  <a:gd name="connsiteX17" fmla="*/ 418263 w 4548770"/>
                  <a:gd name="connsiteY17" fmla="*/ 1113769 h 1302860"/>
                  <a:gd name="connsiteX18" fmla="*/ 418263 w 4548770"/>
                  <a:gd name="connsiteY18" fmla="*/ 1113773 h 1302860"/>
                  <a:gd name="connsiteX19" fmla="*/ 418263 w 4548770"/>
                  <a:gd name="connsiteY19" fmla="*/ 851912 h 1302860"/>
                  <a:gd name="connsiteX20" fmla="*/ 418263 w 4548770"/>
                  <a:gd name="connsiteY20" fmla="*/ 851912 h 1302860"/>
                  <a:gd name="connsiteX21" fmla="*/ 418263 w 4548770"/>
                  <a:gd name="connsiteY21" fmla="*/ 415482 h 1302860"/>
                  <a:gd name="connsiteX0" fmla="*/ 418263 w 4548770"/>
                  <a:gd name="connsiteY0" fmla="*/ 415482 h 1302860"/>
                  <a:gd name="connsiteX1" fmla="*/ 592840 w 4548770"/>
                  <a:gd name="connsiteY1" fmla="*/ 240905 h 1302860"/>
                  <a:gd name="connsiteX2" fmla="*/ 1204106 w 4548770"/>
                  <a:gd name="connsiteY2" fmla="*/ 240905 h 1302860"/>
                  <a:gd name="connsiteX3" fmla="*/ 1475374 w 4548770"/>
                  <a:gd name="connsiteY3" fmla="*/ 240905 h 1302860"/>
                  <a:gd name="connsiteX4" fmla="*/ 0 w 4548770"/>
                  <a:gd name="connsiteY4" fmla="*/ 0 h 1302860"/>
                  <a:gd name="connsiteX5" fmla="*/ 1879042 w 4548770"/>
                  <a:gd name="connsiteY5" fmla="*/ 245392 h 1302860"/>
                  <a:gd name="connsiteX6" fmla="*/ 4374193 w 4548770"/>
                  <a:gd name="connsiteY6" fmla="*/ 240905 h 1302860"/>
                  <a:gd name="connsiteX7" fmla="*/ 4548770 w 4548770"/>
                  <a:gd name="connsiteY7" fmla="*/ 415482 h 1302860"/>
                  <a:gd name="connsiteX8" fmla="*/ 4548770 w 4548770"/>
                  <a:gd name="connsiteY8" fmla="*/ 851912 h 1302860"/>
                  <a:gd name="connsiteX9" fmla="*/ 4548770 w 4548770"/>
                  <a:gd name="connsiteY9" fmla="*/ 851912 h 1302860"/>
                  <a:gd name="connsiteX10" fmla="*/ 4548770 w 4548770"/>
                  <a:gd name="connsiteY10" fmla="*/ 1113773 h 1302860"/>
                  <a:gd name="connsiteX11" fmla="*/ 4548770 w 4548770"/>
                  <a:gd name="connsiteY11" fmla="*/ 1113769 h 1302860"/>
                  <a:gd name="connsiteX12" fmla="*/ 4374193 w 4548770"/>
                  <a:gd name="connsiteY12" fmla="*/ 1288346 h 1302860"/>
                  <a:gd name="connsiteX13" fmla="*/ 3638515 w 4548770"/>
                  <a:gd name="connsiteY13" fmla="*/ 1297384 h 1302860"/>
                  <a:gd name="connsiteX14" fmla="*/ 3488125 w 4548770"/>
                  <a:gd name="connsiteY14" fmla="*/ 1302860 h 1302860"/>
                  <a:gd name="connsiteX15" fmla="*/ 592840 w 4548770"/>
                  <a:gd name="connsiteY15" fmla="*/ 1288346 h 1302860"/>
                  <a:gd name="connsiteX16" fmla="*/ 418263 w 4548770"/>
                  <a:gd name="connsiteY16" fmla="*/ 1113769 h 1302860"/>
                  <a:gd name="connsiteX17" fmla="*/ 418263 w 4548770"/>
                  <a:gd name="connsiteY17" fmla="*/ 1113773 h 1302860"/>
                  <a:gd name="connsiteX18" fmla="*/ 418263 w 4548770"/>
                  <a:gd name="connsiteY18" fmla="*/ 851912 h 1302860"/>
                  <a:gd name="connsiteX19" fmla="*/ 418263 w 4548770"/>
                  <a:gd name="connsiteY19" fmla="*/ 851912 h 1302860"/>
                  <a:gd name="connsiteX20" fmla="*/ 418263 w 4548770"/>
                  <a:gd name="connsiteY20" fmla="*/ 415482 h 1302860"/>
                  <a:gd name="connsiteX0" fmla="*/ 418263 w 4548770"/>
                  <a:gd name="connsiteY0" fmla="*/ 415482 h 1302860"/>
                  <a:gd name="connsiteX1" fmla="*/ 592840 w 4548770"/>
                  <a:gd name="connsiteY1" fmla="*/ 240905 h 1302860"/>
                  <a:gd name="connsiteX2" fmla="*/ 1204106 w 4548770"/>
                  <a:gd name="connsiteY2" fmla="*/ 240905 h 1302860"/>
                  <a:gd name="connsiteX3" fmla="*/ 1475374 w 4548770"/>
                  <a:gd name="connsiteY3" fmla="*/ 240905 h 1302860"/>
                  <a:gd name="connsiteX4" fmla="*/ 0 w 4548770"/>
                  <a:gd name="connsiteY4" fmla="*/ 0 h 1302860"/>
                  <a:gd name="connsiteX5" fmla="*/ 1879042 w 4548770"/>
                  <a:gd name="connsiteY5" fmla="*/ 245392 h 1302860"/>
                  <a:gd name="connsiteX6" fmla="*/ 4374193 w 4548770"/>
                  <a:gd name="connsiteY6" fmla="*/ 240905 h 1302860"/>
                  <a:gd name="connsiteX7" fmla="*/ 4548770 w 4548770"/>
                  <a:gd name="connsiteY7" fmla="*/ 415482 h 1302860"/>
                  <a:gd name="connsiteX8" fmla="*/ 4548770 w 4548770"/>
                  <a:gd name="connsiteY8" fmla="*/ 851912 h 1302860"/>
                  <a:gd name="connsiteX9" fmla="*/ 4548770 w 4548770"/>
                  <a:gd name="connsiteY9" fmla="*/ 851912 h 1302860"/>
                  <a:gd name="connsiteX10" fmla="*/ 4548770 w 4548770"/>
                  <a:gd name="connsiteY10" fmla="*/ 1113773 h 1302860"/>
                  <a:gd name="connsiteX11" fmla="*/ 4548770 w 4548770"/>
                  <a:gd name="connsiteY11" fmla="*/ 1113769 h 1302860"/>
                  <a:gd name="connsiteX12" fmla="*/ 4374193 w 4548770"/>
                  <a:gd name="connsiteY12" fmla="*/ 1288346 h 1302860"/>
                  <a:gd name="connsiteX13" fmla="*/ 3488125 w 4548770"/>
                  <a:gd name="connsiteY13" fmla="*/ 1302860 h 1302860"/>
                  <a:gd name="connsiteX14" fmla="*/ 592840 w 4548770"/>
                  <a:gd name="connsiteY14" fmla="*/ 1288346 h 1302860"/>
                  <a:gd name="connsiteX15" fmla="*/ 418263 w 4548770"/>
                  <a:gd name="connsiteY15" fmla="*/ 1113769 h 1302860"/>
                  <a:gd name="connsiteX16" fmla="*/ 418263 w 4548770"/>
                  <a:gd name="connsiteY16" fmla="*/ 1113773 h 1302860"/>
                  <a:gd name="connsiteX17" fmla="*/ 418263 w 4548770"/>
                  <a:gd name="connsiteY17" fmla="*/ 851912 h 1302860"/>
                  <a:gd name="connsiteX18" fmla="*/ 418263 w 4548770"/>
                  <a:gd name="connsiteY18" fmla="*/ 851912 h 1302860"/>
                  <a:gd name="connsiteX19" fmla="*/ 418263 w 4548770"/>
                  <a:gd name="connsiteY19" fmla="*/ 415482 h 1302860"/>
                  <a:gd name="connsiteX0" fmla="*/ 418263 w 4548770"/>
                  <a:gd name="connsiteY0" fmla="*/ 415482 h 1302860"/>
                  <a:gd name="connsiteX1" fmla="*/ 592840 w 4548770"/>
                  <a:gd name="connsiteY1" fmla="*/ 240905 h 1302860"/>
                  <a:gd name="connsiteX2" fmla="*/ 1204106 w 4548770"/>
                  <a:gd name="connsiteY2" fmla="*/ 240905 h 1302860"/>
                  <a:gd name="connsiteX3" fmla="*/ 1475374 w 4548770"/>
                  <a:gd name="connsiteY3" fmla="*/ 240905 h 1302860"/>
                  <a:gd name="connsiteX4" fmla="*/ 0 w 4548770"/>
                  <a:gd name="connsiteY4" fmla="*/ 0 h 1302860"/>
                  <a:gd name="connsiteX5" fmla="*/ 1879042 w 4548770"/>
                  <a:gd name="connsiteY5" fmla="*/ 245392 h 1302860"/>
                  <a:gd name="connsiteX6" fmla="*/ 4374193 w 4548770"/>
                  <a:gd name="connsiteY6" fmla="*/ 240905 h 1302860"/>
                  <a:gd name="connsiteX7" fmla="*/ 4548770 w 4548770"/>
                  <a:gd name="connsiteY7" fmla="*/ 415482 h 1302860"/>
                  <a:gd name="connsiteX8" fmla="*/ 4548770 w 4548770"/>
                  <a:gd name="connsiteY8" fmla="*/ 851912 h 1302860"/>
                  <a:gd name="connsiteX9" fmla="*/ 4548770 w 4548770"/>
                  <a:gd name="connsiteY9" fmla="*/ 851912 h 1302860"/>
                  <a:gd name="connsiteX10" fmla="*/ 4548770 w 4548770"/>
                  <a:gd name="connsiteY10" fmla="*/ 1113773 h 1302860"/>
                  <a:gd name="connsiteX11" fmla="*/ 4548770 w 4548770"/>
                  <a:gd name="connsiteY11" fmla="*/ 1113769 h 1302860"/>
                  <a:gd name="connsiteX12" fmla="*/ 4374193 w 4548770"/>
                  <a:gd name="connsiteY12" fmla="*/ 1288346 h 1302860"/>
                  <a:gd name="connsiteX13" fmla="*/ 2462069 w 4548770"/>
                  <a:gd name="connsiteY13" fmla="*/ 1302860 h 1302860"/>
                  <a:gd name="connsiteX14" fmla="*/ 592840 w 4548770"/>
                  <a:gd name="connsiteY14" fmla="*/ 1288346 h 1302860"/>
                  <a:gd name="connsiteX15" fmla="*/ 418263 w 4548770"/>
                  <a:gd name="connsiteY15" fmla="*/ 1113769 h 1302860"/>
                  <a:gd name="connsiteX16" fmla="*/ 418263 w 4548770"/>
                  <a:gd name="connsiteY16" fmla="*/ 1113773 h 1302860"/>
                  <a:gd name="connsiteX17" fmla="*/ 418263 w 4548770"/>
                  <a:gd name="connsiteY17" fmla="*/ 851912 h 1302860"/>
                  <a:gd name="connsiteX18" fmla="*/ 418263 w 4548770"/>
                  <a:gd name="connsiteY18" fmla="*/ 851912 h 1302860"/>
                  <a:gd name="connsiteX19" fmla="*/ 418263 w 4548770"/>
                  <a:gd name="connsiteY19" fmla="*/ 415482 h 1302860"/>
                  <a:gd name="connsiteX0" fmla="*/ 213051 w 4343558"/>
                  <a:gd name="connsiteY0" fmla="*/ 387864 h 1275242"/>
                  <a:gd name="connsiteX1" fmla="*/ 387628 w 4343558"/>
                  <a:gd name="connsiteY1" fmla="*/ 213287 h 1275242"/>
                  <a:gd name="connsiteX2" fmla="*/ 998894 w 4343558"/>
                  <a:gd name="connsiteY2" fmla="*/ 213287 h 1275242"/>
                  <a:gd name="connsiteX3" fmla="*/ 1270162 w 4343558"/>
                  <a:gd name="connsiteY3" fmla="*/ 213287 h 1275242"/>
                  <a:gd name="connsiteX4" fmla="*/ 0 w 4343558"/>
                  <a:gd name="connsiteY4" fmla="*/ 0 h 1275242"/>
                  <a:gd name="connsiteX5" fmla="*/ 1673830 w 4343558"/>
                  <a:gd name="connsiteY5" fmla="*/ 217774 h 1275242"/>
                  <a:gd name="connsiteX6" fmla="*/ 4168981 w 4343558"/>
                  <a:gd name="connsiteY6" fmla="*/ 213287 h 1275242"/>
                  <a:gd name="connsiteX7" fmla="*/ 4343558 w 4343558"/>
                  <a:gd name="connsiteY7" fmla="*/ 387864 h 1275242"/>
                  <a:gd name="connsiteX8" fmla="*/ 4343558 w 4343558"/>
                  <a:gd name="connsiteY8" fmla="*/ 824294 h 1275242"/>
                  <a:gd name="connsiteX9" fmla="*/ 4343558 w 4343558"/>
                  <a:gd name="connsiteY9" fmla="*/ 824294 h 1275242"/>
                  <a:gd name="connsiteX10" fmla="*/ 4343558 w 4343558"/>
                  <a:gd name="connsiteY10" fmla="*/ 1086155 h 1275242"/>
                  <a:gd name="connsiteX11" fmla="*/ 4343558 w 4343558"/>
                  <a:gd name="connsiteY11" fmla="*/ 1086151 h 1275242"/>
                  <a:gd name="connsiteX12" fmla="*/ 4168981 w 4343558"/>
                  <a:gd name="connsiteY12" fmla="*/ 1260728 h 1275242"/>
                  <a:gd name="connsiteX13" fmla="*/ 2256857 w 4343558"/>
                  <a:gd name="connsiteY13" fmla="*/ 1275242 h 1275242"/>
                  <a:gd name="connsiteX14" fmla="*/ 387628 w 4343558"/>
                  <a:gd name="connsiteY14" fmla="*/ 1260728 h 1275242"/>
                  <a:gd name="connsiteX15" fmla="*/ 213051 w 4343558"/>
                  <a:gd name="connsiteY15" fmla="*/ 1086151 h 1275242"/>
                  <a:gd name="connsiteX16" fmla="*/ 213051 w 4343558"/>
                  <a:gd name="connsiteY16" fmla="*/ 1086155 h 1275242"/>
                  <a:gd name="connsiteX17" fmla="*/ 213051 w 4343558"/>
                  <a:gd name="connsiteY17" fmla="*/ 824294 h 1275242"/>
                  <a:gd name="connsiteX18" fmla="*/ 213051 w 4343558"/>
                  <a:gd name="connsiteY18" fmla="*/ 824294 h 1275242"/>
                  <a:gd name="connsiteX19" fmla="*/ 213051 w 4343558"/>
                  <a:gd name="connsiteY19" fmla="*/ 387864 h 127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43558" h="1275242">
                    <a:moveTo>
                      <a:pt x="213051" y="387864"/>
                    </a:moveTo>
                    <a:cubicBezTo>
                      <a:pt x="213051" y="291448"/>
                      <a:pt x="291212" y="213287"/>
                      <a:pt x="387628" y="213287"/>
                    </a:cubicBezTo>
                    <a:lnTo>
                      <a:pt x="998894" y="213287"/>
                    </a:lnTo>
                    <a:lnTo>
                      <a:pt x="1270162" y="213287"/>
                    </a:lnTo>
                    <a:lnTo>
                      <a:pt x="0" y="0"/>
                    </a:lnTo>
                    <a:lnTo>
                      <a:pt x="1673830" y="217774"/>
                    </a:lnTo>
                    <a:lnTo>
                      <a:pt x="4168981" y="213287"/>
                    </a:lnTo>
                    <a:cubicBezTo>
                      <a:pt x="4265397" y="213287"/>
                      <a:pt x="4343558" y="291448"/>
                      <a:pt x="4343558" y="387864"/>
                    </a:cubicBezTo>
                    <a:lnTo>
                      <a:pt x="4343558" y="824294"/>
                    </a:lnTo>
                    <a:lnTo>
                      <a:pt x="4343558" y="824294"/>
                    </a:lnTo>
                    <a:lnTo>
                      <a:pt x="4343558" y="1086155"/>
                    </a:lnTo>
                    <a:lnTo>
                      <a:pt x="4343558" y="1086151"/>
                    </a:lnTo>
                    <a:cubicBezTo>
                      <a:pt x="4343558" y="1182567"/>
                      <a:pt x="4265397" y="1260728"/>
                      <a:pt x="4168981" y="1260728"/>
                    </a:cubicBezTo>
                    <a:lnTo>
                      <a:pt x="2256857" y="1275242"/>
                    </a:lnTo>
                    <a:lnTo>
                      <a:pt x="387628" y="1260728"/>
                    </a:lnTo>
                    <a:cubicBezTo>
                      <a:pt x="291212" y="1260728"/>
                      <a:pt x="213051" y="1182567"/>
                      <a:pt x="213051" y="1086151"/>
                    </a:cubicBezTo>
                    <a:lnTo>
                      <a:pt x="213051" y="1086155"/>
                    </a:lnTo>
                    <a:lnTo>
                      <a:pt x="213051" y="824294"/>
                    </a:lnTo>
                    <a:lnTo>
                      <a:pt x="213051" y="824294"/>
                    </a:lnTo>
                    <a:lnTo>
                      <a:pt x="213051" y="387864"/>
                    </a:lnTo>
                    <a:close/>
                  </a:path>
                </a:pathLst>
              </a:custGeom>
              <a:blipFill>
                <a:blip r:embed="rId4"/>
                <a:stretch>
                  <a:fillRect/>
                </a:stretch>
              </a:blipFill>
              <a:ln w="19050" cap="flat" cmpd="sng" algn="ctr">
                <a:solidFill>
                  <a:srgbClr val="000000"/>
                </a:solidFill>
                <a:prstDash val="solid"/>
                <a:round/>
                <a:headEnd type="none" w="med" len="med"/>
                <a:tailEnd type="none" w="med" len="me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0" name="角丸四角形吹き出し 1">
                <a:extLst>
                  <a:ext uri="{FF2B5EF4-FFF2-40B4-BE49-F238E27FC236}">
                    <a16:creationId xmlns:a16="http://schemas.microsoft.com/office/drawing/2014/main" id="{19C6242E-6196-1217-BDF5-8D6CCEA672D5}"/>
                  </a:ext>
                </a:extLst>
              </p:cNvPr>
              <p:cNvSpPr/>
              <p:nvPr/>
            </p:nvSpPr>
            <p:spPr bwMode="auto">
              <a:xfrm>
                <a:off x="3644286" y="2233160"/>
                <a:ext cx="2799922" cy="2309605"/>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 name="connsiteX0" fmla="*/ 0 w 4130507"/>
                  <a:gd name="connsiteY0" fmla="*/ 2010331 h 2897709"/>
                  <a:gd name="connsiteX1" fmla="*/ 174577 w 4130507"/>
                  <a:gd name="connsiteY1" fmla="*/ 1835754 h 2897709"/>
                  <a:gd name="connsiteX2" fmla="*/ 785843 w 4130507"/>
                  <a:gd name="connsiteY2" fmla="*/ 1835754 h 2897709"/>
                  <a:gd name="connsiteX3" fmla="*/ 1057111 w 4130507"/>
                  <a:gd name="connsiteY3" fmla="*/ 1835754 h 2897709"/>
                  <a:gd name="connsiteX4" fmla="*/ 3447219 w 4130507"/>
                  <a:gd name="connsiteY4" fmla="*/ 0 h 2897709"/>
                  <a:gd name="connsiteX5" fmla="*/ 1460779 w 4130507"/>
                  <a:gd name="connsiteY5" fmla="*/ 1840241 h 2897709"/>
                  <a:gd name="connsiteX6" fmla="*/ 3955930 w 4130507"/>
                  <a:gd name="connsiteY6" fmla="*/ 1835754 h 2897709"/>
                  <a:gd name="connsiteX7" fmla="*/ 4130507 w 4130507"/>
                  <a:gd name="connsiteY7" fmla="*/ 2010331 h 2897709"/>
                  <a:gd name="connsiteX8" fmla="*/ 4130507 w 4130507"/>
                  <a:gd name="connsiteY8" fmla="*/ 2446761 h 2897709"/>
                  <a:gd name="connsiteX9" fmla="*/ 4130507 w 4130507"/>
                  <a:gd name="connsiteY9" fmla="*/ 2446761 h 2897709"/>
                  <a:gd name="connsiteX10" fmla="*/ 4130507 w 4130507"/>
                  <a:gd name="connsiteY10" fmla="*/ 2708622 h 2897709"/>
                  <a:gd name="connsiteX11" fmla="*/ 4130507 w 4130507"/>
                  <a:gd name="connsiteY11" fmla="*/ 2708618 h 2897709"/>
                  <a:gd name="connsiteX12" fmla="*/ 3955930 w 4130507"/>
                  <a:gd name="connsiteY12" fmla="*/ 2883195 h 2897709"/>
                  <a:gd name="connsiteX13" fmla="*/ 3442089 w 4130507"/>
                  <a:gd name="connsiteY13" fmla="*/ 2883195 h 2897709"/>
                  <a:gd name="connsiteX14" fmla="*/ 3220252 w 4130507"/>
                  <a:gd name="connsiteY14" fmla="*/ 2892233 h 2897709"/>
                  <a:gd name="connsiteX15" fmla="*/ 3069862 w 4130507"/>
                  <a:gd name="connsiteY15" fmla="*/ 2897709 h 2897709"/>
                  <a:gd name="connsiteX16" fmla="*/ 174577 w 4130507"/>
                  <a:gd name="connsiteY16" fmla="*/ 2883195 h 2897709"/>
                  <a:gd name="connsiteX17" fmla="*/ 0 w 4130507"/>
                  <a:gd name="connsiteY17" fmla="*/ 2708618 h 2897709"/>
                  <a:gd name="connsiteX18" fmla="*/ 0 w 4130507"/>
                  <a:gd name="connsiteY18" fmla="*/ 2708622 h 2897709"/>
                  <a:gd name="connsiteX19" fmla="*/ 0 w 4130507"/>
                  <a:gd name="connsiteY19" fmla="*/ 2446761 h 2897709"/>
                  <a:gd name="connsiteX20" fmla="*/ 0 w 4130507"/>
                  <a:gd name="connsiteY20" fmla="*/ 2446761 h 2897709"/>
                  <a:gd name="connsiteX21" fmla="*/ 0 w 4130507"/>
                  <a:gd name="connsiteY21" fmla="*/ 2010331 h 2897709"/>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1460779 w 4130507"/>
                  <a:gd name="connsiteY5" fmla="*/ 800010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2176447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51951 h 1839329"/>
                  <a:gd name="connsiteX1" fmla="*/ 174577 w 4130507"/>
                  <a:gd name="connsiteY1" fmla="*/ 777374 h 1839329"/>
                  <a:gd name="connsiteX2" fmla="*/ 785843 w 4130507"/>
                  <a:gd name="connsiteY2" fmla="*/ 777374 h 1839329"/>
                  <a:gd name="connsiteX3" fmla="*/ 2176447 w 4130507"/>
                  <a:gd name="connsiteY3" fmla="*/ 777374 h 1839329"/>
                  <a:gd name="connsiteX4" fmla="*/ 3418518 w 4130507"/>
                  <a:gd name="connsiteY4" fmla="*/ 0 h 1839329"/>
                  <a:gd name="connsiteX5" fmla="*/ 2694918 w 4130507"/>
                  <a:gd name="connsiteY5" fmla="*/ 790936 h 1839329"/>
                  <a:gd name="connsiteX6" fmla="*/ 3955930 w 4130507"/>
                  <a:gd name="connsiteY6" fmla="*/ 777374 h 1839329"/>
                  <a:gd name="connsiteX7" fmla="*/ 4130507 w 4130507"/>
                  <a:gd name="connsiteY7" fmla="*/ 951951 h 1839329"/>
                  <a:gd name="connsiteX8" fmla="*/ 4130507 w 4130507"/>
                  <a:gd name="connsiteY8" fmla="*/ 1388381 h 1839329"/>
                  <a:gd name="connsiteX9" fmla="*/ 4130507 w 4130507"/>
                  <a:gd name="connsiteY9" fmla="*/ 1388381 h 1839329"/>
                  <a:gd name="connsiteX10" fmla="*/ 4130507 w 4130507"/>
                  <a:gd name="connsiteY10" fmla="*/ 1650242 h 1839329"/>
                  <a:gd name="connsiteX11" fmla="*/ 4130507 w 4130507"/>
                  <a:gd name="connsiteY11" fmla="*/ 1650238 h 1839329"/>
                  <a:gd name="connsiteX12" fmla="*/ 3955930 w 4130507"/>
                  <a:gd name="connsiteY12" fmla="*/ 1824815 h 1839329"/>
                  <a:gd name="connsiteX13" fmla="*/ 3442089 w 4130507"/>
                  <a:gd name="connsiteY13" fmla="*/ 1824815 h 1839329"/>
                  <a:gd name="connsiteX14" fmla="*/ 3220252 w 4130507"/>
                  <a:gd name="connsiteY14" fmla="*/ 1833853 h 1839329"/>
                  <a:gd name="connsiteX15" fmla="*/ 3069862 w 4130507"/>
                  <a:gd name="connsiteY15" fmla="*/ 1839329 h 1839329"/>
                  <a:gd name="connsiteX16" fmla="*/ 174577 w 4130507"/>
                  <a:gd name="connsiteY16" fmla="*/ 1824815 h 1839329"/>
                  <a:gd name="connsiteX17" fmla="*/ 0 w 4130507"/>
                  <a:gd name="connsiteY17" fmla="*/ 1650238 h 1839329"/>
                  <a:gd name="connsiteX18" fmla="*/ 0 w 4130507"/>
                  <a:gd name="connsiteY18" fmla="*/ 1650242 h 1839329"/>
                  <a:gd name="connsiteX19" fmla="*/ 0 w 4130507"/>
                  <a:gd name="connsiteY19" fmla="*/ 1388381 h 1839329"/>
                  <a:gd name="connsiteX20" fmla="*/ 0 w 4130507"/>
                  <a:gd name="connsiteY20" fmla="*/ 1388381 h 1839329"/>
                  <a:gd name="connsiteX21" fmla="*/ 0 w 4130507"/>
                  <a:gd name="connsiteY21" fmla="*/ 951951 h 1839329"/>
                  <a:gd name="connsiteX0" fmla="*/ 0 w 4130507"/>
                  <a:gd name="connsiteY0" fmla="*/ 428324 h 1315702"/>
                  <a:gd name="connsiteX1" fmla="*/ 174577 w 4130507"/>
                  <a:gd name="connsiteY1" fmla="*/ 253747 h 1315702"/>
                  <a:gd name="connsiteX2" fmla="*/ 785843 w 4130507"/>
                  <a:gd name="connsiteY2" fmla="*/ 253747 h 1315702"/>
                  <a:gd name="connsiteX3" fmla="*/ 2176447 w 4130507"/>
                  <a:gd name="connsiteY3" fmla="*/ 253747 h 1315702"/>
                  <a:gd name="connsiteX4" fmla="*/ 3207745 w 4130507"/>
                  <a:gd name="connsiteY4" fmla="*/ 0 h 1315702"/>
                  <a:gd name="connsiteX5" fmla="*/ 2694918 w 4130507"/>
                  <a:gd name="connsiteY5" fmla="*/ 267309 h 1315702"/>
                  <a:gd name="connsiteX6" fmla="*/ 3955930 w 4130507"/>
                  <a:gd name="connsiteY6" fmla="*/ 253747 h 1315702"/>
                  <a:gd name="connsiteX7" fmla="*/ 4130507 w 4130507"/>
                  <a:gd name="connsiteY7" fmla="*/ 428324 h 1315702"/>
                  <a:gd name="connsiteX8" fmla="*/ 4130507 w 4130507"/>
                  <a:gd name="connsiteY8" fmla="*/ 864754 h 1315702"/>
                  <a:gd name="connsiteX9" fmla="*/ 4130507 w 4130507"/>
                  <a:gd name="connsiteY9" fmla="*/ 864754 h 1315702"/>
                  <a:gd name="connsiteX10" fmla="*/ 4130507 w 4130507"/>
                  <a:gd name="connsiteY10" fmla="*/ 1126615 h 1315702"/>
                  <a:gd name="connsiteX11" fmla="*/ 4130507 w 4130507"/>
                  <a:gd name="connsiteY11" fmla="*/ 1126611 h 1315702"/>
                  <a:gd name="connsiteX12" fmla="*/ 3955930 w 4130507"/>
                  <a:gd name="connsiteY12" fmla="*/ 1301188 h 1315702"/>
                  <a:gd name="connsiteX13" fmla="*/ 3442089 w 4130507"/>
                  <a:gd name="connsiteY13" fmla="*/ 1301188 h 1315702"/>
                  <a:gd name="connsiteX14" fmla="*/ 3220252 w 4130507"/>
                  <a:gd name="connsiteY14" fmla="*/ 1310226 h 1315702"/>
                  <a:gd name="connsiteX15" fmla="*/ 3069862 w 4130507"/>
                  <a:gd name="connsiteY15" fmla="*/ 1315702 h 1315702"/>
                  <a:gd name="connsiteX16" fmla="*/ 174577 w 4130507"/>
                  <a:gd name="connsiteY16" fmla="*/ 1301188 h 1315702"/>
                  <a:gd name="connsiteX17" fmla="*/ 0 w 4130507"/>
                  <a:gd name="connsiteY17" fmla="*/ 1126611 h 1315702"/>
                  <a:gd name="connsiteX18" fmla="*/ 0 w 4130507"/>
                  <a:gd name="connsiteY18" fmla="*/ 1126615 h 1315702"/>
                  <a:gd name="connsiteX19" fmla="*/ 0 w 4130507"/>
                  <a:gd name="connsiteY19" fmla="*/ 864754 h 1315702"/>
                  <a:gd name="connsiteX20" fmla="*/ 0 w 4130507"/>
                  <a:gd name="connsiteY20" fmla="*/ 864754 h 1315702"/>
                  <a:gd name="connsiteX21" fmla="*/ 0 w 4130507"/>
                  <a:gd name="connsiteY21" fmla="*/ 428324 h 1315702"/>
                  <a:gd name="connsiteX0" fmla="*/ 0 w 4130507"/>
                  <a:gd name="connsiteY0" fmla="*/ 428324 h 1315702"/>
                  <a:gd name="connsiteX1" fmla="*/ 174577 w 4130507"/>
                  <a:gd name="connsiteY1" fmla="*/ 253747 h 1315702"/>
                  <a:gd name="connsiteX2" fmla="*/ 785843 w 4130507"/>
                  <a:gd name="connsiteY2" fmla="*/ 253747 h 1315702"/>
                  <a:gd name="connsiteX3" fmla="*/ 2176447 w 4130507"/>
                  <a:gd name="connsiteY3" fmla="*/ 253747 h 1315702"/>
                  <a:gd name="connsiteX4" fmla="*/ 3207745 w 4130507"/>
                  <a:gd name="connsiteY4" fmla="*/ 0 h 1315702"/>
                  <a:gd name="connsiteX5" fmla="*/ 2694918 w 4130507"/>
                  <a:gd name="connsiteY5" fmla="*/ 267309 h 1315702"/>
                  <a:gd name="connsiteX6" fmla="*/ 3955930 w 4130507"/>
                  <a:gd name="connsiteY6" fmla="*/ 253747 h 1315702"/>
                  <a:gd name="connsiteX7" fmla="*/ 4130507 w 4130507"/>
                  <a:gd name="connsiteY7" fmla="*/ 428324 h 1315702"/>
                  <a:gd name="connsiteX8" fmla="*/ 4130507 w 4130507"/>
                  <a:gd name="connsiteY8" fmla="*/ 864754 h 1315702"/>
                  <a:gd name="connsiteX9" fmla="*/ 4130507 w 4130507"/>
                  <a:gd name="connsiteY9" fmla="*/ 864754 h 1315702"/>
                  <a:gd name="connsiteX10" fmla="*/ 4130507 w 4130507"/>
                  <a:gd name="connsiteY10" fmla="*/ 1126615 h 1315702"/>
                  <a:gd name="connsiteX11" fmla="*/ 4130507 w 4130507"/>
                  <a:gd name="connsiteY11" fmla="*/ 1126611 h 1315702"/>
                  <a:gd name="connsiteX12" fmla="*/ 3955930 w 4130507"/>
                  <a:gd name="connsiteY12" fmla="*/ 1301188 h 1315702"/>
                  <a:gd name="connsiteX13" fmla="*/ 3220252 w 4130507"/>
                  <a:gd name="connsiteY13" fmla="*/ 1310226 h 1315702"/>
                  <a:gd name="connsiteX14" fmla="*/ 3069862 w 4130507"/>
                  <a:gd name="connsiteY14" fmla="*/ 1315702 h 1315702"/>
                  <a:gd name="connsiteX15" fmla="*/ 174577 w 4130507"/>
                  <a:gd name="connsiteY15" fmla="*/ 1301188 h 1315702"/>
                  <a:gd name="connsiteX16" fmla="*/ 0 w 4130507"/>
                  <a:gd name="connsiteY16" fmla="*/ 1126611 h 1315702"/>
                  <a:gd name="connsiteX17" fmla="*/ 0 w 4130507"/>
                  <a:gd name="connsiteY17" fmla="*/ 1126615 h 1315702"/>
                  <a:gd name="connsiteX18" fmla="*/ 0 w 4130507"/>
                  <a:gd name="connsiteY18" fmla="*/ 864754 h 1315702"/>
                  <a:gd name="connsiteX19" fmla="*/ 0 w 4130507"/>
                  <a:gd name="connsiteY19" fmla="*/ 864754 h 1315702"/>
                  <a:gd name="connsiteX20" fmla="*/ 0 w 4130507"/>
                  <a:gd name="connsiteY20" fmla="*/ 428324 h 1315702"/>
                  <a:gd name="connsiteX0" fmla="*/ 0 w 4130507"/>
                  <a:gd name="connsiteY0" fmla="*/ 428324 h 1315702"/>
                  <a:gd name="connsiteX1" fmla="*/ 174577 w 4130507"/>
                  <a:gd name="connsiteY1" fmla="*/ 253747 h 1315702"/>
                  <a:gd name="connsiteX2" fmla="*/ 785843 w 4130507"/>
                  <a:gd name="connsiteY2" fmla="*/ 253747 h 1315702"/>
                  <a:gd name="connsiteX3" fmla="*/ 2176447 w 4130507"/>
                  <a:gd name="connsiteY3" fmla="*/ 253747 h 1315702"/>
                  <a:gd name="connsiteX4" fmla="*/ 3207745 w 4130507"/>
                  <a:gd name="connsiteY4" fmla="*/ 0 h 1315702"/>
                  <a:gd name="connsiteX5" fmla="*/ 2694918 w 4130507"/>
                  <a:gd name="connsiteY5" fmla="*/ 267309 h 1315702"/>
                  <a:gd name="connsiteX6" fmla="*/ 3955930 w 4130507"/>
                  <a:gd name="connsiteY6" fmla="*/ 253747 h 1315702"/>
                  <a:gd name="connsiteX7" fmla="*/ 4130507 w 4130507"/>
                  <a:gd name="connsiteY7" fmla="*/ 428324 h 1315702"/>
                  <a:gd name="connsiteX8" fmla="*/ 4130507 w 4130507"/>
                  <a:gd name="connsiteY8" fmla="*/ 864754 h 1315702"/>
                  <a:gd name="connsiteX9" fmla="*/ 4130507 w 4130507"/>
                  <a:gd name="connsiteY9" fmla="*/ 864754 h 1315702"/>
                  <a:gd name="connsiteX10" fmla="*/ 4130507 w 4130507"/>
                  <a:gd name="connsiteY10" fmla="*/ 1126615 h 1315702"/>
                  <a:gd name="connsiteX11" fmla="*/ 4130507 w 4130507"/>
                  <a:gd name="connsiteY11" fmla="*/ 1126611 h 1315702"/>
                  <a:gd name="connsiteX12" fmla="*/ 3955930 w 4130507"/>
                  <a:gd name="connsiteY12" fmla="*/ 1301188 h 1315702"/>
                  <a:gd name="connsiteX13" fmla="*/ 3069862 w 4130507"/>
                  <a:gd name="connsiteY13" fmla="*/ 1315702 h 1315702"/>
                  <a:gd name="connsiteX14" fmla="*/ 174577 w 4130507"/>
                  <a:gd name="connsiteY14" fmla="*/ 1301188 h 1315702"/>
                  <a:gd name="connsiteX15" fmla="*/ 0 w 4130507"/>
                  <a:gd name="connsiteY15" fmla="*/ 1126611 h 1315702"/>
                  <a:gd name="connsiteX16" fmla="*/ 0 w 4130507"/>
                  <a:gd name="connsiteY16" fmla="*/ 1126615 h 1315702"/>
                  <a:gd name="connsiteX17" fmla="*/ 0 w 4130507"/>
                  <a:gd name="connsiteY17" fmla="*/ 864754 h 1315702"/>
                  <a:gd name="connsiteX18" fmla="*/ 0 w 4130507"/>
                  <a:gd name="connsiteY18" fmla="*/ 864754 h 1315702"/>
                  <a:gd name="connsiteX19" fmla="*/ 0 w 4130507"/>
                  <a:gd name="connsiteY19" fmla="*/ 428324 h 1315702"/>
                  <a:gd name="connsiteX0" fmla="*/ 0 w 4130507"/>
                  <a:gd name="connsiteY0" fmla="*/ 428324 h 1315702"/>
                  <a:gd name="connsiteX1" fmla="*/ 174577 w 4130507"/>
                  <a:gd name="connsiteY1" fmla="*/ 253747 h 1315702"/>
                  <a:gd name="connsiteX2" fmla="*/ 785843 w 4130507"/>
                  <a:gd name="connsiteY2" fmla="*/ 253747 h 1315702"/>
                  <a:gd name="connsiteX3" fmla="*/ 2176447 w 4130507"/>
                  <a:gd name="connsiteY3" fmla="*/ 253747 h 1315702"/>
                  <a:gd name="connsiteX4" fmla="*/ 3207745 w 4130507"/>
                  <a:gd name="connsiteY4" fmla="*/ 0 h 1315702"/>
                  <a:gd name="connsiteX5" fmla="*/ 2694918 w 4130507"/>
                  <a:gd name="connsiteY5" fmla="*/ 267309 h 1315702"/>
                  <a:gd name="connsiteX6" fmla="*/ 3955930 w 4130507"/>
                  <a:gd name="connsiteY6" fmla="*/ 253747 h 1315702"/>
                  <a:gd name="connsiteX7" fmla="*/ 4130507 w 4130507"/>
                  <a:gd name="connsiteY7" fmla="*/ 428324 h 1315702"/>
                  <a:gd name="connsiteX8" fmla="*/ 4130507 w 4130507"/>
                  <a:gd name="connsiteY8" fmla="*/ 864754 h 1315702"/>
                  <a:gd name="connsiteX9" fmla="*/ 4130507 w 4130507"/>
                  <a:gd name="connsiteY9" fmla="*/ 864754 h 1315702"/>
                  <a:gd name="connsiteX10" fmla="*/ 4130507 w 4130507"/>
                  <a:gd name="connsiteY10" fmla="*/ 1126615 h 1315702"/>
                  <a:gd name="connsiteX11" fmla="*/ 4130507 w 4130507"/>
                  <a:gd name="connsiteY11" fmla="*/ 1126611 h 1315702"/>
                  <a:gd name="connsiteX12" fmla="*/ 3955930 w 4130507"/>
                  <a:gd name="connsiteY12" fmla="*/ 1301188 h 1315702"/>
                  <a:gd name="connsiteX13" fmla="*/ 2079231 w 4130507"/>
                  <a:gd name="connsiteY13" fmla="*/ 1315702 h 1315702"/>
                  <a:gd name="connsiteX14" fmla="*/ 174577 w 4130507"/>
                  <a:gd name="connsiteY14" fmla="*/ 1301188 h 1315702"/>
                  <a:gd name="connsiteX15" fmla="*/ 0 w 4130507"/>
                  <a:gd name="connsiteY15" fmla="*/ 1126611 h 1315702"/>
                  <a:gd name="connsiteX16" fmla="*/ 0 w 4130507"/>
                  <a:gd name="connsiteY16" fmla="*/ 1126615 h 1315702"/>
                  <a:gd name="connsiteX17" fmla="*/ 0 w 4130507"/>
                  <a:gd name="connsiteY17" fmla="*/ 864754 h 1315702"/>
                  <a:gd name="connsiteX18" fmla="*/ 0 w 4130507"/>
                  <a:gd name="connsiteY18" fmla="*/ 864754 h 1315702"/>
                  <a:gd name="connsiteX19" fmla="*/ 0 w 4130507"/>
                  <a:gd name="connsiteY19" fmla="*/ 428324 h 131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30507" h="1315702">
                    <a:moveTo>
                      <a:pt x="0" y="428324"/>
                    </a:moveTo>
                    <a:cubicBezTo>
                      <a:pt x="0" y="331908"/>
                      <a:pt x="78161" y="253747"/>
                      <a:pt x="174577" y="253747"/>
                    </a:cubicBezTo>
                    <a:lnTo>
                      <a:pt x="785843" y="253747"/>
                    </a:lnTo>
                    <a:lnTo>
                      <a:pt x="2176447" y="253747"/>
                    </a:lnTo>
                    <a:lnTo>
                      <a:pt x="3207745" y="0"/>
                    </a:lnTo>
                    <a:lnTo>
                      <a:pt x="2694918" y="267309"/>
                    </a:lnTo>
                    <a:lnTo>
                      <a:pt x="3955930" y="253747"/>
                    </a:lnTo>
                    <a:cubicBezTo>
                      <a:pt x="4052346" y="253747"/>
                      <a:pt x="4130507" y="331908"/>
                      <a:pt x="4130507" y="428324"/>
                    </a:cubicBezTo>
                    <a:lnTo>
                      <a:pt x="4130507" y="864754"/>
                    </a:lnTo>
                    <a:lnTo>
                      <a:pt x="4130507" y="864754"/>
                    </a:lnTo>
                    <a:lnTo>
                      <a:pt x="4130507" y="1126615"/>
                    </a:lnTo>
                    <a:lnTo>
                      <a:pt x="4130507" y="1126611"/>
                    </a:lnTo>
                    <a:cubicBezTo>
                      <a:pt x="4130507" y="1223027"/>
                      <a:pt x="4052346" y="1301188"/>
                      <a:pt x="3955930" y="1301188"/>
                    </a:cubicBezTo>
                    <a:lnTo>
                      <a:pt x="2079231" y="1315702"/>
                    </a:lnTo>
                    <a:lnTo>
                      <a:pt x="174577" y="1301188"/>
                    </a:lnTo>
                    <a:cubicBezTo>
                      <a:pt x="78161" y="1301188"/>
                      <a:pt x="0" y="1223027"/>
                      <a:pt x="0" y="1126611"/>
                    </a:cubicBezTo>
                    <a:lnTo>
                      <a:pt x="0" y="1126615"/>
                    </a:lnTo>
                    <a:lnTo>
                      <a:pt x="0" y="864754"/>
                    </a:lnTo>
                    <a:lnTo>
                      <a:pt x="0" y="864754"/>
                    </a:lnTo>
                    <a:lnTo>
                      <a:pt x="0" y="428324"/>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2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・充放電量に応じて蓄電池　　</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800" b="0" i="0" u="none" strike="noStrike" cap="none" normalizeH="0" baseline="0" dirty="0">
                    <a:ln>
                      <a:noFill/>
                    </a:ln>
                    <a:solidFill>
                      <a:schemeClr val="tx1"/>
                    </a:solidFill>
                    <a:effectLst/>
                    <a:latin typeface="Arial" charset="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の残量が増減する</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lang="en-US" altLang="ja-JP" sz="1800" b="0" dirty="0">
                    <a:ea typeface="ＭＳ Ｐゴシック" pitchFamily="50" charset="-128"/>
                  </a:rPr>
                  <a:t>→ </a:t>
                </a:r>
                <a14:m>
                  <m:oMath xmlns:m="http://schemas.openxmlformats.org/officeDocument/2006/math">
                    <m:sSub>
                      <m:sSubPr>
                        <m:ctrlPr>
                          <a:rPr lang="en-US" altLang="ja-JP" sz="1800" b="0" i="1" smtClean="0">
                            <a:latin typeface="Cambria Math" panose="02040503050406030204" pitchFamily="18" charset="0"/>
                            <a:ea typeface="ＭＳ Ｐゴシック" pitchFamily="50" charset="-128"/>
                          </a:rPr>
                        </m:ctrlPr>
                      </m:sSubPr>
                      <m:e>
                        <m:r>
                          <a:rPr lang="en-US" altLang="ja-JP" sz="1800" b="0" i="1" smtClean="0">
                            <a:latin typeface="Cambria Math" panose="02040503050406030204" pitchFamily="18" charset="0"/>
                            <a:ea typeface="ＭＳ Ｐゴシック" pitchFamily="50" charset="-128"/>
                          </a:rPr>
                          <m:t>𝑏</m:t>
                        </m:r>
                      </m:e>
                      <m:sub>
                        <m:r>
                          <a:rPr lang="en-US" altLang="ja-JP" sz="1800" b="0" i="1" smtClean="0">
                            <a:latin typeface="Cambria Math" panose="02040503050406030204" pitchFamily="18" charset="0"/>
                            <a:ea typeface="ＭＳ Ｐゴシック" pitchFamily="50" charset="-128"/>
                          </a:rPr>
                          <m:t>𝑘</m:t>
                        </m:r>
                      </m:sub>
                    </m:sSub>
                    <m:r>
                      <a:rPr lang="en-US" altLang="ja-JP" sz="1800" b="0" i="1" smtClean="0">
                        <a:latin typeface="Cambria Math" panose="02040503050406030204" pitchFamily="18" charset="0"/>
                        <a:ea typeface="ＭＳ Ｐゴシック" pitchFamily="50" charset="-128"/>
                      </a:rPr>
                      <m:t>=</m:t>
                    </m:r>
                    <m:r>
                      <a:rPr lang="en-US" altLang="ja-JP" sz="1800" b="0" i="1" smtClean="0">
                        <a:latin typeface="Cambria Math" panose="02040503050406030204" pitchFamily="18" charset="0"/>
                        <a:ea typeface="Cambria Math" panose="02040503050406030204" pitchFamily="18" charset="0"/>
                      </a:rPr>
                      <m:t>𝛼</m:t>
                    </m:r>
                    <m:sSub>
                      <m:sSubPr>
                        <m:ctrlPr>
                          <a:rPr lang="en-US" altLang="ja-JP" sz="1800" b="0" i="1" smtClean="0">
                            <a:latin typeface="Cambria Math" panose="02040503050406030204" pitchFamily="18" charset="0"/>
                            <a:ea typeface="ＭＳ Ｐゴシック" pitchFamily="50" charset="-128"/>
                          </a:rPr>
                        </m:ctrlPr>
                      </m:sSubPr>
                      <m:e>
                        <m:r>
                          <a:rPr lang="en-US" altLang="ja-JP" sz="1800" b="0" i="1" smtClean="0">
                            <a:latin typeface="Cambria Math" panose="02040503050406030204" pitchFamily="18" charset="0"/>
                            <a:ea typeface="ＭＳ Ｐゴシック" pitchFamily="50" charset="-128"/>
                          </a:rPr>
                          <m:t>𝑏</m:t>
                        </m:r>
                      </m:e>
                      <m:sub>
                        <m:r>
                          <a:rPr lang="en-US" altLang="ja-JP" sz="1800" b="0" i="1" smtClean="0">
                            <a:latin typeface="Cambria Math" panose="02040503050406030204" pitchFamily="18" charset="0"/>
                            <a:ea typeface="ＭＳ Ｐゴシック" pitchFamily="50" charset="-128"/>
                          </a:rPr>
                          <m:t>𝑘</m:t>
                        </m:r>
                        <m:r>
                          <a:rPr lang="en-US" altLang="ja-JP" sz="1800" b="0" i="1" smtClean="0">
                            <a:latin typeface="Cambria Math" panose="02040503050406030204" pitchFamily="18" charset="0"/>
                            <a:ea typeface="ＭＳ Ｐゴシック" pitchFamily="50" charset="-128"/>
                          </a:rPr>
                          <m:t>−1</m:t>
                        </m:r>
                      </m:sub>
                    </m:sSub>
                    <m:r>
                      <a:rPr lang="en-US" altLang="ja-JP" sz="1800" b="0" i="1" smtClean="0">
                        <a:latin typeface="Cambria Math" panose="02040503050406030204" pitchFamily="18" charset="0"/>
                        <a:ea typeface="ＭＳ Ｐゴシック" pitchFamily="50" charset="-128"/>
                      </a:rPr>
                      <m:t>+</m:t>
                    </m:r>
                    <m:sSubSup>
                      <m:sSubSupPr>
                        <m:ctrlPr>
                          <a:rPr lang="en-US" altLang="ja-JP" sz="1800" b="0" i="1" smtClean="0">
                            <a:latin typeface="Cambria Math" panose="02040503050406030204" pitchFamily="18" charset="0"/>
                            <a:ea typeface="ＭＳ Ｐゴシック" pitchFamily="50" charset="-128"/>
                          </a:rPr>
                        </m:ctrlPr>
                      </m:sSubSupPr>
                      <m:e>
                        <m:r>
                          <a:rPr lang="en-US" altLang="ja-JP" sz="1800" b="0" i="1" smtClean="0">
                            <a:latin typeface="Cambria Math" panose="02040503050406030204" pitchFamily="18" charset="0"/>
                            <a:ea typeface="ＭＳ Ｐゴシック" pitchFamily="50" charset="-128"/>
                          </a:rPr>
                          <m:t>𝑥</m:t>
                        </m:r>
                      </m:e>
                      <m:sub>
                        <m:r>
                          <a:rPr lang="en-US" altLang="ja-JP" sz="1800" b="0" i="1" smtClean="0">
                            <a:latin typeface="Cambria Math" panose="02040503050406030204" pitchFamily="18" charset="0"/>
                            <a:ea typeface="ＭＳ Ｐゴシック" pitchFamily="50" charset="-128"/>
                          </a:rPr>
                          <m:t>𝑘</m:t>
                        </m:r>
                      </m:sub>
                      <m:sup>
                        <m:r>
                          <m:rPr>
                            <m:sty m:val="p"/>
                          </m:rPr>
                          <a:rPr lang="en-US" altLang="ja-JP" sz="1800" b="0" i="0" smtClean="0">
                            <a:latin typeface="Cambria Math" panose="02040503050406030204" pitchFamily="18" charset="0"/>
                            <a:ea typeface="ＭＳ Ｐゴシック" pitchFamily="50" charset="-128"/>
                          </a:rPr>
                          <m:t>c</m:t>
                        </m:r>
                      </m:sup>
                    </m:sSubSup>
                    <m:r>
                      <a:rPr lang="en-US" altLang="ja-JP" sz="1800" b="0" i="1" smtClean="0">
                        <a:latin typeface="Cambria Math" panose="02040503050406030204" pitchFamily="18" charset="0"/>
                        <a:ea typeface="ＭＳ Ｐゴシック" pitchFamily="50" charset="-128"/>
                      </a:rPr>
                      <m:t>−</m:t>
                    </m:r>
                    <m:sSubSup>
                      <m:sSubSupPr>
                        <m:ctrlPr>
                          <a:rPr lang="en-US" altLang="ja-JP" sz="1800" b="0" i="1" smtClean="0">
                            <a:latin typeface="Cambria Math" panose="02040503050406030204" pitchFamily="18" charset="0"/>
                            <a:ea typeface="ＭＳ Ｐゴシック" pitchFamily="50" charset="-128"/>
                          </a:rPr>
                        </m:ctrlPr>
                      </m:sSubSupPr>
                      <m:e>
                        <m:r>
                          <a:rPr lang="en-US" altLang="ja-JP" sz="1800" b="0" i="1" smtClean="0">
                            <a:latin typeface="Cambria Math" panose="02040503050406030204" pitchFamily="18" charset="0"/>
                            <a:ea typeface="ＭＳ Ｐゴシック" pitchFamily="50" charset="-128"/>
                          </a:rPr>
                          <m:t>𝑥</m:t>
                        </m:r>
                      </m:e>
                      <m:sub>
                        <m:r>
                          <a:rPr lang="en-US" altLang="ja-JP" sz="1800" b="0" i="1" smtClean="0">
                            <a:latin typeface="Cambria Math" panose="02040503050406030204" pitchFamily="18" charset="0"/>
                            <a:ea typeface="ＭＳ Ｐゴシック" pitchFamily="50" charset="-128"/>
                          </a:rPr>
                          <m:t>𝑘</m:t>
                        </m:r>
                      </m:sub>
                      <m:sup>
                        <m:r>
                          <m:rPr>
                            <m:sty m:val="p"/>
                          </m:rPr>
                          <a:rPr lang="en-US" altLang="ja-JP" sz="1800" b="0" i="0" smtClean="0">
                            <a:latin typeface="Cambria Math" panose="02040503050406030204" pitchFamily="18" charset="0"/>
                            <a:ea typeface="ＭＳ Ｐゴシック" pitchFamily="50" charset="-128"/>
                          </a:rPr>
                          <m:t>D</m:t>
                        </m:r>
                      </m:sup>
                    </m:sSubSup>
                  </m:oMath>
                </a14:m>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・蓄電池の残量は</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lang="ja-JP" altLang="en-US" sz="1800">
                    <a:ea typeface="ＭＳ Ｐゴシック" pitchFamily="50" charset="-128"/>
                  </a:rPr>
                  <a:t>　</a:t>
                </a:r>
                <a:r>
                  <a:rPr kumimoji="1" lang="ja-JP" altLang="en-US" sz="1800" b="0" i="0" u="none" strike="noStrike" cap="none" normalizeH="0" baseline="0">
                    <a:ln>
                      <a:noFill/>
                    </a:ln>
                    <a:solidFill>
                      <a:schemeClr val="tx1"/>
                    </a:solidFill>
                    <a:effectLst/>
                    <a:latin typeface="Arial" charset="0"/>
                    <a:ea typeface="ＭＳ Ｐゴシック" pitchFamily="50" charset="-128"/>
                  </a:rPr>
                  <a:t>最大容量を超えない</a:t>
                </a: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algn="l"/>
                <a:r>
                  <a:rPr lang="en-US" altLang="ja-JP" sz="1800" dirty="0">
                    <a:ea typeface="ＭＳ Ｐゴシック" pitchFamily="50" charset="-128"/>
                  </a:rPr>
                  <a:t>→ </a:t>
                </a:r>
                <a14:m>
                  <m:oMath xmlns:m="http://schemas.openxmlformats.org/officeDocument/2006/math">
                    <m:sSub>
                      <m:sSubPr>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sSubPr>
                      <m:e>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𝑏</m:t>
                        </m:r>
                      </m:e>
                      <m: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sub>
                    </m:sSub>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≤274</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2</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r>
                      <m:rPr>
                        <m:sty m:val="p"/>
                      </m:rP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kWh</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oMath>
                </a14:m>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mc:Choice>
        <mc:Fallback>
          <p:sp>
            <p:nvSpPr>
              <p:cNvPr id="10" name="角丸四角形吹き出し 1">
                <a:extLst>
                  <a:ext uri="{FF2B5EF4-FFF2-40B4-BE49-F238E27FC236}">
                    <a16:creationId xmlns:a16="http://schemas.microsoft.com/office/drawing/2014/main" id="{19C6242E-6196-1217-BDF5-8D6CCEA672D5}"/>
                  </a:ext>
                </a:extLst>
              </p:cNvPr>
              <p:cNvSpPr>
                <a:spLocks noRot="1" noChangeAspect="1" noMove="1" noResize="1" noEditPoints="1" noAdjustHandles="1" noChangeArrowheads="1" noChangeShapeType="1" noTextEdit="1"/>
              </p:cNvSpPr>
              <p:nvPr/>
            </p:nvSpPr>
            <p:spPr bwMode="auto">
              <a:xfrm>
                <a:off x="3644286" y="2233160"/>
                <a:ext cx="2799922" cy="2309605"/>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785843 w 4130507"/>
                  <a:gd name="connsiteY2" fmla="*/ 1368181 h 2430136"/>
                  <a:gd name="connsiteX3" fmla="*/ 1057111 w 4130507"/>
                  <a:gd name="connsiteY3" fmla="*/ 1368181 h 2430136"/>
                  <a:gd name="connsiteX4" fmla="*/ 2909412 w 4130507"/>
                  <a:gd name="connsiteY4" fmla="*/ 0 h 2430136"/>
                  <a:gd name="connsiteX5" fmla="*/ 1460779 w 4130507"/>
                  <a:gd name="connsiteY5" fmla="*/ 1372668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301241 h 2188619"/>
                  <a:gd name="connsiteX1" fmla="*/ 174577 w 4130507"/>
                  <a:gd name="connsiteY1" fmla="*/ 1126664 h 2188619"/>
                  <a:gd name="connsiteX2" fmla="*/ 785843 w 4130507"/>
                  <a:gd name="connsiteY2" fmla="*/ 1126664 h 2188619"/>
                  <a:gd name="connsiteX3" fmla="*/ 1057111 w 4130507"/>
                  <a:gd name="connsiteY3" fmla="*/ 1126664 h 2188619"/>
                  <a:gd name="connsiteX4" fmla="*/ 706826 w 4130507"/>
                  <a:gd name="connsiteY4" fmla="*/ 0 h 2188619"/>
                  <a:gd name="connsiteX5" fmla="*/ 1460779 w 4130507"/>
                  <a:gd name="connsiteY5" fmla="*/ 1131151 h 2188619"/>
                  <a:gd name="connsiteX6" fmla="*/ 3955930 w 4130507"/>
                  <a:gd name="connsiteY6" fmla="*/ 1126664 h 2188619"/>
                  <a:gd name="connsiteX7" fmla="*/ 4130507 w 4130507"/>
                  <a:gd name="connsiteY7" fmla="*/ 1301241 h 2188619"/>
                  <a:gd name="connsiteX8" fmla="*/ 4130507 w 4130507"/>
                  <a:gd name="connsiteY8" fmla="*/ 1737671 h 2188619"/>
                  <a:gd name="connsiteX9" fmla="*/ 4130507 w 4130507"/>
                  <a:gd name="connsiteY9" fmla="*/ 1737671 h 2188619"/>
                  <a:gd name="connsiteX10" fmla="*/ 4130507 w 4130507"/>
                  <a:gd name="connsiteY10" fmla="*/ 1999532 h 2188619"/>
                  <a:gd name="connsiteX11" fmla="*/ 4130507 w 4130507"/>
                  <a:gd name="connsiteY11" fmla="*/ 1999528 h 2188619"/>
                  <a:gd name="connsiteX12" fmla="*/ 3955930 w 4130507"/>
                  <a:gd name="connsiteY12" fmla="*/ 2174105 h 2188619"/>
                  <a:gd name="connsiteX13" fmla="*/ 3442089 w 4130507"/>
                  <a:gd name="connsiteY13" fmla="*/ 2174105 h 2188619"/>
                  <a:gd name="connsiteX14" fmla="*/ 3220252 w 4130507"/>
                  <a:gd name="connsiteY14" fmla="*/ 2183143 h 2188619"/>
                  <a:gd name="connsiteX15" fmla="*/ 3069862 w 4130507"/>
                  <a:gd name="connsiteY15" fmla="*/ 2188619 h 2188619"/>
                  <a:gd name="connsiteX16" fmla="*/ 174577 w 4130507"/>
                  <a:gd name="connsiteY16" fmla="*/ 2174105 h 2188619"/>
                  <a:gd name="connsiteX17" fmla="*/ 0 w 4130507"/>
                  <a:gd name="connsiteY17" fmla="*/ 1999528 h 2188619"/>
                  <a:gd name="connsiteX18" fmla="*/ 0 w 4130507"/>
                  <a:gd name="connsiteY18" fmla="*/ 1999532 h 2188619"/>
                  <a:gd name="connsiteX19" fmla="*/ 0 w 4130507"/>
                  <a:gd name="connsiteY19" fmla="*/ 1737671 h 2188619"/>
                  <a:gd name="connsiteX20" fmla="*/ 0 w 4130507"/>
                  <a:gd name="connsiteY20" fmla="*/ 1737671 h 2188619"/>
                  <a:gd name="connsiteX21" fmla="*/ 0 w 4130507"/>
                  <a:gd name="connsiteY21" fmla="*/ 1301241 h 2188619"/>
                  <a:gd name="connsiteX0" fmla="*/ 681179 w 4811686"/>
                  <a:gd name="connsiteY0" fmla="*/ 866171 h 1753549"/>
                  <a:gd name="connsiteX1" fmla="*/ 855756 w 4811686"/>
                  <a:gd name="connsiteY1" fmla="*/ 691594 h 1753549"/>
                  <a:gd name="connsiteX2" fmla="*/ 1467022 w 4811686"/>
                  <a:gd name="connsiteY2" fmla="*/ 691594 h 1753549"/>
                  <a:gd name="connsiteX3" fmla="*/ 1738290 w 4811686"/>
                  <a:gd name="connsiteY3" fmla="*/ 691594 h 1753549"/>
                  <a:gd name="connsiteX4" fmla="*/ 0 w 4811686"/>
                  <a:gd name="connsiteY4" fmla="*/ 0 h 1753549"/>
                  <a:gd name="connsiteX5" fmla="*/ 2141958 w 4811686"/>
                  <a:gd name="connsiteY5" fmla="*/ 696081 h 1753549"/>
                  <a:gd name="connsiteX6" fmla="*/ 4637109 w 4811686"/>
                  <a:gd name="connsiteY6" fmla="*/ 691594 h 1753549"/>
                  <a:gd name="connsiteX7" fmla="*/ 4811686 w 4811686"/>
                  <a:gd name="connsiteY7" fmla="*/ 866171 h 1753549"/>
                  <a:gd name="connsiteX8" fmla="*/ 4811686 w 4811686"/>
                  <a:gd name="connsiteY8" fmla="*/ 1302601 h 1753549"/>
                  <a:gd name="connsiteX9" fmla="*/ 4811686 w 4811686"/>
                  <a:gd name="connsiteY9" fmla="*/ 1302601 h 1753549"/>
                  <a:gd name="connsiteX10" fmla="*/ 4811686 w 4811686"/>
                  <a:gd name="connsiteY10" fmla="*/ 1564462 h 1753549"/>
                  <a:gd name="connsiteX11" fmla="*/ 4811686 w 4811686"/>
                  <a:gd name="connsiteY11" fmla="*/ 1564458 h 1753549"/>
                  <a:gd name="connsiteX12" fmla="*/ 4637109 w 4811686"/>
                  <a:gd name="connsiteY12" fmla="*/ 1739035 h 1753549"/>
                  <a:gd name="connsiteX13" fmla="*/ 4123268 w 4811686"/>
                  <a:gd name="connsiteY13" fmla="*/ 1739035 h 1753549"/>
                  <a:gd name="connsiteX14" fmla="*/ 3901431 w 4811686"/>
                  <a:gd name="connsiteY14" fmla="*/ 1748073 h 1753549"/>
                  <a:gd name="connsiteX15" fmla="*/ 3751041 w 4811686"/>
                  <a:gd name="connsiteY15" fmla="*/ 1753549 h 1753549"/>
                  <a:gd name="connsiteX16" fmla="*/ 855756 w 4811686"/>
                  <a:gd name="connsiteY16" fmla="*/ 1739035 h 1753549"/>
                  <a:gd name="connsiteX17" fmla="*/ 681179 w 4811686"/>
                  <a:gd name="connsiteY17" fmla="*/ 1564458 h 1753549"/>
                  <a:gd name="connsiteX18" fmla="*/ 681179 w 4811686"/>
                  <a:gd name="connsiteY18" fmla="*/ 1564462 h 1753549"/>
                  <a:gd name="connsiteX19" fmla="*/ 681179 w 4811686"/>
                  <a:gd name="connsiteY19" fmla="*/ 1302601 h 1753549"/>
                  <a:gd name="connsiteX20" fmla="*/ 681179 w 4811686"/>
                  <a:gd name="connsiteY20" fmla="*/ 1302601 h 1753549"/>
                  <a:gd name="connsiteX21" fmla="*/ 681179 w 4811686"/>
                  <a:gd name="connsiteY21" fmla="*/ 866171 h 1753549"/>
                  <a:gd name="connsiteX0" fmla="*/ 0 w 4130507"/>
                  <a:gd name="connsiteY0" fmla="*/ 2010331 h 2897709"/>
                  <a:gd name="connsiteX1" fmla="*/ 174577 w 4130507"/>
                  <a:gd name="connsiteY1" fmla="*/ 1835754 h 2897709"/>
                  <a:gd name="connsiteX2" fmla="*/ 785843 w 4130507"/>
                  <a:gd name="connsiteY2" fmla="*/ 1835754 h 2897709"/>
                  <a:gd name="connsiteX3" fmla="*/ 1057111 w 4130507"/>
                  <a:gd name="connsiteY3" fmla="*/ 1835754 h 2897709"/>
                  <a:gd name="connsiteX4" fmla="*/ 3447219 w 4130507"/>
                  <a:gd name="connsiteY4" fmla="*/ 0 h 2897709"/>
                  <a:gd name="connsiteX5" fmla="*/ 1460779 w 4130507"/>
                  <a:gd name="connsiteY5" fmla="*/ 1840241 h 2897709"/>
                  <a:gd name="connsiteX6" fmla="*/ 3955930 w 4130507"/>
                  <a:gd name="connsiteY6" fmla="*/ 1835754 h 2897709"/>
                  <a:gd name="connsiteX7" fmla="*/ 4130507 w 4130507"/>
                  <a:gd name="connsiteY7" fmla="*/ 2010331 h 2897709"/>
                  <a:gd name="connsiteX8" fmla="*/ 4130507 w 4130507"/>
                  <a:gd name="connsiteY8" fmla="*/ 2446761 h 2897709"/>
                  <a:gd name="connsiteX9" fmla="*/ 4130507 w 4130507"/>
                  <a:gd name="connsiteY9" fmla="*/ 2446761 h 2897709"/>
                  <a:gd name="connsiteX10" fmla="*/ 4130507 w 4130507"/>
                  <a:gd name="connsiteY10" fmla="*/ 2708622 h 2897709"/>
                  <a:gd name="connsiteX11" fmla="*/ 4130507 w 4130507"/>
                  <a:gd name="connsiteY11" fmla="*/ 2708618 h 2897709"/>
                  <a:gd name="connsiteX12" fmla="*/ 3955930 w 4130507"/>
                  <a:gd name="connsiteY12" fmla="*/ 2883195 h 2897709"/>
                  <a:gd name="connsiteX13" fmla="*/ 3442089 w 4130507"/>
                  <a:gd name="connsiteY13" fmla="*/ 2883195 h 2897709"/>
                  <a:gd name="connsiteX14" fmla="*/ 3220252 w 4130507"/>
                  <a:gd name="connsiteY14" fmla="*/ 2892233 h 2897709"/>
                  <a:gd name="connsiteX15" fmla="*/ 3069862 w 4130507"/>
                  <a:gd name="connsiteY15" fmla="*/ 2897709 h 2897709"/>
                  <a:gd name="connsiteX16" fmla="*/ 174577 w 4130507"/>
                  <a:gd name="connsiteY16" fmla="*/ 2883195 h 2897709"/>
                  <a:gd name="connsiteX17" fmla="*/ 0 w 4130507"/>
                  <a:gd name="connsiteY17" fmla="*/ 2708618 h 2897709"/>
                  <a:gd name="connsiteX18" fmla="*/ 0 w 4130507"/>
                  <a:gd name="connsiteY18" fmla="*/ 2708622 h 2897709"/>
                  <a:gd name="connsiteX19" fmla="*/ 0 w 4130507"/>
                  <a:gd name="connsiteY19" fmla="*/ 2446761 h 2897709"/>
                  <a:gd name="connsiteX20" fmla="*/ 0 w 4130507"/>
                  <a:gd name="connsiteY20" fmla="*/ 2446761 h 2897709"/>
                  <a:gd name="connsiteX21" fmla="*/ 0 w 4130507"/>
                  <a:gd name="connsiteY21" fmla="*/ 2010331 h 2897709"/>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1460779 w 4130507"/>
                  <a:gd name="connsiteY5" fmla="*/ 800010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1057111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70100 h 1857478"/>
                  <a:gd name="connsiteX1" fmla="*/ 174577 w 4130507"/>
                  <a:gd name="connsiteY1" fmla="*/ 795523 h 1857478"/>
                  <a:gd name="connsiteX2" fmla="*/ 785843 w 4130507"/>
                  <a:gd name="connsiteY2" fmla="*/ 795523 h 1857478"/>
                  <a:gd name="connsiteX3" fmla="*/ 2176447 w 4130507"/>
                  <a:gd name="connsiteY3" fmla="*/ 795523 h 1857478"/>
                  <a:gd name="connsiteX4" fmla="*/ 2198729 w 4130507"/>
                  <a:gd name="connsiteY4" fmla="*/ 0 h 1857478"/>
                  <a:gd name="connsiteX5" fmla="*/ 2694918 w 4130507"/>
                  <a:gd name="connsiteY5" fmla="*/ 809085 h 1857478"/>
                  <a:gd name="connsiteX6" fmla="*/ 3955930 w 4130507"/>
                  <a:gd name="connsiteY6" fmla="*/ 795523 h 1857478"/>
                  <a:gd name="connsiteX7" fmla="*/ 4130507 w 4130507"/>
                  <a:gd name="connsiteY7" fmla="*/ 970100 h 1857478"/>
                  <a:gd name="connsiteX8" fmla="*/ 4130507 w 4130507"/>
                  <a:gd name="connsiteY8" fmla="*/ 1406530 h 1857478"/>
                  <a:gd name="connsiteX9" fmla="*/ 4130507 w 4130507"/>
                  <a:gd name="connsiteY9" fmla="*/ 1406530 h 1857478"/>
                  <a:gd name="connsiteX10" fmla="*/ 4130507 w 4130507"/>
                  <a:gd name="connsiteY10" fmla="*/ 1668391 h 1857478"/>
                  <a:gd name="connsiteX11" fmla="*/ 4130507 w 4130507"/>
                  <a:gd name="connsiteY11" fmla="*/ 1668387 h 1857478"/>
                  <a:gd name="connsiteX12" fmla="*/ 3955930 w 4130507"/>
                  <a:gd name="connsiteY12" fmla="*/ 1842964 h 1857478"/>
                  <a:gd name="connsiteX13" fmla="*/ 3442089 w 4130507"/>
                  <a:gd name="connsiteY13" fmla="*/ 1842964 h 1857478"/>
                  <a:gd name="connsiteX14" fmla="*/ 3220252 w 4130507"/>
                  <a:gd name="connsiteY14" fmla="*/ 1852002 h 1857478"/>
                  <a:gd name="connsiteX15" fmla="*/ 3069862 w 4130507"/>
                  <a:gd name="connsiteY15" fmla="*/ 1857478 h 1857478"/>
                  <a:gd name="connsiteX16" fmla="*/ 174577 w 4130507"/>
                  <a:gd name="connsiteY16" fmla="*/ 1842964 h 1857478"/>
                  <a:gd name="connsiteX17" fmla="*/ 0 w 4130507"/>
                  <a:gd name="connsiteY17" fmla="*/ 1668387 h 1857478"/>
                  <a:gd name="connsiteX18" fmla="*/ 0 w 4130507"/>
                  <a:gd name="connsiteY18" fmla="*/ 1668391 h 1857478"/>
                  <a:gd name="connsiteX19" fmla="*/ 0 w 4130507"/>
                  <a:gd name="connsiteY19" fmla="*/ 1406530 h 1857478"/>
                  <a:gd name="connsiteX20" fmla="*/ 0 w 4130507"/>
                  <a:gd name="connsiteY20" fmla="*/ 1406530 h 1857478"/>
                  <a:gd name="connsiteX21" fmla="*/ 0 w 4130507"/>
                  <a:gd name="connsiteY21" fmla="*/ 970100 h 1857478"/>
                  <a:gd name="connsiteX0" fmla="*/ 0 w 4130507"/>
                  <a:gd name="connsiteY0" fmla="*/ 951951 h 1839329"/>
                  <a:gd name="connsiteX1" fmla="*/ 174577 w 4130507"/>
                  <a:gd name="connsiteY1" fmla="*/ 777374 h 1839329"/>
                  <a:gd name="connsiteX2" fmla="*/ 785843 w 4130507"/>
                  <a:gd name="connsiteY2" fmla="*/ 777374 h 1839329"/>
                  <a:gd name="connsiteX3" fmla="*/ 2176447 w 4130507"/>
                  <a:gd name="connsiteY3" fmla="*/ 777374 h 1839329"/>
                  <a:gd name="connsiteX4" fmla="*/ 3418518 w 4130507"/>
                  <a:gd name="connsiteY4" fmla="*/ 0 h 1839329"/>
                  <a:gd name="connsiteX5" fmla="*/ 2694918 w 4130507"/>
                  <a:gd name="connsiteY5" fmla="*/ 790936 h 1839329"/>
                  <a:gd name="connsiteX6" fmla="*/ 3955930 w 4130507"/>
                  <a:gd name="connsiteY6" fmla="*/ 777374 h 1839329"/>
                  <a:gd name="connsiteX7" fmla="*/ 4130507 w 4130507"/>
                  <a:gd name="connsiteY7" fmla="*/ 951951 h 1839329"/>
                  <a:gd name="connsiteX8" fmla="*/ 4130507 w 4130507"/>
                  <a:gd name="connsiteY8" fmla="*/ 1388381 h 1839329"/>
                  <a:gd name="connsiteX9" fmla="*/ 4130507 w 4130507"/>
                  <a:gd name="connsiteY9" fmla="*/ 1388381 h 1839329"/>
                  <a:gd name="connsiteX10" fmla="*/ 4130507 w 4130507"/>
                  <a:gd name="connsiteY10" fmla="*/ 1650242 h 1839329"/>
                  <a:gd name="connsiteX11" fmla="*/ 4130507 w 4130507"/>
                  <a:gd name="connsiteY11" fmla="*/ 1650238 h 1839329"/>
                  <a:gd name="connsiteX12" fmla="*/ 3955930 w 4130507"/>
                  <a:gd name="connsiteY12" fmla="*/ 1824815 h 1839329"/>
                  <a:gd name="connsiteX13" fmla="*/ 3442089 w 4130507"/>
                  <a:gd name="connsiteY13" fmla="*/ 1824815 h 1839329"/>
                  <a:gd name="connsiteX14" fmla="*/ 3220252 w 4130507"/>
                  <a:gd name="connsiteY14" fmla="*/ 1833853 h 1839329"/>
                  <a:gd name="connsiteX15" fmla="*/ 3069862 w 4130507"/>
                  <a:gd name="connsiteY15" fmla="*/ 1839329 h 1839329"/>
                  <a:gd name="connsiteX16" fmla="*/ 174577 w 4130507"/>
                  <a:gd name="connsiteY16" fmla="*/ 1824815 h 1839329"/>
                  <a:gd name="connsiteX17" fmla="*/ 0 w 4130507"/>
                  <a:gd name="connsiteY17" fmla="*/ 1650238 h 1839329"/>
                  <a:gd name="connsiteX18" fmla="*/ 0 w 4130507"/>
                  <a:gd name="connsiteY18" fmla="*/ 1650242 h 1839329"/>
                  <a:gd name="connsiteX19" fmla="*/ 0 w 4130507"/>
                  <a:gd name="connsiteY19" fmla="*/ 1388381 h 1839329"/>
                  <a:gd name="connsiteX20" fmla="*/ 0 w 4130507"/>
                  <a:gd name="connsiteY20" fmla="*/ 1388381 h 1839329"/>
                  <a:gd name="connsiteX21" fmla="*/ 0 w 4130507"/>
                  <a:gd name="connsiteY21" fmla="*/ 951951 h 1839329"/>
                  <a:gd name="connsiteX0" fmla="*/ 0 w 4130507"/>
                  <a:gd name="connsiteY0" fmla="*/ 428324 h 1315702"/>
                  <a:gd name="connsiteX1" fmla="*/ 174577 w 4130507"/>
                  <a:gd name="connsiteY1" fmla="*/ 253747 h 1315702"/>
                  <a:gd name="connsiteX2" fmla="*/ 785843 w 4130507"/>
                  <a:gd name="connsiteY2" fmla="*/ 253747 h 1315702"/>
                  <a:gd name="connsiteX3" fmla="*/ 2176447 w 4130507"/>
                  <a:gd name="connsiteY3" fmla="*/ 253747 h 1315702"/>
                  <a:gd name="connsiteX4" fmla="*/ 3207745 w 4130507"/>
                  <a:gd name="connsiteY4" fmla="*/ 0 h 1315702"/>
                  <a:gd name="connsiteX5" fmla="*/ 2694918 w 4130507"/>
                  <a:gd name="connsiteY5" fmla="*/ 267309 h 1315702"/>
                  <a:gd name="connsiteX6" fmla="*/ 3955930 w 4130507"/>
                  <a:gd name="connsiteY6" fmla="*/ 253747 h 1315702"/>
                  <a:gd name="connsiteX7" fmla="*/ 4130507 w 4130507"/>
                  <a:gd name="connsiteY7" fmla="*/ 428324 h 1315702"/>
                  <a:gd name="connsiteX8" fmla="*/ 4130507 w 4130507"/>
                  <a:gd name="connsiteY8" fmla="*/ 864754 h 1315702"/>
                  <a:gd name="connsiteX9" fmla="*/ 4130507 w 4130507"/>
                  <a:gd name="connsiteY9" fmla="*/ 864754 h 1315702"/>
                  <a:gd name="connsiteX10" fmla="*/ 4130507 w 4130507"/>
                  <a:gd name="connsiteY10" fmla="*/ 1126615 h 1315702"/>
                  <a:gd name="connsiteX11" fmla="*/ 4130507 w 4130507"/>
                  <a:gd name="connsiteY11" fmla="*/ 1126611 h 1315702"/>
                  <a:gd name="connsiteX12" fmla="*/ 3955930 w 4130507"/>
                  <a:gd name="connsiteY12" fmla="*/ 1301188 h 1315702"/>
                  <a:gd name="connsiteX13" fmla="*/ 3442089 w 4130507"/>
                  <a:gd name="connsiteY13" fmla="*/ 1301188 h 1315702"/>
                  <a:gd name="connsiteX14" fmla="*/ 3220252 w 4130507"/>
                  <a:gd name="connsiteY14" fmla="*/ 1310226 h 1315702"/>
                  <a:gd name="connsiteX15" fmla="*/ 3069862 w 4130507"/>
                  <a:gd name="connsiteY15" fmla="*/ 1315702 h 1315702"/>
                  <a:gd name="connsiteX16" fmla="*/ 174577 w 4130507"/>
                  <a:gd name="connsiteY16" fmla="*/ 1301188 h 1315702"/>
                  <a:gd name="connsiteX17" fmla="*/ 0 w 4130507"/>
                  <a:gd name="connsiteY17" fmla="*/ 1126611 h 1315702"/>
                  <a:gd name="connsiteX18" fmla="*/ 0 w 4130507"/>
                  <a:gd name="connsiteY18" fmla="*/ 1126615 h 1315702"/>
                  <a:gd name="connsiteX19" fmla="*/ 0 w 4130507"/>
                  <a:gd name="connsiteY19" fmla="*/ 864754 h 1315702"/>
                  <a:gd name="connsiteX20" fmla="*/ 0 w 4130507"/>
                  <a:gd name="connsiteY20" fmla="*/ 864754 h 1315702"/>
                  <a:gd name="connsiteX21" fmla="*/ 0 w 4130507"/>
                  <a:gd name="connsiteY21" fmla="*/ 428324 h 1315702"/>
                  <a:gd name="connsiteX0" fmla="*/ 0 w 4130507"/>
                  <a:gd name="connsiteY0" fmla="*/ 428324 h 1315702"/>
                  <a:gd name="connsiteX1" fmla="*/ 174577 w 4130507"/>
                  <a:gd name="connsiteY1" fmla="*/ 253747 h 1315702"/>
                  <a:gd name="connsiteX2" fmla="*/ 785843 w 4130507"/>
                  <a:gd name="connsiteY2" fmla="*/ 253747 h 1315702"/>
                  <a:gd name="connsiteX3" fmla="*/ 2176447 w 4130507"/>
                  <a:gd name="connsiteY3" fmla="*/ 253747 h 1315702"/>
                  <a:gd name="connsiteX4" fmla="*/ 3207745 w 4130507"/>
                  <a:gd name="connsiteY4" fmla="*/ 0 h 1315702"/>
                  <a:gd name="connsiteX5" fmla="*/ 2694918 w 4130507"/>
                  <a:gd name="connsiteY5" fmla="*/ 267309 h 1315702"/>
                  <a:gd name="connsiteX6" fmla="*/ 3955930 w 4130507"/>
                  <a:gd name="connsiteY6" fmla="*/ 253747 h 1315702"/>
                  <a:gd name="connsiteX7" fmla="*/ 4130507 w 4130507"/>
                  <a:gd name="connsiteY7" fmla="*/ 428324 h 1315702"/>
                  <a:gd name="connsiteX8" fmla="*/ 4130507 w 4130507"/>
                  <a:gd name="connsiteY8" fmla="*/ 864754 h 1315702"/>
                  <a:gd name="connsiteX9" fmla="*/ 4130507 w 4130507"/>
                  <a:gd name="connsiteY9" fmla="*/ 864754 h 1315702"/>
                  <a:gd name="connsiteX10" fmla="*/ 4130507 w 4130507"/>
                  <a:gd name="connsiteY10" fmla="*/ 1126615 h 1315702"/>
                  <a:gd name="connsiteX11" fmla="*/ 4130507 w 4130507"/>
                  <a:gd name="connsiteY11" fmla="*/ 1126611 h 1315702"/>
                  <a:gd name="connsiteX12" fmla="*/ 3955930 w 4130507"/>
                  <a:gd name="connsiteY12" fmla="*/ 1301188 h 1315702"/>
                  <a:gd name="connsiteX13" fmla="*/ 3220252 w 4130507"/>
                  <a:gd name="connsiteY13" fmla="*/ 1310226 h 1315702"/>
                  <a:gd name="connsiteX14" fmla="*/ 3069862 w 4130507"/>
                  <a:gd name="connsiteY14" fmla="*/ 1315702 h 1315702"/>
                  <a:gd name="connsiteX15" fmla="*/ 174577 w 4130507"/>
                  <a:gd name="connsiteY15" fmla="*/ 1301188 h 1315702"/>
                  <a:gd name="connsiteX16" fmla="*/ 0 w 4130507"/>
                  <a:gd name="connsiteY16" fmla="*/ 1126611 h 1315702"/>
                  <a:gd name="connsiteX17" fmla="*/ 0 w 4130507"/>
                  <a:gd name="connsiteY17" fmla="*/ 1126615 h 1315702"/>
                  <a:gd name="connsiteX18" fmla="*/ 0 w 4130507"/>
                  <a:gd name="connsiteY18" fmla="*/ 864754 h 1315702"/>
                  <a:gd name="connsiteX19" fmla="*/ 0 w 4130507"/>
                  <a:gd name="connsiteY19" fmla="*/ 864754 h 1315702"/>
                  <a:gd name="connsiteX20" fmla="*/ 0 w 4130507"/>
                  <a:gd name="connsiteY20" fmla="*/ 428324 h 1315702"/>
                  <a:gd name="connsiteX0" fmla="*/ 0 w 4130507"/>
                  <a:gd name="connsiteY0" fmla="*/ 428324 h 1315702"/>
                  <a:gd name="connsiteX1" fmla="*/ 174577 w 4130507"/>
                  <a:gd name="connsiteY1" fmla="*/ 253747 h 1315702"/>
                  <a:gd name="connsiteX2" fmla="*/ 785843 w 4130507"/>
                  <a:gd name="connsiteY2" fmla="*/ 253747 h 1315702"/>
                  <a:gd name="connsiteX3" fmla="*/ 2176447 w 4130507"/>
                  <a:gd name="connsiteY3" fmla="*/ 253747 h 1315702"/>
                  <a:gd name="connsiteX4" fmla="*/ 3207745 w 4130507"/>
                  <a:gd name="connsiteY4" fmla="*/ 0 h 1315702"/>
                  <a:gd name="connsiteX5" fmla="*/ 2694918 w 4130507"/>
                  <a:gd name="connsiteY5" fmla="*/ 267309 h 1315702"/>
                  <a:gd name="connsiteX6" fmla="*/ 3955930 w 4130507"/>
                  <a:gd name="connsiteY6" fmla="*/ 253747 h 1315702"/>
                  <a:gd name="connsiteX7" fmla="*/ 4130507 w 4130507"/>
                  <a:gd name="connsiteY7" fmla="*/ 428324 h 1315702"/>
                  <a:gd name="connsiteX8" fmla="*/ 4130507 w 4130507"/>
                  <a:gd name="connsiteY8" fmla="*/ 864754 h 1315702"/>
                  <a:gd name="connsiteX9" fmla="*/ 4130507 w 4130507"/>
                  <a:gd name="connsiteY9" fmla="*/ 864754 h 1315702"/>
                  <a:gd name="connsiteX10" fmla="*/ 4130507 w 4130507"/>
                  <a:gd name="connsiteY10" fmla="*/ 1126615 h 1315702"/>
                  <a:gd name="connsiteX11" fmla="*/ 4130507 w 4130507"/>
                  <a:gd name="connsiteY11" fmla="*/ 1126611 h 1315702"/>
                  <a:gd name="connsiteX12" fmla="*/ 3955930 w 4130507"/>
                  <a:gd name="connsiteY12" fmla="*/ 1301188 h 1315702"/>
                  <a:gd name="connsiteX13" fmla="*/ 3069862 w 4130507"/>
                  <a:gd name="connsiteY13" fmla="*/ 1315702 h 1315702"/>
                  <a:gd name="connsiteX14" fmla="*/ 174577 w 4130507"/>
                  <a:gd name="connsiteY14" fmla="*/ 1301188 h 1315702"/>
                  <a:gd name="connsiteX15" fmla="*/ 0 w 4130507"/>
                  <a:gd name="connsiteY15" fmla="*/ 1126611 h 1315702"/>
                  <a:gd name="connsiteX16" fmla="*/ 0 w 4130507"/>
                  <a:gd name="connsiteY16" fmla="*/ 1126615 h 1315702"/>
                  <a:gd name="connsiteX17" fmla="*/ 0 w 4130507"/>
                  <a:gd name="connsiteY17" fmla="*/ 864754 h 1315702"/>
                  <a:gd name="connsiteX18" fmla="*/ 0 w 4130507"/>
                  <a:gd name="connsiteY18" fmla="*/ 864754 h 1315702"/>
                  <a:gd name="connsiteX19" fmla="*/ 0 w 4130507"/>
                  <a:gd name="connsiteY19" fmla="*/ 428324 h 1315702"/>
                  <a:gd name="connsiteX0" fmla="*/ 0 w 4130507"/>
                  <a:gd name="connsiteY0" fmla="*/ 428324 h 1315702"/>
                  <a:gd name="connsiteX1" fmla="*/ 174577 w 4130507"/>
                  <a:gd name="connsiteY1" fmla="*/ 253747 h 1315702"/>
                  <a:gd name="connsiteX2" fmla="*/ 785843 w 4130507"/>
                  <a:gd name="connsiteY2" fmla="*/ 253747 h 1315702"/>
                  <a:gd name="connsiteX3" fmla="*/ 2176447 w 4130507"/>
                  <a:gd name="connsiteY3" fmla="*/ 253747 h 1315702"/>
                  <a:gd name="connsiteX4" fmla="*/ 3207745 w 4130507"/>
                  <a:gd name="connsiteY4" fmla="*/ 0 h 1315702"/>
                  <a:gd name="connsiteX5" fmla="*/ 2694918 w 4130507"/>
                  <a:gd name="connsiteY5" fmla="*/ 267309 h 1315702"/>
                  <a:gd name="connsiteX6" fmla="*/ 3955930 w 4130507"/>
                  <a:gd name="connsiteY6" fmla="*/ 253747 h 1315702"/>
                  <a:gd name="connsiteX7" fmla="*/ 4130507 w 4130507"/>
                  <a:gd name="connsiteY7" fmla="*/ 428324 h 1315702"/>
                  <a:gd name="connsiteX8" fmla="*/ 4130507 w 4130507"/>
                  <a:gd name="connsiteY8" fmla="*/ 864754 h 1315702"/>
                  <a:gd name="connsiteX9" fmla="*/ 4130507 w 4130507"/>
                  <a:gd name="connsiteY9" fmla="*/ 864754 h 1315702"/>
                  <a:gd name="connsiteX10" fmla="*/ 4130507 w 4130507"/>
                  <a:gd name="connsiteY10" fmla="*/ 1126615 h 1315702"/>
                  <a:gd name="connsiteX11" fmla="*/ 4130507 w 4130507"/>
                  <a:gd name="connsiteY11" fmla="*/ 1126611 h 1315702"/>
                  <a:gd name="connsiteX12" fmla="*/ 3955930 w 4130507"/>
                  <a:gd name="connsiteY12" fmla="*/ 1301188 h 1315702"/>
                  <a:gd name="connsiteX13" fmla="*/ 2079231 w 4130507"/>
                  <a:gd name="connsiteY13" fmla="*/ 1315702 h 1315702"/>
                  <a:gd name="connsiteX14" fmla="*/ 174577 w 4130507"/>
                  <a:gd name="connsiteY14" fmla="*/ 1301188 h 1315702"/>
                  <a:gd name="connsiteX15" fmla="*/ 0 w 4130507"/>
                  <a:gd name="connsiteY15" fmla="*/ 1126611 h 1315702"/>
                  <a:gd name="connsiteX16" fmla="*/ 0 w 4130507"/>
                  <a:gd name="connsiteY16" fmla="*/ 1126615 h 1315702"/>
                  <a:gd name="connsiteX17" fmla="*/ 0 w 4130507"/>
                  <a:gd name="connsiteY17" fmla="*/ 864754 h 1315702"/>
                  <a:gd name="connsiteX18" fmla="*/ 0 w 4130507"/>
                  <a:gd name="connsiteY18" fmla="*/ 864754 h 1315702"/>
                  <a:gd name="connsiteX19" fmla="*/ 0 w 4130507"/>
                  <a:gd name="connsiteY19" fmla="*/ 428324 h 131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30507" h="1315702">
                    <a:moveTo>
                      <a:pt x="0" y="428324"/>
                    </a:moveTo>
                    <a:cubicBezTo>
                      <a:pt x="0" y="331908"/>
                      <a:pt x="78161" y="253747"/>
                      <a:pt x="174577" y="253747"/>
                    </a:cubicBezTo>
                    <a:lnTo>
                      <a:pt x="785843" y="253747"/>
                    </a:lnTo>
                    <a:lnTo>
                      <a:pt x="2176447" y="253747"/>
                    </a:lnTo>
                    <a:lnTo>
                      <a:pt x="3207745" y="0"/>
                    </a:lnTo>
                    <a:lnTo>
                      <a:pt x="2694918" y="267309"/>
                    </a:lnTo>
                    <a:lnTo>
                      <a:pt x="3955930" y="253747"/>
                    </a:lnTo>
                    <a:cubicBezTo>
                      <a:pt x="4052346" y="253747"/>
                      <a:pt x="4130507" y="331908"/>
                      <a:pt x="4130507" y="428324"/>
                    </a:cubicBezTo>
                    <a:lnTo>
                      <a:pt x="4130507" y="864754"/>
                    </a:lnTo>
                    <a:lnTo>
                      <a:pt x="4130507" y="864754"/>
                    </a:lnTo>
                    <a:lnTo>
                      <a:pt x="4130507" y="1126615"/>
                    </a:lnTo>
                    <a:lnTo>
                      <a:pt x="4130507" y="1126611"/>
                    </a:lnTo>
                    <a:cubicBezTo>
                      <a:pt x="4130507" y="1223027"/>
                      <a:pt x="4052346" y="1301188"/>
                      <a:pt x="3955930" y="1301188"/>
                    </a:cubicBezTo>
                    <a:lnTo>
                      <a:pt x="2079231" y="1315702"/>
                    </a:lnTo>
                    <a:lnTo>
                      <a:pt x="174577" y="1301188"/>
                    </a:lnTo>
                    <a:cubicBezTo>
                      <a:pt x="78161" y="1301188"/>
                      <a:pt x="0" y="1223027"/>
                      <a:pt x="0" y="1126611"/>
                    </a:cubicBezTo>
                    <a:lnTo>
                      <a:pt x="0" y="1126615"/>
                    </a:lnTo>
                    <a:lnTo>
                      <a:pt x="0" y="864754"/>
                    </a:lnTo>
                    <a:lnTo>
                      <a:pt x="0" y="864754"/>
                    </a:lnTo>
                    <a:lnTo>
                      <a:pt x="0" y="428324"/>
                    </a:lnTo>
                    <a:close/>
                  </a:path>
                </a:pathLst>
              </a:custGeom>
              <a:blipFill>
                <a:blip r:embed="rId5"/>
                <a:stretch>
                  <a:fillRect l="-1794"/>
                </a:stretch>
              </a:blipFill>
              <a:ln w="19050" cap="flat" cmpd="sng" algn="ctr">
                <a:solidFill>
                  <a:srgbClr val="000000"/>
                </a:solidFill>
                <a:prstDash val="solid"/>
                <a:round/>
                <a:headEnd type="none" w="med" len="med"/>
                <a:tailEnd type="none" w="med" len="med"/>
              </a:ln>
              <a:effectLst/>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角丸四角形吹き出し 1">
                <a:extLst>
                  <a:ext uri="{FF2B5EF4-FFF2-40B4-BE49-F238E27FC236}">
                    <a16:creationId xmlns:a16="http://schemas.microsoft.com/office/drawing/2014/main" id="{3C587B78-A0C0-92BD-3A07-D314AB5D300C}"/>
                  </a:ext>
                </a:extLst>
              </p:cNvPr>
              <p:cNvSpPr/>
              <p:nvPr/>
            </p:nvSpPr>
            <p:spPr bwMode="auto">
              <a:xfrm>
                <a:off x="179512" y="1046796"/>
                <a:ext cx="4615062" cy="1474796"/>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251447"/>
                  <a:gd name="connsiteY0" fmla="*/ 174577 h 1291660"/>
                  <a:gd name="connsiteX1" fmla="*/ 174577 w 4251447"/>
                  <a:gd name="connsiteY1" fmla="*/ 0 h 1291660"/>
                  <a:gd name="connsiteX2" fmla="*/ 2409462 w 4251447"/>
                  <a:gd name="connsiteY2" fmla="*/ 0 h 1291660"/>
                  <a:gd name="connsiteX3" fmla="*/ 2409462 w 4251447"/>
                  <a:gd name="connsiteY3" fmla="*/ 0 h 1291660"/>
                  <a:gd name="connsiteX4" fmla="*/ 3442089 w 4251447"/>
                  <a:gd name="connsiteY4" fmla="*/ 0 h 1291660"/>
                  <a:gd name="connsiteX5" fmla="*/ 3955930 w 4251447"/>
                  <a:gd name="connsiteY5" fmla="*/ 0 h 1291660"/>
                  <a:gd name="connsiteX6" fmla="*/ 4130507 w 4251447"/>
                  <a:gd name="connsiteY6" fmla="*/ 174577 h 1291660"/>
                  <a:gd name="connsiteX7" fmla="*/ 4130507 w 4251447"/>
                  <a:gd name="connsiteY7" fmla="*/ 611007 h 1291660"/>
                  <a:gd name="connsiteX8" fmla="*/ 4130507 w 4251447"/>
                  <a:gd name="connsiteY8" fmla="*/ 611007 h 1291660"/>
                  <a:gd name="connsiteX9" fmla="*/ 4130507 w 4251447"/>
                  <a:gd name="connsiteY9" fmla="*/ 872868 h 1291660"/>
                  <a:gd name="connsiteX10" fmla="*/ 4130507 w 4251447"/>
                  <a:gd name="connsiteY10" fmla="*/ 872864 h 1291660"/>
                  <a:gd name="connsiteX11" fmla="*/ 3955930 w 4251447"/>
                  <a:gd name="connsiteY11" fmla="*/ 1047441 h 1291660"/>
                  <a:gd name="connsiteX12" fmla="*/ 3442089 w 4251447"/>
                  <a:gd name="connsiteY12" fmla="*/ 1047441 h 1291660"/>
                  <a:gd name="connsiteX13" fmla="*/ 4251447 w 4251447"/>
                  <a:gd name="connsiteY13" fmla="*/ 1291660 h 1291660"/>
                  <a:gd name="connsiteX14" fmla="*/ 3069862 w 4251447"/>
                  <a:gd name="connsiteY14" fmla="*/ 1061955 h 1291660"/>
                  <a:gd name="connsiteX15" fmla="*/ 174577 w 4251447"/>
                  <a:gd name="connsiteY15" fmla="*/ 1047441 h 1291660"/>
                  <a:gd name="connsiteX16" fmla="*/ 0 w 4251447"/>
                  <a:gd name="connsiteY16" fmla="*/ 872864 h 1291660"/>
                  <a:gd name="connsiteX17" fmla="*/ 0 w 4251447"/>
                  <a:gd name="connsiteY17" fmla="*/ 872868 h 1291660"/>
                  <a:gd name="connsiteX18" fmla="*/ 0 w 4251447"/>
                  <a:gd name="connsiteY18" fmla="*/ 611007 h 1291660"/>
                  <a:gd name="connsiteX19" fmla="*/ 0 w 4251447"/>
                  <a:gd name="connsiteY19" fmla="*/ 611007 h 1291660"/>
                  <a:gd name="connsiteX20" fmla="*/ 0 w 4251447"/>
                  <a:gd name="connsiteY20" fmla="*/ 174577 h 1291660"/>
                  <a:gd name="connsiteX0" fmla="*/ 0 w 4130507"/>
                  <a:gd name="connsiteY0" fmla="*/ 174577 h 1181388"/>
                  <a:gd name="connsiteX1" fmla="*/ 174577 w 4130507"/>
                  <a:gd name="connsiteY1" fmla="*/ 0 h 1181388"/>
                  <a:gd name="connsiteX2" fmla="*/ 2409462 w 4130507"/>
                  <a:gd name="connsiteY2" fmla="*/ 0 h 1181388"/>
                  <a:gd name="connsiteX3" fmla="*/ 2409462 w 4130507"/>
                  <a:gd name="connsiteY3" fmla="*/ 0 h 1181388"/>
                  <a:gd name="connsiteX4" fmla="*/ 3442089 w 4130507"/>
                  <a:gd name="connsiteY4" fmla="*/ 0 h 1181388"/>
                  <a:gd name="connsiteX5" fmla="*/ 3955930 w 4130507"/>
                  <a:gd name="connsiteY5" fmla="*/ 0 h 1181388"/>
                  <a:gd name="connsiteX6" fmla="*/ 4130507 w 4130507"/>
                  <a:gd name="connsiteY6" fmla="*/ 174577 h 1181388"/>
                  <a:gd name="connsiteX7" fmla="*/ 4130507 w 4130507"/>
                  <a:gd name="connsiteY7" fmla="*/ 611007 h 1181388"/>
                  <a:gd name="connsiteX8" fmla="*/ 4130507 w 4130507"/>
                  <a:gd name="connsiteY8" fmla="*/ 611007 h 1181388"/>
                  <a:gd name="connsiteX9" fmla="*/ 4130507 w 4130507"/>
                  <a:gd name="connsiteY9" fmla="*/ 872868 h 1181388"/>
                  <a:gd name="connsiteX10" fmla="*/ 4130507 w 4130507"/>
                  <a:gd name="connsiteY10" fmla="*/ 872864 h 1181388"/>
                  <a:gd name="connsiteX11" fmla="*/ 3955930 w 4130507"/>
                  <a:gd name="connsiteY11" fmla="*/ 1047441 h 1181388"/>
                  <a:gd name="connsiteX12" fmla="*/ 3442089 w 4130507"/>
                  <a:gd name="connsiteY12" fmla="*/ 1047441 h 1181388"/>
                  <a:gd name="connsiteX13" fmla="*/ 3700891 w 4130507"/>
                  <a:gd name="connsiteY13" fmla="*/ 1181388 h 1181388"/>
                  <a:gd name="connsiteX14" fmla="*/ 3069862 w 4130507"/>
                  <a:gd name="connsiteY14" fmla="*/ 1061955 h 1181388"/>
                  <a:gd name="connsiteX15" fmla="*/ 174577 w 4130507"/>
                  <a:gd name="connsiteY15" fmla="*/ 1047441 h 1181388"/>
                  <a:gd name="connsiteX16" fmla="*/ 0 w 4130507"/>
                  <a:gd name="connsiteY16" fmla="*/ 872864 h 1181388"/>
                  <a:gd name="connsiteX17" fmla="*/ 0 w 4130507"/>
                  <a:gd name="connsiteY17" fmla="*/ 872868 h 1181388"/>
                  <a:gd name="connsiteX18" fmla="*/ 0 w 4130507"/>
                  <a:gd name="connsiteY18" fmla="*/ 611007 h 1181388"/>
                  <a:gd name="connsiteX19" fmla="*/ 0 w 4130507"/>
                  <a:gd name="connsiteY19" fmla="*/ 611007 h 1181388"/>
                  <a:gd name="connsiteX20" fmla="*/ 0 w 4130507"/>
                  <a:gd name="connsiteY20" fmla="*/ 174577 h 1181388"/>
                  <a:gd name="connsiteX0" fmla="*/ 0 w 4130507"/>
                  <a:gd name="connsiteY0" fmla="*/ 174577 h 1222740"/>
                  <a:gd name="connsiteX1" fmla="*/ 174577 w 4130507"/>
                  <a:gd name="connsiteY1" fmla="*/ 0 h 1222740"/>
                  <a:gd name="connsiteX2" fmla="*/ 2409462 w 4130507"/>
                  <a:gd name="connsiteY2" fmla="*/ 0 h 1222740"/>
                  <a:gd name="connsiteX3" fmla="*/ 2409462 w 4130507"/>
                  <a:gd name="connsiteY3" fmla="*/ 0 h 1222740"/>
                  <a:gd name="connsiteX4" fmla="*/ 3442089 w 4130507"/>
                  <a:gd name="connsiteY4" fmla="*/ 0 h 1222740"/>
                  <a:gd name="connsiteX5" fmla="*/ 3955930 w 4130507"/>
                  <a:gd name="connsiteY5" fmla="*/ 0 h 1222740"/>
                  <a:gd name="connsiteX6" fmla="*/ 4130507 w 4130507"/>
                  <a:gd name="connsiteY6" fmla="*/ 174577 h 1222740"/>
                  <a:gd name="connsiteX7" fmla="*/ 4130507 w 4130507"/>
                  <a:gd name="connsiteY7" fmla="*/ 611007 h 1222740"/>
                  <a:gd name="connsiteX8" fmla="*/ 4130507 w 4130507"/>
                  <a:gd name="connsiteY8" fmla="*/ 611007 h 1222740"/>
                  <a:gd name="connsiteX9" fmla="*/ 4130507 w 4130507"/>
                  <a:gd name="connsiteY9" fmla="*/ 872868 h 1222740"/>
                  <a:gd name="connsiteX10" fmla="*/ 4130507 w 4130507"/>
                  <a:gd name="connsiteY10" fmla="*/ 872864 h 1222740"/>
                  <a:gd name="connsiteX11" fmla="*/ 3955930 w 4130507"/>
                  <a:gd name="connsiteY11" fmla="*/ 1047441 h 1222740"/>
                  <a:gd name="connsiteX12" fmla="*/ 3442089 w 4130507"/>
                  <a:gd name="connsiteY12" fmla="*/ 1047441 h 1222740"/>
                  <a:gd name="connsiteX13" fmla="*/ 3834810 w 4130507"/>
                  <a:gd name="connsiteY13" fmla="*/ 1222740 h 1222740"/>
                  <a:gd name="connsiteX14" fmla="*/ 3069862 w 4130507"/>
                  <a:gd name="connsiteY14" fmla="*/ 1061955 h 1222740"/>
                  <a:gd name="connsiteX15" fmla="*/ 174577 w 4130507"/>
                  <a:gd name="connsiteY15" fmla="*/ 1047441 h 1222740"/>
                  <a:gd name="connsiteX16" fmla="*/ 0 w 4130507"/>
                  <a:gd name="connsiteY16" fmla="*/ 872864 h 1222740"/>
                  <a:gd name="connsiteX17" fmla="*/ 0 w 4130507"/>
                  <a:gd name="connsiteY17" fmla="*/ 872868 h 1222740"/>
                  <a:gd name="connsiteX18" fmla="*/ 0 w 4130507"/>
                  <a:gd name="connsiteY18" fmla="*/ 611007 h 1222740"/>
                  <a:gd name="connsiteX19" fmla="*/ 0 w 4130507"/>
                  <a:gd name="connsiteY19" fmla="*/ 611007 h 1222740"/>
                  <a:gd name="connsiteX20" fmla="*/ 0 w 4130507"/>
                  <a:gd name="connsiteY20" fmla="*/ 174577 h 122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30507" h="1222740">
                    <a:moveTo>
                      <a:pt x="0" y="174577"/>
                    </a:moveTo>
                    <a:cubicBezTo>
                      <a:pt x="0" y="78161"/>
                      <a:pt x="78161" y="0"/>
                      <a:pt x="174577" y="0"/>
                    </a:cubicBezTo>
                    <a:lnTo>
                      <a:pt x="2409462" y="0"/>
                    </a:lnTo>
                    <a:lnTo>
                      <a:pt x="2409462" y="0"/>
                    </a:lnTo>
                    <a:lnTo>
                      <a:pt x="3442089" y="0"/>
                    </a:lnTo>
                    <a:lnTo>
                      <a:pt x="3955930" y="0"/>
                    </a:lnTo>
                    <a:cubicBezTo>
                      <a:pt x="4052346" y="0"/>
                      <a:pt x="4130507" y="78161"/>
                      <a:pt x="4130507" y="174577"/>
                    </a:cubicBezTo>
                    <a:lnTo>
                      <a:pt x="4130507" y="611007"/>
                    </a:lnTo>
                    <a:lnTo>
                      <a:pt x="4130507" y="611007"/>
                    </a:lnTo>
                    <a:lnTo>
                      <a:pt x="4130507" y="872868"/>
                    </a:lnTo>
                    <a:lnTo>
                      <a:pt x="4130507" y="872864"/>
                    </a:lnTo>
                    <a:cubicBezTo>
                      <a:pt x="4130507" y="969280"/>
                      <a:pt x="4052346" y="1047441"/>
                      <a:pt x="3955930" y="1047441"/>
                    </a:cubicBezTo>
                    <a:lnTo>
                      <a:pt x="3442089" y="1047441"/>
                    </a:lnTo>
                    <a:lnTo>
                      <a:pt x="3834810" y="1222740"/>
                    </a:lnTo>
                    <a:lnTo>
                      <a:pt x="3069862" y="1061955"/>
                    </a:lnTo>
                    <a:lnTo>
                      <a:pt x="174577" y="1047441"/>
                    </a:lnTo>
                    <a:cubicBezTo>
                      <a:pt x="78161" y="1047441"/>
                      <a:pt x="0" y="969280"/>
                      <a:pt x="0" y="872864"/>
                    </a:cubicBezTo>
                    <a:lnTo>
                      <a:pt x="0" y="872868"/>
                    </a:lnTo>
                    <a:lnTo>
                      <a:pt x="0" y="611007"/>
                    </a:lnTo>
                    <a:lnTo>
                      <a:pt x="0" y="611007"/>
                    </a:lnTo>
                    <a:lnTo>
                      <a:pt x="0" y="174577"/>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1" i="0" u="none" strike="noStrike" cap="none" normalizeH="0" baseline="0">
                    <a:ln>
                      <a:noFill/>
                    </a:ln>
                    <a:effectLst/>
                    <a:latin typeface="Arial" charset="0"/>
                    <a:ea typeface="ＭＳ Ｐゴシック" pitchFamily="50" charset="-128"/>
                  </a:rPr>
                  <a:t>・</a:t>
                </a:r>
                <a:r>
                  <a:rPr lang="ja-JP" altLang="en-US" sz="1800" b="1">
                    <a:ea typeface="ＭＳ Ｐゴシック" pitchFamily="50" charset="-128"/>
                  </a:rPr>
                  <a:t>費用</a:t>
                </a:r>
                <a:r>
                  <a:rPr kumimoji="1" lang="ja-JP" altLang="en-US" sz="1800" b="1" i="0" u="none" strike="noStrike" cap="none" normalizeH="0" baseline="0">
                    <a:ln>
                      <a:noFill/>
                    </a:ln>
                    <a:effectLst/>
                    <a:latin typeface="Arial" charset="0"/>
                    <a:ea typeface="ＭＳ Ｐゴシック" pitchFamily="50" charset="-128"/>
                  </a:rPr>
                  <a:t>をなるべく小さくする</a:t>
                </a:r>
                <a:endParaRPr kumimoji="1" lang="en-US" altLang="ja-JP" sz="1800" b="1" i="0" u="none" strike="noStrike" cap="none" normalizeH="0" baseline="0" dirty="0">
                  <a:ln>
                    <a:noFill/>
                  </a:ln>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1800" b="1" i="0" u="none" strike="noStrike" cap="none" normalizeH="0" baseline="0" dirty="0">
                    <a:ln>
                      <a:noFill/>
                    </a:ln>
                    <a:effectLst/>
                    <a:latin typeface="Arial" charset="0"/>
                    <a:ea typeface="ＭＳ Ｐゴシック" pitchFamily="50" charset="-128"/>
                  </a:rPr>
                  <a:t>→</a:t>
                </a:r>
                <a:r>
                  <a:rPr lang="en-US" altLang="ja-JP" sz="1800" b="1" dirty="0">
                    <a:ea typeface="ＭＳ Ｐゴシック" pitchFamily="50" charset="-128"/>
                  </a:rPr>
                  <a:t> </a:t>
                </a:r>
                <a14:m>
                  <m:oMath xmlns:m="http://schemas.openxmlformats.org/officeDocument/2006/math">
                    <m:r>
                      <a:rPr kumimoji="1" lang="en-US" altLang="ja-JP" sz="1800" b="1" i="0" u="none" strike="noStrike" cap="none" normalizeH="0" baseline="0" smtClean="0">
                        <a:ln>
                          <a:noFill/>
                        </a:ln>
                        <a:effectLst/>
                        <a:latin typeface="Cambria Math" panose="02040503050406030204" pitchFamily="18" charset="0"/>
                        <a:ea typeface="ＭＳ Ｐゴシック" pitchFamily="50" charset="-128"/>
                      </a:rPr>
                      <m:t>𝐦𝐢𝐧</m:t>
                    </m:r>
                    <m:r>
                      <a:rPr kumimoji="1" lang="en-US" altLang="ja-JP" sz="1800" b="1" i="1" u="none" strike="noStrike" cap="none" normalizeH="0" baseline="0" smtClean="0">
                        <a:ln>
                          <a:noFill/>
                        </a:ln>
                        <a:effectLst/>
                        <a:latin typeface="Cambria Math" panose="02040503050406030204" pitchFamily="18" charset="0"/>
                        <a:ea typeface="ＭＳ Ｐゴシック" pitchFamily="50" charset="-128"/>
                      </a:rPr>
                      <m:t> </m:t>
                    </m:r>
                    <m:nary>
                      <m:naryPr>
                        <m:chr m:val="∑"/>
                        <m:supHide m:val="on"/>
                        <m:ctrlPr>
                          <a:rPr kumimoji="1" lang="en-US" altLang="ja-JP" sz="1800" b="1" i="1" u="none" strike="noStrike" cap="none" normalizeH="0" baseline="0" smtClean="0">
                            <a:ln>
                              <a:noFill/>
                            </a:ln>
                            <a:effectLst/>
                            <a:latin typeface="Cambria Math" panose="02040503050406030204" pitchFamily="18" charset="0"/>
                            <a:ea typeface="ＭＳ Ｐゴシック" pitchFamily="50" charset="-128"/>
                          </a:rPr>
                        </m:ctrlPr>
                      </m:naryPr>
                      <m:sub>
                        <m:r>
                          <m:rPr>
                            <m:brk m:alnAt="7"/>
                          </m:rPr>
                          <a:rPr kumimoji="1" lang="en-US" altLang="ja-JP" sz="1800" b="1" i="1" u="none" strike="noStrike" cap="none" normalizeH="0" baseline="0" smtClean="0">
                            <a:ln>
                              <a:noFill/>
                            </a:ln>
                            <a:effectLst/>
                            <a:latin typeface="Cambria Math" panose="02040503050406030204" pitchFamily="18" charset="0"/>
                            <a:ea typeface="ＭＳ Ｐゴシック" pitchFamily="50" charset="-128"/>
                          </a:rPr>
                          <m:t>𝒌</m:t>
                        </m:r>
                      </m:sub>
                      <m:sup/>
                      <m:e>
                        <m:r>
                          <a:rPr lang="en-US" altLang="ja-JP" sz="1800" b="1" i="1">
                            <a:latin typeface="Cambria Math" panose="02040503050406030204" pitchFamily="18" charset="0"/>
                            <a:ea typeface="ＭＳ Ｐゴシック" pitchFamily="50" charset="-128"/>
                          </a:rPr>
                          <m:t>(</m:t>
                        </m:r>
                        <m:sSubSup>
                          <m:sSubSupPr>
                            <m:ctrlPr>
                              <a:rPr lang="en-US" altLang="ja-JP" sz="1800" b="1" i="1">
                                <a:latin typeface="Cambria Math" panose="02040503050406030204" pitchFamily="18" charset="0"/>
                                <a:ea typeface="ＭＳ Ｐゴシック" pitchFamily="50" charset="-128"/>
                              </a:rPr>
                            </m:ctrlPr>
                          </m:sSubSupPr>
                          <m:e>
                            <m:r>
                              <a:rPr lang="en-US" altLang="ja-JP" sz="1800" b="1" i="1">
                                <a:latin typeface="Cambria Math" panose="02040503050406030204" pitchFamily="18" charset="0"/>
                                <a:ea typeface="ＭＳ Ｐゴシック" pitchFamily="50" charset="-128"/>
                              </a:rPr>
                              <m:t>𝒑</m:t>
                            </m:r>
                          </m:e>
                          <m:sub>
                            <m:r>
                              <a:rPr lang="en-US" altLang="ja-JP" sz="1800" b="1" i="1">
                                <a:latin typeface="Cambria Math" panose="02040503050406030204" pitchFamily="18" charset="0"/>
                                <a:ea typeface="ＭＳ Ｐゴシック" pitchFamily="50" charset="-128"/>
                              </a:rPr>
                              <m:t>𝒌</m:t>
                            </m:r>
                          </m:sub>
                          <m:sup>
                            <m:r>
                              <a:rPr lang="en-US" altLang="ja-JP" sz="1800" b="1">
                                <a:latin typeface="Cambria Math" panose="02040503050406030204" pitchFamily="18" charset="0"/>
                                <a:ea typeface="ＭＳ Ｐゴシック" pitchFamily="50" charset="-128"/>
                              </a:rPr>
                              <m:t>𝐁𝐘</m:t>
                            </m:r>
                          </m:sup>
                        </m:sSubSup>
                        <m:sSubSup>
                          <m:sSubSupPr>
                            <m:ctrlPr>
                              <a:rPr lang="en-US" altLang="ja-JP" sz="1800" b="1" i="1">
                                <a:latin typeface="Cambria Math" panose="02040503050406030204" pitchFamily="18" charset="0"/>
                                <a:ea typeface="ＭＳ Ｐゴシック" pitchFamily="50" charset="-128"/>
                              </a:rPr>
                            </m:ctrlPr>
                          </m:sSubSupPr>
                          <m:e>
                            <m:r>
                              <a:rPr lang="en-US" altLang="ja-JP" sz="1800" b="1" i="1">
                                <a:latin typeface="Cambria Math" panose="02040503050406030204" pitchFamily="18" charset="0"/>
                                <a:ea typeface="ＭＳ Ｐゴシック" pitchFamily="50" charset="-128"/>
                              </a:rPr>
                              <m:t>𝒔</m:t>
                            </m:r>
                          </m:e>
                          <m:sub>
                            <m:r>
                              <a:rPr lang="en-US" altLang="ja-JP" sz="1800" b="1" i="1">
                                <a:latin typeface="Cambria Math" panose="02040503050406030204" pitchFamily="18" charset="0"/>
                                <a:ea typeface="ＭＳ Ｐゴシック" pitchFamily="50" charset="-128"/>
                              </a:rPr>
                              <m:t>𝒌</m:t>
                            </m:r>
                          </m:sub>
                          <m:sup>
                            <m:r>
                              <a:rPr lang="en-US" altLang="ja-JP" sz="1800" b="1">
                                <a:latin typeface="Cambria Math" panose="02040503050406030204" pitchFamily="18" charset="0"/>
                                <a:ea typeface="ＭＳ Ｐゴシック" pitchFamily="50" charset="-128"/>
                              </a:rPr>
                              <m:t>𝐁𝐘</m:t>
                            </m:r>
                          </m:sup>
                        </m:sSubSup>
                        <m:r>
                          <a:rPr lang="en-US" altLang="ja-JP" sz="1800" b="1" i="1">
                            <a:latin typeface="Cambria Math" panose="02040503050406030204" pitchFamily="18" charset="0"/>
                            <a:ea typeface="ＭＳ Ｐゴシック" pitchFamily="50" charset="-128"/>
                          </a:rPr>
                          <m:t>−</m:t>
                        </m:r>
                        <m:sSubSup>
                          <m:sSubSupPr>
                            <m:ctrlPr>
                              <a:rPr lang="en-US" altLang="ja-JP" sz="1800" b="1" i="1">
                                <a:latin typeface="Cambria Math" panose="02040503050406030204" pitchFamily="18" charset="0"/>
                                <a:ea typeface="ＭＳ Ｐゴシック" pitchFamily="50" charset="-128"/>
                              </a:rPr>
                            </m:ctrlPr>
                          </m:sSubSupPr>
                          <m:e>
                            <m:r>
                              <a:rPr lang="en-US" altLang="ja-JP" sz="1800" b="1" i="1">
                                <a:latin typeface="Cambria Math" panose="02040503050406030204" pitchFamily="18" charset="0"/>
                                <a:ea typeface="ＭＳ Ｐゴシック" pitchFamily="50" charset="-128"/>
                              </a:rPr>
                              <m:t>𝒑</m:t>
                            </m:r>
                          </m:e>
                          <m:sub>
                            <m:r>
                              <a:rPr lang="en-US" altLang="ja-JP" sz="1800" b="1" i="1">
                                <a:latin typeface="Cambria Math" panose="02040503050406030204" pitchFamily="18" charset="0"/>
                                <a:ea typeface="ＭＳ Ｐゴシック" pitchFamily="50" charset="-128"/>
                              </a:rPr>
                              <m:t>𝒌</m:t>
                            </m:r>
                          </m:sub>
                          <m:sup>
                            <m:r>
                              <a:rPr lang="en-US" altLang="ja-JP" sz="1800" b="1">
                                <a:latin typeface="Cambria Math" panose="02040503050406030204" pitchFamily="18" charset="0"/>
                                <a:ea typeface="ＭＳ Ｐゴシック" pitchFamily="50" charset="-128"/>
                              </a:rPr>
                              <m:t>𝐒𝐋</m:t>
                            </m:r>
                          </m:sup>
                        </m:sSubSup>
                        <m:sSubSup>
                          <m:sSubSupPr>
                            <m:ctrlPr>
                              <a:rPr lang="en-US" altLang="ja-JP" sz="1800" b="1" i="1">
                                <a:latin typeface="Cambria Math" panose="02040503050406030204" pitchFamily="18" charset="0"/>
                                <a:ea typeface="ＭＳ Ｐゴシック" pitchFamily="50" charset="-128"/>
                              </a:rPr>
                            </m:ctrlPr>
                          </m:sSubSupPr>
                          <m:e>
                            <m:r>
                              <a:rPr lang="en-US" altLang="ja-JP" sz="1800" b="1" i="1">
                                <a:latin typeface="Cambria Math" panose="02040503050406030204" pitchFamily="18" charset="0"/>
                                <a:ea typeface="ＭＳ Ｐゴシック" pitchFamily="50" charset="-128"/>
                              </a:rPr>
                              <m:t>𝒔</m:t>
                            </m:r>
                          </m:e>
                          <m:sub>
                            <m:r>
                              <a:rPr lang="en-US" altLang="ja-JP" sz="1800" b="1" i="1">
                                <a:latin typeface="Cambria Math" panose="02040503050406030204" pitchFamily="18" charset="0"/>
                                <a:ea typeface="ＭＳ Ｐゴシック" pitchFamily="50" charset="-128"/>
                              </a:rPr>
                              <m:t>𝒌</m:t>
                            </m:r>
                          </m:sub>
                          <m:sup>
                            <m:r>
                              <a:rPr lang="en-US" altLang="ja-JP" sz="1800" b="1">
                                <a:latin typeface="Cambria Math" panose="02040503050406030204" pitchFamily="18" charset="0"/>
                                <a:ea typeface="ＭＳ Ｐゴシック" pitchFamily="50" charset="-128"/>
                              </a:rPr>
                              <m:t>𝐒𝐋</m:t>
                            </m:r>
                          </m:sup>
                        </m:sSubSup>
                        <m:r>
                          <a:rPr lang="en-US" altLang="ja-JP" sz="1800" b="1" i="1">
                            <a:latin typeface="Cambria Math" panose="02040503050406030204" pitchFamily="18" charset="0"/>
                            <a:ea typeface="ＭＳ Ｐゴシック" pitchFamily="50" charset="-128"/>
                          </a:rPr>
                          <m:t>)</m:t>
                        </m:r>
                        <m:r>
                          <m:rPr>
                            <m:nor/>
                          </m:rPr>
                          <a:rPr lang="en-US" altLang="ja-JP" sz="1800" b="1" dirty="0">
                            <a:ea typeface="ＭＳ Ｐゴシック" pitchFamily="50" charset="-128"/>
                          </a:rPr>
                          <m:t> </m:t>
                        </m:r>
                      </m:e>
                    </m:nary>
                  </m:oMath>
                </a14:m>
                <a:endParaRPr kumimoji="1" lang="en-US" altLang="ja-JP" sz="1800" b="1" i="0" u="none" strike="noStrike" cap="none" normalizeH="0" baseline="0" dirty="0">
                  <a:ln>
                    <a:noFill/>
                  </a:ln>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chemeClr val="tx1"/>
                    </a:solidFill>
                    <a:effectLst/>
                    <a:latin typeface="Arial" charset="0"/>
                    <a:ea typeface="ＭＳ Ｐゴシック" pitchFamily="50" charset="-128"/>
                  </a:rPr>
                  <a:t>・</a:t>
                </a:r>
                <a:r>
                  <a:rPr kumimoji="1" lang="en-US" altLang="ja-JP" sz="1800" b="0" i="0" strike="noStrike" cap="none" normalizeH="0" baseline="0" dirty="0">
                    <a:ln>
                      <a:noFill/>
                    </a:ln>
                    <a:solidFill>
                      <a:schemeClr val="tx1"/>
                    </a:solidFill>
                    <a:effectLst/>
                    <a:latin typeface="Arial" charset="0"/>
                    <a:ea typeface="ＭＳ Ｐゴシック" pitchFamily="50" charset="-128"/>
                  </a:rPr>
                  <a:t>30</a:t>
                </a:r>
                <a:r>
                  <a:rPr kumimoji="1" lang="ja-JP" altLang="en-US" sz="1800" b="0" i="0" strike="noStrike" cap="none" normalizeH="0" baseline="0">
                    <a:ln>
                      <a:noFill/>
                    </a:ln>
                    <a:solidFill>
                      <a:schemeClr val="tx1"/>
                    </a:solidFill>
                    <a:effectLst/>
                    <a:latin typeface="Arial" charset="0"/>
                    <a:ea typeface="ＭＳ Ｐゴシック" pitchFamily="50" charset="-128"/>
                  </a:rPr>
                  <a:t>分間の平均買</a:t>
                </a:r>
                <a:r>
                  <a:rPr lang="ja-JP" altLang="en-US" sz="1800">
                    <a:ea typeface="ＭＳ Ｐゴシック" pitchFamily="50" charset="-128"/>
                  </a:rPr>
                  <a:t>電力量を一定値以下にする</a:t>
                </a:r>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a:p>
                <a:pPr algn="l"/>
                <a:r>
                  <a:rPr lang="en-US" altLang="ja-JP" sz="1800" dirty="0">
                    <a:ea typeface="ＭＳ Ｐゴシック" pitchFamily="50" charset="-128"/>
                  </a:rPr>
                  <a:t>→ </a:t>
                </a:r>
                <a14:m>
                  <m:oMath xmlns:m="http://schemas.openxmlformats.org/officeDocument/2006/math">
                    <m:nary>
                      <m:naryPr>
                        <m:chr m:val="∑"/>
                        <m:limLoc m:val="subSup"/>
                        <m:ctrl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ctrlPr>
                      </m:naryPr>
                      <m:sub>
                        <m:r>
                          <m:rPr>
                            <m:brk m:alnAt="25"/>
                          </m:rP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𝑘</m:t>
                        </m:r>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=0</m:t>
                        </m:r>
                      </m:sub>
                      <m:sup>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29</m:t>
                        </m:r>
                      </m:sup>
                      <m:e>
                        <m:sSubSup>
                          <m:sSubSupPr>
                            <m:ctrlPr>
                              <a:rPr lang="en-US" altLang="ja-JP" sz="1800" i="1">
                                <a:latin typeface="Cambria Math" panose="02040503050406030204" pitchFamily="18" charset="0"/>
                                <a:ea typeface="ＭＳ Ｐゴシック" pitchFamily="50" charset="-128"/>
                              </a:rPr>
                            </m:ctrlPr>
                          </m:sSubSupPr>
                          <m:e>
                            <m:r>
                              <a:rPr lang="en-US" altLang="ja-JP" sz="1800" i="1">
                                <a:latin typeface="Cambria Math" panose="02040503050406030204" pitchFamily="18" charset="0"/>
                                <a:ea typeface="ＭＳ Ｐゴシック" pitchFamily="50" charset="-128"/>
                              </a:rPr>
                              <m:t>𝑠</m:t>
                            </m:r>
                          </m:e>
                          <m:sub>
                            <m:r>
                              <a:rPr lang="en-US" altLang="ja-JP" sz="1800" i="1">
                                <a:latin typeface="Cambria Math" panose="02040503050406030204" pitchFamily="18" charset="0"/>
                                <a:ea typeface="ＭＳ Ｐゴシック" pitchFamily="50" charset="-128"/>
                              </a:rPr>
                              <m:t>30</m:t>
                            </m:r>
                            <m:r>
                              <a:rPr lang="en-US" altLang="ja-JP" sz="1800" i="1">
                                <a:latin typeface="Cambria Math" panose="02040503050406030204" pitchFamily="18" charset="0"/>
                                <a:ea typeface="ＭＳ Ｐゴシック" pitchFamily="50" charset="-128"/>
                              </a:rPr>
                              <m:t>𝑚</m:t>
                            </m:r>
                            <m:r>
                              <a:rPr lang="en-US" altLang="ja-JP" sz="1800" i="1">
                                <a:latin typeface="Cambria Math" panose="02040503050406030204" pitchFamily="18" charset="0"/>
                                <a:ea typeface="ＭＳ Ｐゴシック" pitchFamily="50" charset="-128"/>
                              </a:rPr>
                              <m:t>+</m:t>
                            </m:r>
                            <m:r>
                              <a:rPr lang="en-US" altLang="ja-JP" sz="1800" i="1">
                                <a:latin typeface="Cambria Math" panose="02040503050406030204" pitchFamily="18" charset="0"/>
                                <a:ea typeface="ＭＳ Ｐゴシック" pitchFamily="50" charset="-128"/>
                              </a:rPr>
                              <m:t>𝑘</m:t>
                            </m:r>
                          </m:sub>
                          <m:sup>
                            <m:r>
                              <m:rPr>
                                <m:sty m:val="p"/>
                              </m:rPr>
                              <a:rPr lang="en-US" altLang="ja-JP" sz="1800" i="0">
                                <a:latin typeface="Cambria Math" panose="02040503050406030204" pitchFamily="18" charset="0"/>
                                <a:ea typeface="ＭＳ Ｐゴシック" pitchFamily="50" charset="-128"/>
                              </a:rPr>
                              <m:t>B</m:t>
                            </m:r>
                            <m:r>
                              <m:rPr>
                                <m:sty m:val="p"/>
                              </m:rPr>
                              <a:rPr lang="en-US" altLang="ja-JP" sz="1800" b="0" i="0" smtClean="0">
                                <a:latin typeface="Cambria Math" panose="02040503050406030204" pitchFamily="18" charset="0"/>
                                <a:ea typeface="ＭＳ Ｐゴシック" pitchFamily="50" charset="-128"/>
                              </a:rPr>
                              <m:t>Y</m:t>
                            </m:r>
                          </m:sup>
                        </m:sSubSup>
                      </m:e>
                    </m:nary>
                    <m:r>
                      <a:rPr kumimoji="1" lang="en-US" altLang="ja-JP" sz="1800" b="0" i="1" u="none" strike="noStrike" cap="none" normalizeH="0" baseline="0" smtClean="0">
                        <a:ln>
                          <a:noFill/>
                        </a:ln>
                        <a:solidFill>
                          <a:schemeClr val="tx1"/>
                        </a:solidFill>
                        <a:effectLst/>
                        <a:latin typeface="Cambria Math" panose="02040503050406030204" pitchFamily="18" charset="0"/>
                        <a:ea typeface="ＭＳ Ｐゴシック" pitchFamily="50" charset="-128"/>
                      </a:rPr>
                      <m:t>≤25</m:t>
                    </m:r>
                    <m: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r>
                      <m:rPr>
                        <m:sty m:val="p"/>
                      </m:rP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kWh</m:t>
                    </m:r>
                    <m: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r>
                      <m:rPr>
                        <m:sty m:val="p"/>
                      </m:rP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min</m:t>
                    </m:r>
                    <m:r>
                      <a:rPr kumimoji="1" lang="en-US" altLang="ja-JP" sz="1800" b="0" i="0" u="none" strike="noStrike" cap="none" normalizeH="0" baseline="0" smtClean="0">
                        <a:ln>
                          <a:noFill/>
                        </a:ln>
                        <a:solidFill>
                          <a:schemeClr val="tx1"/>
                        </a:solidFill>
                        <a:effectLst/>
                        <a:latin typeface="Cambria Math" panose="02040503050406030204" pitchFamily="18" charset="0"/>
                        <a:ea typeface="ＭＳ Ｐゴシック" pitchFamily="50" charset="-128"/>
                      </a:rPr>
                      <m:t>)</m:t>
                    </m:r>
                  </m:oMath>
                </a14:m>
                <a:endParaRPr kumimoji="1" lang="ja-JP" altLang="en-US" sz="1800" b="0" u="none" strike="noStrike" cap="none" normalizeH="0" baseline="0">
                  <a:ln>
                    <a:noFill/>
                  </a:ln>
                  <a:solidFill>
                    <a:schemeClr val="tx1"/>
                  </a:solidFill>
                  <a:effectLst/>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1800" b="0" i="0" u="none" strike="noStrike" cap="none" normalizeH="0" baseline="0">
                  <a:ln>
                    <a:noFill/>
                  </a:ln>
                  <a:solidFill>
                    <a:schemeClr val="tx1"/>
                  </a:solidFill>
                  <a:effectLst/>
                  <a:latin typeface="Arial" charset="0"/>
                  <a:ea typeface="ＭＳ Ｐゴシック" pitchFamily="50" charset="-128"/>
                </a:endParaRPr>
              </a:p>
            </p:txBody>
          </p:sp>
        </mc:Choice>
        <mc:Fallback>
          <p:sp>
            <p:nvSpPr>
              <p:cNvPr id="11" name="角丸四角形吹き出し 1">
                <a:extLst>
                  <a:ext uri="{FF2B5EF4-FFF2-40B4-BE49-F238E27FC236}">
                    <a16:creationId xmlns:a16="http://schemas.microsoft.com/office/drawing/2014/main" id="{3C587B78-A0C0-92BD-3A07-D314AB5D300C}"/>
                  </a:ext>
                </a:extLst>
              </p:cNvPr>
              <p:cNvSpPr>
                <a:spLocks noRot="1" noChangeAspect="1" noMove="1" noResize="1" noEditPoints="1" noAdjustHandles="1" noChangeArrowheads="1" noChangeShapeType="1" noTextEdit="1"/>
              </p:cNvSpPr>
              <p:nvPr/>
            </p:nvSpPr>
            <p:spPr bwMode="auto">
              <a:xfrm>
                <a:off x="179512" y="1046796"/>
                <a:ext cx="4615062" cy="1474796"/>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251447"/>
                  <a:gd name="connsiteY0" fmla="*/ 174577 h 1291660"/>
                  <a:gd name="connsiteX1" fmla="*/ 174577 w 4251447"/>
                  <a:gd name="connsiteY1" fmla="*/ 0 h 1291660"/>
                  <a:gd name="connsiteX2" fmla="*/ 2409462 w 4251447"/>
                  <a:gd name="connsiteY2" fmla="*/ 0 h 1291660"/>
                  <a:gd name="connsiteX3" fmla="*/ 2409462 w 4251447"/>
                  <a:gd name="connsiteY3" fmla="*/ 0 h 1291660"/>
                  <a:gd name="connsiteX4" fmla="*/ 3442089 w 4251447"/>
                  <a:gd name="connsiteY4" fmla="*/ 0 h 1291660"/>
                  <a:gd name="connsiteX5" fmla="*/ 3955930 w 4251447"/>
                  <a:gd name="connsiteY5" fmla="*/ 0 h 1291660"/>
                  <a:gd name="connsiteX6" fmla="*/ 4130507 w 4251447"/>
                  <a:gd name="connsiteY6" fmla="*/ 174577 h 1291660"/>
                  <a:gd name="connsiteX7" fmla="*/ 4130507 w 4251447"/>
                  <a:gd name="connsiteY7" fmla="*/ 611007 h 1291660"/>
                  <a:gd name="connsiteX8" fmla="*/ 4130507 w 4251447"/>
                  <a:gd name="connsiteY8" fmla="*/ 611007 h 1291660"/>
                  <a:gd name="connsiteX9" fmla="*/ 4130507 w 4251447"/>
                  <a:gd name="connsiteY9" fmla="*/ 872868 h 1291660"/>
                  <a:gd name="connsiteX10" fmla="*/ 4130507 w 4251447"/>
                  <a:gd name="connsiteY10" fmla="*/ 872864 h 1291660"/>
                  <a:gd name="connsiteX11" fmla="*/ 3955930 w 4251447"/>
                  <a:gd name="connsiteY11" fmla="*/ 1047441 h 1291660"/>
                  <a:gd name="connsiteX12" fmla="*/ 3442089 w 4251447"/>
                  <a:gd name="connsiteY12" fmla="*/ 1047441 h 1291660"/>
                  <a:gd name="connsiteX13" fmla="*/ 4251447 w 4251447"/>
                  <a:gd name="connsiteY13" fmla="*/ 1291660 h 1291660"/>
                  <a:gd name="connsiteX14" fmla="*/ 3069862 w 4251447"/>
                  <a:gd name="connsiteY14" fmla="*/ 1061955 h 1291660"/>
                  <a:gd name="connsiteX15" fmla="*/ 174577 w 4251447"/>
                  <a:gd name="connsiteY15" fmla="*/ 1047441 h 1291660"/>
                  <a:gd name="connsiteX16" fmla="*/ 0 w 4251447"/>
                  <a:gd name="connsiteY16" fmla="*/ 872864 h 1291660"/>
                  <a:gd name="connsiteX17" fmla="*/ 0 w 4251447"/>
                  <a:gd name="connsiteY17" fmla="*/ 872868 h 1291660"/>
                  <a:gd name="connsiteX18" fmla="*/ 0 w 4251447"/>
                  <a:gd name="connsiteY18" fmla="*/ 611007 h 1291660"/>
                  <a:gd name="connsiteX19" fmla="*/ 0 w 4251447"/>
                  <a:gd name="connsiteY19" fmla="*/ 611007 h 1291660"/>
                  <a:gd name="connsiteX20" fmla="*/ 0 w 4251447"/>
                  <a:gd name="connsiteY20" fmla="*/ 174577 h 1291660"/>
                  <a:gd name="connsiteX0" fmla="*/ 0 w 4130507"/>
                  <a:gd name="connsiteY0" fmla="*/ 174577 h 1181388"/>
                  <a:gd name="connsiteX1" fmla="*/ 174577 w 4130507"/>
                  <a:gd name="connsiteY1" fmla="*/ 0 h 1181388"/>
                  <a:gd name="connsiteX2" fmla="*/ 2409462 w 4130507"/>
                  <a:gd name="connsiteY2" fmla="*/ 0 h 1181388"/>
                  <a:gd name="connsiteX3" fmla="*/ 2409462 w 4130507"/>
                  <a:gd name="connsiteY3" fmla="*/ 0 h 1181388"/>
                  <a:gd name="connsiteX4" fmla="*/ 3442089 w 4130507"/>
                  <a:gd name="connsiteY4" fmla="*/ 0 h 1181388"/>
                  <a:gd name="connsiteX5" fmla="*/ 3955930 w 4130507"/>
                  <a:gd name="connsiteY5" fmla="*/ 0 h 1181388"/>
                  <a:gd name="connsiteX6" fmla="*/ 4130507 w 4130507"/>
                  <a:gd name="connsiteY6" fmla="*/ 174577 h 1181388"/>
                  <a:gd name="connsiteX7" fmla="*/ 4130507 w 4130507"/>
                  <a:gd name="connsiteY7" fmla="*/ 611007 h 1181388"/>
                  <a:gd name="connsiteX8" fmla="*/ 4130507 w 4130507"/>
                  <a:gd name="connsiteY8" fmla="*/ 611007 h 1181388"/>
                  <a:gd name="connsiteX9" fmla="*/ 4130507 w 4130507"/>
                  <a:gd name="connsiteY9" fmla="*/ 872868 h 1181388"/>
                  <a:gd name="connsiteX10" fmla="*/ 4130507 w 4130507"/>
                  <a:gd name="connsiteY10" fmla="*/ 872864 h 1181388"/>
                  <a:gd name="connsiteX11" fmla="*/ 3955930 w 4130507"/>
                  <a:gd name="connsiteY11" fmla="*/ 1047441 h 1181388"/>
                  <a:gd name="connsiteX12" fmla="*/ 3442089 w 4130507"/>
                  <a:gd name="connsiteY12" fmla="*/ 1047441 h 1181388"/>
                  <a:gd name="connsiteX13" fmla="*/ 3700891 w 4130507"/>
                  <a:gd name="connsiteY13" fmla="*/ 1181388 h 1181388"/>
                  <a:gd name="connsiteX14" fmla="*/ 3069862 w 4130507"/>
                  <a:gd name="connsiteY14" fmla="*/ 1061955 h 1181388"/>
                  <a:gd name="connsiteX15" fmla="*/ 174577 w 4130507"/>
                  <a:gd name="connsiteY15" fmla="*/ 1047441 h 1181388"/>
                  <a:gd name="connsiteX16" fmla="*/ 0 w 4130507"/>
                  <a:gd name="connsiteY16" fmla="*/ 872864 h 1181388"/>
                  <a:gd name="connsiteX17" fmla="*/ 0 w 4130507"/>
                  <a:gd name="connsiteY17" fmla="*/ 872868 h 1181388"/>
                  <a:gd name="connsiteX18" fmla="*/ 0 w 4130507"/>
                  <a:gd name="connsiteY18" fmla="*/ 611007 h 1181388"/>
                  <a:gd name="connsiteX19" fmla="*/ 0 w 4130507"/>
                  <a:gd name="connsiteY19" fmla="*/ 611007 h 1181388"/>
                  <a:gd name="connsiteX20" fmla="*/ 0 w 4130507"/>
                  <a:gd name="connsiteY20" fmla="*/ 174577 h 1181388"/>
                  <a:gd name="connsiteX0" fmla="*/ 0 w 4130507"/>
                  <a:gd name="connsiteY0" fmla="*/ 174577 h 1222740"/>
                  <a:gd name="connsiteX1" fmla="*/ 174577 w 4130507"/>
                  <a:gd name="connsiteY1" fmla="*/ 0 h 1222740"/>
                  <a:gd name="connsiteX2" fmla="*/ 2409462 w 4130507"/>
                  <a:gd name="connsiteY2" fmla="*/ 0 h 1222740"/>
                  <a:gd name="connsiteX3" fmla="*/ 2409462 w 4130507"/>
                  <a:gd name="connsiteY3" fmla="*/ 0 h 1222740"/>
                  <a:gd name="connsiteX4" fmla="*/ 3442089 w 4130507"/>
                  <a:gd name="connsiteY4" fmla="*/ 0 h 1222740"/>
                  <a:gd name="connsiteX5" fmla="*/ 3955930 w 4130507"/>
                  <a:gd name="connsiteY5" fmla="*/ 0 h 1222740"/>
                  <a:gd name="connsiteX6" fmla="*/ 4130507 w 4130507"/>
                  <a:gd name="connsiteY6" fmla="*/ 174577 h 1222740"/>
                  <a:gd name="connsiteX7" fmla="*/ 4130507 w 4130507"/>
                  <a:gd name="connsiteY7" fmla="*/ 611007 h 1222740"/>
                  <a:gd name="connsiteX8" fmla="*/ 4130507 w 4130507"/>
                  <a:gd name="connsiteY8" fmla="*/ 611007 h 1222740"/>
                  <a:gd name="connsiteX9" fmla="*/ 4130507 w 4130507"/>
                  <a:gd name="connsiteY9" fmla="*/ 872868 h 1222740"/>
                  <a:gd name="connsiteX10" fmla="*/ 4130507 w 4130507"/>
                  <a:gd name="connsiteY10" fmla="*/ 872864 h 1222740"/>
                  <a:gd name="connsiteX11" fmla="*/ 3955930 w 4130507"/>
                  <a:gd name="connsiteY11" fmla="*/ 1047441 h 1222740"/>
                  <a:gd name="connsiteX12" fmla="*/ 3442089 w 4130507"/>
                  <a:gd name="connsiteY12" fmla="*/ 1047441 h 1222740"/>
                  <a:gd name="connsiteX13" fmla="*/ 3834810 w 4130507"/>
                  <a:gd name="connsiteY13" fmla="*/ 1222740 h 1222740"/>
                  <a:gd name="connsiteX14" fmla="*/ 3069862 w 4130507"/>
                  <a:gd name="connsiteY14" fmla="*/ 1061955 h 1222740"/>
                  <a:gd name="connsiteX15" fmla="*/ 174577 w 4130507"/>
                  <a:gd name="connsiteY15" fmla="*/ 1047441 h 1222740"/>
                  <a:gd name="connsiteX16" fmla="*/ 0 w 4130507"/>
                  <a:gd name="connsiteY16" fmla="*/ 872864 h 1222740"/>
                  <a:gd name="connsiteX17" fmla="*/ 0 w 4130507"/>
                  <a:gd name="connsiteY17" fmla="*/ 872868 h 1222740"/>
                  <a:gd name="connsiteX18" fmla="*/ 0 w 4130507"/>
                  <a:gd name="connsiteY18" fmla="*/ 611007 h 1222740"/>
                  <a:gd name="connsiteX19" fmla="*/ 0 w 4130507"/>
                  <a:gd name="connsiteY19" fmla="*/ 611007 h 1222740"/>
                  <a:gd name="connsiteX20" fmla="*/ 0 w 4130507"/>
                  <a:gd name="connsiteY20" fmla="*/ 174577 h 1222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130507" h="1222740">
                    <a:moveTo>
                      <a:pt x="0" y="174577"/>
                    </a:moveTo>
                    <a:cubicBezTo>
                      <a:pt x="0" y="78161"/>
                      <a:pt x="78161" y="0"/>
                      <a:pt x="174577" y="0"/>
                    </a:cubicBezTo>
                    <a:lnTo>
                      <a:pt x="2409462" y="0"/>
                    </a:lnTo>
                    <a:lnTo>
                      <a:pt x="2409462" y="0"/>
                    </a:lnTo>
                    <a:lnTo>
                      <a:pt x="3442089" y="0"/>
                    </a:lnTo>
                    <a:lnTo>
                      <a:pt x="3955930" y="0"/>
                    </a:lnTo>
                    <a:cubicBezTo>
                      <a:pt x="4052346" y="0"/>
                      <a:pt x="4130507" y="78161"/>
                      <a:pt x="4130507" y="174577"/>
                    </a:cubicBezTo>
                    <a:lnTo>
                      <a:pt x="4130507" y="611007"/>
                    </a:lnTo>
                    <a:lnTo>
                      <a:pt x="4130507" y="611007"/>
                    </a:lnTo>
                    <a:lnTo>
                      <a:pt x="4130507" y="872868"/>
                    </a:lnTo>
                    <a:lnTo>
                      <a:pt x="4130507" y="872864"/>
                    </a:lnTo>
                    <a:cubicBezTo>
                      <a:pt x="4130507" y="969280"/>
                      <a:pt x="4052346" y="1047441"/>
                      <a:pt x="3955930" y="1047441"/>
                    </a:cubicBezTo>
                    <a:lnTo>
                      <a:pt x="3442089" y="1047441"/>
                    </a:lnTo>
                    <a:lnTo>
                      <a:pt x="3834810" y="1222740"/>
                    </a:lnTo>
                    <a:lnTo>
                      <a:pt x="3069862" y="1061955"/>
                    </a:lnTo>
                    <a:lnTo>
                      <a:pt x="174577" y="1047441"/>
                    </a:lnTo>
                    <a:cubicBezTo>
                      <a:pt x="78161" y="1047441"/>
                      <a:pt x="0" y="969280"/>
                      <a:pt x="0" y="872864"/>
                    </a:cubicBezTo>
                    <a:lnTo>
                      <a:pt x="0" y="872868"/>
                    </a:lnTo>
                    <a:lnTo>
                      <a:pt x="0" y="611007"/>
                    </a:lnTo>
                    <a:lnTo>
                      <a:pt x="0" y="611007"/>
                    </a:lnTo>
                    <a:lnTo>
                      <a:pt x="0" y="174577"/>
                    </a:lnTo>
                    <a:close/>
                  </a:path>
                </a:pathLst>
              </a:custGeom>
              <a:blipFill>
                <a:blip r:embed="rId6"/>
                <a:stretch>
                  <a:fillRect l="-820" t="-8475" b="-25424"/>
                </a:stretch>
              </a:blipFill>
              <a:ln w="19050" cap="flat" cmpd="sng" algn="ctr">
                <a:solidFill>
                  <a:srgbClr val="000000"/>
                </a:solidFill>
                <a:prstDash val="solid"/>
                <a:round/>
                <a:headEnd type="none" w="med" len="med"/>
                <a:tailEnd type="none" w="med" len="med"/>
              </a:ln>
              <a:effectLst/>
            </p:spPr>
            <p:txBody>
              <a:bodyPr/>
              <a:lstStyle/>
              <a:p>
                <a:r>
                  <a:rPr lang="ja-JP" altLang="en-US">
                    <a:noFill/>
                  </a:rPr>
                  <a:t> </a:t>
                </a:r>
              </a:p>
            </p:txBody>
          </p:sp>
        </mc:Fallback>
      </mc:AlternateContent>
    </p:spTree>
    <p:extLst>
      <p:ext uri="{BB962C8B-B14F-4D97-AF65-F5344CB8AC3E}">
        <p14:creationId xmlns:p14="http://schemas.microsoft.com/office/powerpoint/2010/main" val="1918435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269134" y="189791"/>
            <a:ext cx="4605748" cy="584775"/>
          </a:xfrm>
          <a:prstGeom prst="rect">
            <a:avLst/>
          </a:prstGeom>
          <a:noFill/>
        </p:spPr>
        <p:txBody>
          <a:bodyPr wrap="none" rtlCol="0">
            <a:spAutoFit/>
          </a:bodyPr>
          <a:lstStyle/>
          <a:p>
            <a:r>
              <a:rPr kumimoji="1" lang="ja-JP" altLang="en-US" sz="3200"/>
              <a:t>モデル</a:t>
            </a:r>
            <a:r>
              <a:rPr kumimoji="1" lang="en-US" altLang="ja-JP" sz="3200" dirty="0"/>
              <a:t>2</a:t>
            </a:r>
            <a:r>
              <a:rPr kumimoji="1" lang="ja-JP" altLang="en-US" sz="3200"/>
              <a:t>：動的計画モデル</a:t>
            </a:r>
          </a:p>
        </p:txBody>
      </p:sp>
      <p:cxnSp>
        <p:nvCxnSpPr>
          <p:cNvPr id="66" name="直線コネクタ 65">
            <a:extLst>
              <a:ext uri="{FF2B5EF4-FFF2-40B4-BE49-F238E27FC236}">
                <a16:creationId xmlns:a16="http://schemas.microsoft.com/office/drawing/2014/main" id="{BEC3FB62-CBF8-2E80-5000-8C5B5F9DDE19}"/>
              </a:ext>
            </a:extLst>
          </p:cNvPr>
          <p:cNvCxnSpPr>
            <a:cxnSpLocks/>
          </p:cNvCxnSpPr>
          <p:nvPr/>
        </p:nvCxnSpPr>
        <p:spPr>
          <a:xfrm>
            <a:off x="1691680" y="2072943"/>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67" name="正方形/長方形 66">
            <a:extLst>
              <a:ext uri="{FF2B5EF4-FFF2-40B4-BE49-F238E27FC236}">
                <a16:creationId xmlns:a16="http://schemas.microsoft.com/office/drawing/2014/main" id="{FD0ACD92-F435-89AF-7C4B-76269E55E168}"/>
              </a:ext>
            </a:extLst>
          </p:cNvPr>
          <p:cNvSpPr/>
          <p:nvPr/>
        </p:nvSpPr>
        <p:spPr>
          <a:xfrm>
            <a:off x="1136828" y="1573158"/>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68" name="正方形/長方形 67">
            <a:extLst>
              <a:ext uri="{FF2B5EF4-FFF2-40B4-BE49-F238E27FC236}">
                <a16:creationId xmlns:a16="http://schemas.microsoft.com/office/drawing/2014/main" id="{F51C4498-A04A-CA34-0D74-C1F6779637FC}"/>
              </a:ext>
            </a:extLst>
          </p:cNvPr>
          <p:cNvSpPr/>
          <p:nvPr/>
        </p:nvSpPr>
        <p:spPr>
          <a:xfrm>
            <a:off x="1187624" y="2567775"/>
            <a:ext cx="947547"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grpSp>
        <p:nvGrpSpPr>
          <p:cNvPr id="72" name="グループ化 71">
            <a:extLst>
              <a:ext uri="{FF2B5EF4-FFF2-40B4-BE49-F238E27FC236}">
                <a16:creationId xmlns:a16="http://schemas.microsoft.com/office/drawing/2014/main" id="{7D095D0A-727C-55C9-F43F-F6D1DDD5E63D}"/>
              </a:ext>
            </a:extLst>
          </p:cNvPr>
          <p:cNvGrpSpPr/>
          <p:nvPr/>
        </p:nvGrpSpPr>
        <p:grpSpPr>
          <a:xfrm>
            <a:off x="1664925" y="2951069"/>
            <a:ext cx="1306767" cy="259714"/>
            <a:chOff x="2220383" y="2089166"/>
            <a:chExt cx="1169198" cy="318368"/>
          </a:xfrm>
        </p:grpSpPr>
        <p:cxnSp>
          <p:nvCxnSpPr>
            <p:cNvPr id="73" name="直線コネクタ 72">
              <a:extLst>
                <a:ext uri="{FF2B5EF4-FFF2-40B4-BE49-F238E27FC236}">
                  <a16:creationId xmlns:a16="http://schemas.microsoft.com/office/drawing/2014/main" id="{8EB8510A-5A11-2D87-1B4E-B9BAF064C8FC}"/>
                </a:ext>
              </a:extLst>
            </p:cNvPr>
            <p:cNvCxnSpPr>
              <a:cxnSpLocks/>
            </p:cNvCxnSpPr>
            <p:nvPr/>
          </p:nvCxnSpPr>
          <p:spPr>
            <a:xfrm>
              <a:off x="2223877"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4" name="直線コネクタ 73">
              <a:extLst>
                <a:ext uri="{FF2B5EF4-FFF2-40B4-BE49-F238E27FC236}">
                  <a16:creationId xmlns:a16="http://schemas.microsoft.com/office/drawing/2014/main" id="{7A1CD3CF-ABD4-6B90-9538-B67F91F2D43D}"/>
                </a:ext>
              </a:extLst>
            </p:cNvPr>
            <p:cNvCxnSpPr>
              <a:cxnSpLocks/>
            </p:cNvCxnSpPr>
            <p:nvPr/>
          </p:nvCxnSpPr>
          <p:spPr>
            <a:xfrm>
              <a:off x="3389581" y="2089166"/>
              <a:ext cx="0" cy="318368"/>
            </a:xfrm>
            <a:prstGeom prst="line">
              <a:avLst/>
            </a:prstGeom>
            <a:ln w="1905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F418735D-3CCA-4BBC-AAE1-B72AFF2D4096}"/>
                </a:ext>
              </a:extLst>
            </p:cNvPr>
            <p:cNvCxnSpPr>
              <a:cxnSpLocks/>
            </p:cNvCxnSpPr>
            <p:nvPr/>
          </p:nvCxnSpPr>
          <p:spPr>
            <a:xfrm flipH="1">
              <a:off x="2220383" y="2404742"/>
              <a:ext cx="1169198" cy="0"/>
            </a:xfrm>
            <a:prstGeom prst="line">
              <a:avLst/>
            </a:prstGeom>
            <a:ln w="19050"/>
          </p:spPr>
          <p:style>
            <a:lnRef idx="1">
              <a:schemeClr val="dk1"/>
            </a:lnRef>
            <a:fillRef idx="0">
              <a:schemeClr val="dk1"/>
            </a:fillRef>
            <a:effectRef idx="0">
              <a:schemeClr val="dk1"/>
            </a:effectRef>
            <a:fontRef idx="minor">
              <a:schemeClr val="tx1"/>
            </a:fontRef>
          </p:style>
        </p:cxnSp>
      </p:grpSp>
      <p:cxnSp>
        <p:nvCxnSpPr>
          <p:cNvPr id="76" name="直線コネクタ 75">
            <a:extLst>
              <a:ext uri="{FF2B5EF4-FFF2-40B4-BE49-F238E27FC236}">
                <a16:creationId xmlns:a16="http://schemas.microsoft.com/office/drawing/2014/main" id="{6C2FE158-05FB-CF0C-686D-5A2CF42E967A}"/>
              </a:ext>
            </a:extLst>
          </p:cNvPr>
          <p:cNvCxnSpPr>
            <a:cxnSpLocks/>
          </p:cNvCxnSpPr>
          <p:nvPr/>
        </p:nvCxnSpPr>
        <p:spPr>
          <a:xfrm>
            <a:off x="2385006" y="320850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8" name="直線コネクタ 77">
            <a:extLst>
              <a:ext uri="{FF2B5EF4-FFF2-40B4-BE49-F238E27FC236}">
                <a16:creationId xmlns:a16="http://schemas.microsoft.com/office/drawing/2014/main" id="{5043E2EF-5269-45FA-96B8-ECBA1A83287E}"/>
              </a:ext>
            </a:extLst>
          </p:cNvPr>
          <p:cNvCxnSpPr>
            <a:cxnSpLocks/>
          </p:cNvCxnSpPr>
          <p:nvPr/>
        </p:nvCxnSpPr>
        <p:spPr>
          <a:xfrm>
            <a:off x="2375559" y="3881585"/>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79" name="直線コネクタ 78">
            <a:extLst>
              <a:ext uri="{FF2B5EF4-FFF2-40B4-BE49-F238E27FC236}">
                <a16:creationId xmlns:a16="http://schemas.microsoft.com/office/drawing/2014/main" id="{2AE2F689-ED7D-DE35-9424-318DB5DE46BE}"/>
              </a:ext>
            </a:extLst>
          </p:cNvPr>
          <p:cNvCxnSpPr>
            <a:cxnSpLocks/>
          </p:cNvCxnSpPr>
          <p:nvPr/>
        </p:nvCxnSpPr>
        <p:spPr>
          <a:xfrm>
            <a:off x="541585" y="4175818"/>
            <a:ext cx="8350895" cy="9811"/>
          </a:xfrm>
          <a:prstGeom prst="line">
            <a:avLst/>
          </a:prstGeom>
          <a:ln w="19050"/>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42D6600E-F528-9D04-10E6-DAF9AAF1B1D0}"/>
              </a:ext>
            </a:extLst>
          </p:cNvPr>
          <p:cNvCxnSpPr>
            <a:cxnSpLocks/>
          </p:cNvCxnSpPr>
          <p:nvPr/>
        </p:nvCxnSpPr>
        <p:spPr>
          <a:xfrm>
            <a:off x="1346500" y="4817859"/>
            <a:ext cx="0" cy="290310"/>
          </a:xfrm>
          <a:prstGeom prst="line">
            <a:avLst/>
          </a:prstGeom>
          <a:ln w="19050"/>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A5A52A27-1359-B609-BA20-A4ACEA76C4EC}"/>
              </a:ext>
            </a:extLst>
          </p:cNvPr>
          <p:cNvCxnSpPr>
            <a:cxnSpLocks/>
          </p:cNvCxnSpPr>
          <p:nvPr/>
        </p:nvCxnSpPr>
        <p:spPr>
          <a:xfrm>
            <a:off x="1298858" y="4168086"/>
            <a:ext cx="0" cy="286502"/>
          </a:xfrm>
          <a:prstGeom prst="line">
            <a:avLst/>
          </a:prstGeom>
          <a:ln w="19050"/>
        </p:spPr>
        <p:style>
          <a:lnRef idx="1">
            <a:schemeClr val="dk1"/>
          </a:lnRef>
          <a:fillRef idx="0">
            <a:schemeClr val="dk1"/>
          </a:fillRef>
          <a:effectRef idx="0">
            <a:schemeClr val="dk1"/>
          </a:effectRef>
          <a:fontRef idx="minor">
            <a:schemeClr val="tx1"/>
          </a:fontRef>
        </p:style>
      </p:cxnSp>
      <p:cxnSp>
        <p:nvCxnSpPr>
          <p:cNvPr id="82" name="直線コネクタ 81">
            <a:extLst>
              <a:ext uri="{FF2B5EF4-FFF2-40B4-BE49-F238E27FC236}">
                <a16:creationId xmlns:a16="http://schemas.microsoft.com/office/drawing/2014/main" id="{4194A7AF-3CAB-A319-4399-E51B513C0872}"/>
              </a:ext>
            </a:extLst>
          </p:cNvPr>
          <p:cNvCxnSpPr>
            <a:cxnSpLocks/>
          </p:cNvCxnSpPr>
          <p:nvPr/>
        </p:nvCxnSpPr>
        <p:spPr>
          <a:xfrm flipH="1">
            <a:off x="541585" y="5108169"/>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83" name="直線コネクタ 82">
            <a:extLst>
              <a:ext uri="{FF2B5EF4-FFF2-40B4-BE49-F238E27FC236}">
                <a16:creationId xmlns:a16="http://schemas.microsoft.com/office/drawing/2014/main" id="{43A29E58-395E-A226-2742-20D0767CCFCB}"/>
              </a:ext>
            </a:extLst>
          </p:cNvPr>
          <p:cNvCxnSpPr>
            <a:cxnSpLocks/>
          </p:cNvCxnSpPr>
          <p:nvPr/>
        </p:nvCxnSpPr>
        <p:spPr>
          <a:xfrm flipH="1">
            <a:off x="541585" y="5109546"/>
            <a:ext cx="1058" cy="352366"/>
          </a:xfrm>
          <a:prstGeom prst="line">
            <a:avLst/>
          </a:prstGeom>
          <a:ln w="19050"/>
        </p:spPr>
        <p:style>
          <a:lnRef idx="1">
            <a:schemeClr val="dk1"/>
          </a:lnRef>
          <a:fillRef idx="0">
            <a:schemeClr val="dk1"/>
          </a:fillRef>
          <a:effectRef idx="0">
            <a:schemeClr val="dk1"/>
          </a:effectRef>
          <a:fontRef idx="minor">
            <a:schemeClr val="tx1"/>
          </a:fontRef>
        </p:style>
      </p:cxnSp>
      <p:sp>
        <p:nvSpPr>
          <p:cNvPr id="85" name="正方形/長方形 84">
            <a:extLst>
              <a:ext uri="{FF2B5EF4-FFF2-40B4-BE49-F238E27FC236}">
                <a16:creationId xmlns:a16="http://schemas.microsoft.com/office/drawing/2014/main" id="{A49ED2F6-E0F9-6243-D157-384935A16E40}"/>
              </a:ext>
            </a:extLst>
          </p:cNvPr>
          <p:cNvSpPr/>
          <p:nvPr/>
        </p:nvSpPr>
        <p:spPr>
          <a:xfrm>
            <a:off x="184637" y="5391092"/>
            <a:ext cx="718046"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86" name="直線コネクタ 85">
            <a:extLst>
              <a:ext uri="{FF2B5EF4-FFF2-40B4-BE49-F238E27FC236}">
                <a16:creationId xmlns:a16="http://schemas.microsoft.com/office/drawing/2014/main" id="{A453F381-419F-DF68-2186-E3C82E6637E8}"/>
              </a:ext>
            </a:extLst>
          </p:cNvPr>
          <p:cNvCxnSpPr>
            <a:cxnSpLocks/>
          </p:cNvCxnSpPr>
          <p:nvPr/>
        </p:nvCxnSpPr>
        <p:spPr>
          <a:xfrm>
            <a:off x="1346500" y="5108169"/>
            <a:ext cx="3417" cy="395019"/>
          </a:xfrm>
          <a:prstGeom prst="line">
            <a:avLst/>
          </a:prstGeom>
          <a:ln w="19050"/>
        </p:spPr>
        <p:style>
          <a:lnRef idx="1">
            <a:schemeClr val="dk1"/>
          </a:lnRef>
          <a:fillRef idx="0">
            <a:schemeClr val="dk1"/>
          </a:fillRef>
          <a:effectRef idx="0">
            <a:schemeClr val="dk1"/>
          </a:effectRef>
          <a:fontRef idx="minor">
            <a:schemeClr val="tx1"/>
          </a:fontRef>
        </p:style>
      </p:cxnSp>
      <p:sp>
        <p:nvSpPr>
          <p:cNvPr id="87" name="正方形/長方形 86">
            <a:extLst>
              <a:ext uri="{FF2B5EF4-FFF2-40B4-BE49-F238E27FC236}">
                <a16:creationId xmlns:a16="http://schemas.microsoft.com/office/drawing/2014/main" id="{B8487E0B-1192-24F0-7BF5-FEDD2ACC5526}"/>
              </a:ext>
            </a:extLst>
          </p:cNvPr>
          <p:cNvSpPr/>
          <p:nvPr/>
        </p:nvSpPr>
        <p:spPr>
          <a:xfrm>
            <a:off x="974691" y="5402833"/>
            <a:ext cx="718047" cy="530529"/>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89" name="直線コネクタ 88">
            <a:extLst>
              <a:ext uri="{FF2B5EF4-FFF2-40B4-BE49-F238E27FC236}">
                <a16:creationId xmlns:a16="http://schemas.microsoft.com/office/drawing/2014/main" id="{F2B68B65-8EF5-48AF-1F25-C337547E1F20}"/>
              </a:ext>
            </a:extLst>
          </p:cNvPr>
          <p:cNvCxnSpPr>
            <a:cxnSpLocks/>
          </p:cNvCxnSpPr>
          <p:nvPr/>
        </p:nvCxnSpPr>
        <p:spPr>
          <a:xfrm>
            <a:off x="2126819" y="5108169"/>
            <a:ext cx="0" cy="281735"/>
          </a:xfrm>
          <a:prstGeom prst="line">
            <a:avLst/>
          </a:prstGeom>
          <a:ln w="19050"/>
        </p:spPr>
        <p:style>
          <a:lnRef idx="1">
            <a:schemeClr val="dk1"/>
          </a:lnRef>
          <a:fillRef idx="0">
            <a:schemeClr val="dk1"/>
          </a:fillRef>
          <a:effectRef idx="0">
            <a:schemeClr val="dk1"/>
          </a:effectRef>
          <a:fontRef idx="minor">
            <a:schemeClr val="tx1"/>
          </a:fontRef>
        </p:style>
      </p:cxnSp>
      <p:sp>
        <p:nvSpPr>
          <p:cNvPr id="90" name="円/楕円 89">
            <a:extLst>
              <a:ext uri="{FF2B5EF4-FFF2-40B4-BE49-F238E27FC236}">
                <a16:creationId xmlns:a16="http://schemas.microsoft.com/office/drawing/2014/main" id="{A3C453C7-C935-E395-1445-BA224ED5E06C}"/>
              </a:ext>
            </a:extLst>
          </p:cNvPr>
          <p:cNvSpPr/>
          <p:nvPr/>
        </p:nvSpPr>
        <p:spPr>
          <a:xfrm>
            <a:off x="2331006" y="3155270"/>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1" name="円/楕円 90">
            <a:extLst>
              <a:ext uri="{FF2B5EF4-FFF2-40B4-BE49-F238E27FC236}">
                <a16:creationId xmlns:a16="http://schemas.microsoft.com/office/drawing/2014/main" id="{13CEFEF4-C197-3F41-EF89-73505F2A3AA6}"/>
              </a:ext>
            </a:extLst>
          </p:cNvPr>
          <p:cNvSpPr/>
          <p:nvPr/>
        </p:nvSpPr>
        <p:spPr>
          <a:xfrm>
            <a:off x="1290162" y="5058522"/>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92" name="円/楕円 91">
            <a:extLst>
              <a:ext uri="{FF2B5EF4-FFF2-40B4-BE49-F238E27FC236}">
                <a16:creationId xmlns:a16="http://schemas.microsoft.com/office/drawing/2014/main" id="{3D378F74-F7E5-B8D3-1341-756ACC644A4A}"/>
              </a:ext>
            </a:extLst>
          </p:cNvPr>
          <p:cNvSpPr/>
          <p:nvPr/>
        </p:nvSpPr>
        <p:spPr>
          <a:xfrm>
            <a:off x="1242520" y="4105924"/>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05" name="直線コネクタ 104">
            <a:extLst>
              <a:ext uri="{FF2B5EF4-FFF2-40B4-BE49-F238E27FC236}">
                <a16:creationId xmlns:a16="http://schemas.microsoft.com/office/drawing/2014/main" id="{9EE882AB-7763-68E5-15AF-D3A1E55F4C88}"/>
              </a:ext>
            </a:extLst>
          </p:cNvPr>
          <p:cNvCxnSpPr>
            <a:cxnSpLocks/>
          </p:cNvCxnSpPr>
          <p:nvPr/>
        </p:nvCxnSpPr>
        <p:spPr>
          <a:xfrm flipH="1">
            <a:off x="4688909" y="2678500"/>
            <a:ext cx="2338" cy="1480286"/>
          </a:xfrm>
          <a:prstGeom prst="line">
            <a:avLst/>
          </a:prstGeom>
          <a:ln w="19050"/>
        </p:spPr>
        <p:style>
          <a:lnRef idx="1">
            <a:schemeClr val="dk1"/>
          </a:lnRef>
          <a:fillRef idx="0">
            <a:schemeClr val="dk1"/>
          </a:fillRef>
          <a:effectRef idx="0">
            <a:schemeClr val="dk1"/>
          </a:effectRef>
          <a:fontRef idx="minor">
            <a:schemeClr val="tx1"/>
          </a:fontRef>
        </p:style>
      </p:cxnSp>
      <p:sp>
        <p:nvSpPr>
          <p:cNvPr id="106" name="正方形/長方形 105">
            <a:extLst>
              <a:ext uri="{FF2B5EF4-FFF2-40B4-BE49-F238E27FC236}">
                <a16:creationId xmlns:a16="http://schemas.microsoft.com/office/drawing/2014/main" id="{2E4AD433-00D5-CC1A-0DFF-01E8279D13F1}"/>
              </a:ext>
            </a:extLst>
          </p:cNvPr>
          <p:cNvSpPr/>
          <p:nvPr/>
        </p:nvSpPr>
        <p:spPr>
          <a:xfrm>
            <a:off x="4067944" y="1858181"/>
            <a:ext cx="1215021" cy="842463"/>
          </a:xfrm>
          <a:prstGeom prst="rect">
            <a:avLst/>
          </a:prstGeom>
          <a:solidFill>
            <a:srgbClr val="C0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商用電力</a:t>
            </a:r>
            <a:endParaRPr lang="en-US" altLang="ja-JP" sz="2000" dirty="0">
              <a:solidFill>
                <a:schemeClr val="tx1"/>
              </a:solidFill>
              <a:latin typeface="+mn-ea"/>
            </a:endParaRPr>
          </a:p>
          <a:p>
            <a:r>
              <a:rPr lang="ja-JP" altLang="en-US" sz="2000">
                <a:solidFill>
                  <a:schemeClr val="tx1"/>
                </a:solidFill>
                <a:latin typeface="+mn-ea"/>
              </a:rPr>
              <a:t>系統</a:t>
            </a:r>
            <a:endParaRPr kumimoji="1" lang="ja-JP" altLang="en-US" sz="2400">
              <a:solidFill>
                <a:schemeClr val="tx1"/>
              </a:solidFill>
              <a:latin typeface="+mn-ea"/>
            </a:endParaRPr>
          </a:p>
        </p:txBody>
      </p:sp>
      <p:cxnSp>
        <p:nvCxnSpPr>
          <p:cNvPr id="109" name="直線コネクタ 108">
            <a:extLst>
              <a:ext uri="{FF2B5EF4-FFF2-40B4-BE49-F238E27FC236}">
                <a16:creationId xmlns:a16="http://schemas.microsoft.com/office/drawing/2014/main" id="{5AB06B72-B855-AEAE-FEB9-B3FEDA440C9C}"/>
              </a:ext>
            </a:extLst>
          </p:cNvPr>
          <p:cNvCxnSpPr>
            <a:cxnSpLocks/>
          </p:cNvCxnSpPr>
          <p:nvPr/>
        </p:nvCxnSpPr>
        <p:spPr>
          <a:xfrm>
            <a:off x="6374480" y="3877776"/>
            <a:ext cx="0" cy="290310"/>
          </a:xfrm>
          <a:prstGeom prst="line">
            <a:avLst/>
          </a:prstGeom>
          <a:ln w="19050"/>
        </p:spPr>
        <p:style>
          <a:lnRef idx="1">
            <a:schemeClr val="dk1"/>
          </a:lnRef>
          <a:fillRef idx="0">
            <a:schemeClr val="dk1"/>
          </a:fillRef>
          <a:effectRef idx="0">
            <a:schemeClr val="dk1"/>
          </a:effectRef>
          <a:fontRef idx="minor">
            <a:schemeClr val="tx1"/>
          </a:fontRef>
        </p:style>
      </p:cxnSp>
      <p:sp>
        <p:nvSpPr>
          <p:cNvPr id="110" name="円/楕円 109">
            <a:extLst>
              <a:ext uri="{FF2B5EF4-FFF2-40B4-BE49-F238E27FC236}">
                <a16:creationId xmlns:a16="http://schemas.microsoft.com/office/drawing/2014/main" id="{84834D31-632A-16CD-830D-4C4FCF548189}"/>
              </a:ext>
            </a:extLst>
          </p:cNvPr>
          <p:cNvSpPr/>
          <p:nvPr/>
        </p:nvSpPr>
        <p:spPr>
          <a:xfrm>
            <a:off x="6320480" y="41140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1" name="直線コネクタ 110">
            <a:extLst>
              <a:ext uri="{FF2B5EF4-FFF2-40B4-BE49-F238E27FC236}">
                <a16:creationId xmlns:a16="http://schemas.microsoft.com/office/drawing/2014/main" id="{36606DA0-B8C6-C577-B873-7FC95FFE60D6}"/>
              </a:ext>
            </a:extLst>
          </p:cNvPr>
          <p:cNvCxnSpPr>
            <a:cxnSpLocks/>
          </p:cNvCxnSpPr>
          <p:nvPr/>
        </p:nvCxnSpPr>
        <p:spPr>
          <a:xfrm>
            <a:off x="6377841" y="3100505"/>
            <a:ext cx="0" cy="398310"/>
          </a:xfrm>
          <a:prstGeom prst="line">
            <a:avLst/>
          </a:prstGeom>
          <a:ln w="19050"/>
        </p:spPr>
        <p:style>
          <a:lnRef idx="1">
            <a:schemeClr val="dk1"/>
          </a:lnRef>
          <a:fillRef idx="0">
            <a:schemeClr val="dk1"/>
          </a:fillRef>
          <a:effectRef idx="0">
            <a:schemeClr val="dk1"/>
          </a:effectRef>
          <a:fontRef idx="minor">
            <a:schemeClr val="tx1"/>
          </a:fontRef>
        </p:style>
      </p:cxnSp>
      <p:sp>
        <p:nvSpPr>
          <p:cNvPr id="113" name="正方形/長方形 112">
            <a:extLst>
              <a:ext uri="{FF2B5EF4-FFF2-40B4-BE49-F238E27FC236}">
                <a16:creationId xmlns:a16="http://schemas.microsoft.com/office/drawing/2014/main" id="{1FCB0328-AD19-99AF-6736-B11B31032FD1}"/>
              </a:ext>
            </a:extLst>
          </p:cNvPr>
          <p:cNvSpPr/>
          <p:nvPr/>
        </p:nvSpPr>
        <p:spPr>
          <a:xfrm>
            <a:off x="5796136" y="1789090"/>
            <a:ext cx="1151068" cy="530534"/>
          </a:xfrm>
          <a:prstGeom prst="rect">
            <a:avLst/>
          </a:prstGeom>
          <a:solidFill>
            <a:srgbClr val="C0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a:solidFill>
                  <a:schemeClr val="tx1"/>
                </a:solidFill>
                <a:latin typeface="+mn-ea"/>
              </a:rPr>
              <a:t>蓄電池</a:t>
            </a:r>
          </a:p>
        </p:txBody>
      </p:sp>
      <p:cxnSp>
        <p:nvCxnSpPr>
          <p:cNvPr id="114" name="直線コネクタ 113">
            <a:extLst>
              <a:ext uri="{FF2B5EF4-FFF2-40B4-BE49-F238E27FC236}">
                <a16:creationId xmlns:a16="http://schemas.microsoft.com/office/drawing/2014/main" id="{650484EC-13D9-9EA3-E678-46F9DC9428E2}"/>
              </a:ext>
            </a:extLst>
          </p:cNvPr>
          <p:cNvCxnSpPr>
            <a:cxnSpLocks/>
            <a:stCxn id="113" idx="2"/>
          </p:cNvCxnSpPr>
          <p:nvPr/>
        </p:nvCxnSpPr>
        <p:spPr>
          <a:xfrm>
            <a:off x="6371670" y="2319624"/>
            <a:ext cx="2810" cy="410372"/>
          </a:xfrm>
          <a:prstGeom prst="line">
            <a:avLst/>
          </a:prstGeom>
          <a:ln w="19050"/>
        </p:spPr>
        <p:style>
          <a:lnRef idx="1">
            <a:schemeClr val="dk1"/>
          </a:lnRef>
          <a:fillRef idx="0">
            <a:schemeClr val="dk1"/>
          </a:fillRef>
          <a:effectRef idx="0">
            <a:schemeClr val="dk1"/>
          </a:effectRef>
          <a:fontRef idx="minor">
            <a:schemeClr val="tx1"/>
          </a:fontRef>
        </p:style>
      </p:cxnSp>
      <p:sp>
        <p:nvSpPr>
          <p:cNvPr id="115" name="円/楕円 114">
            <a:extLst>
              <a:ext uri="{FF2B5EF4-FFF2-40B4-BE49-F238E27FC236}">
                <a16:creationId xmlns:a16="http://schemas.microsoft.com/office/drawing/2014/main" id="{BC19D60B-2E1F-4A04-C143-12A35F97C6D0}"/>
              </a:ext>
            </a:extLst>
          </p:cNvPr>
          <p:cNvSpPr/>
          <p:nvPr/>
        </p:nvSpPr>
        <p:spPr>
          <a:xfrm>
            <a:off x="2321559" y="410478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16" name="直線コネクタ 115">
            <a:extLst>
              <a:ext uri="{FF2B5EF4-FFF2-40B4-BE49-F238E27FC236}">
                <a16:creationId xmlns:a16="http://schemas.microsoft.com/office/drawing/2014/main" id="{4839374A-D90D-DF03-E3E8-37C457D7670B}"/>
              </a:ext>
            </a:extLst>
          </p:cNvPr>
          <p:cNvCxnSpPr>
            <a:cxnSpLocks/>
          </p:cNvCxnSpPr>
          <p:nvPr/>
        </p:nvCxnSpPr>
        <p:spPr>
          <a:xfrm>
            <a:off x="6939916" y="4750945"/>
            <a:ext cx="0" cy="632264"/>
          </a:xfrm>
          <a:prstGeom prst="line">
            <a:avLst/>
          </a:prstGeom>
          <a:ln w="19050"/>
        </p:spPr>
        <p:style>
          <a:lnRef idx="1">
            <a:schemeClr val="dk1"/>
          </a:lnRef>
          <a:fillRef idx="0">
            <a:schemeClr val="dk1"/>
          </a:fillRef>
          <a:effectRef idx="0">
            <a:schemeClr val="dk1"/>
          </a:effectRef>
          <a:fontRef idx="minor">
            <a:schemeClr val="tx1"/>
          </a:fontRef>
        </p:style>
      </p:cxnSp>
      <p:cxnSp>
        <p:nvCxnSpPr>
          <p:cNvPr id="117" name="直線コネクタ 116">
            <a:extLst>
              <a:ext uri="{FF2B5EF4-FFF2-40B4-BE49-F238E27FC236}">
                <a16:creationId xmlns:a16="http://schemas.microsoft.com/office/drawing/2014/main" id="{EF18BA0C-A733-B0A7-762B-B2AC107F958C}"/>
              </a:ext>
            </a:extLst>
          </p:cNvPr>
          <p:cNvCxnSpPr>
            <a:cxnSpLocks/>
          </p:cNvCxnSpPr>
          <p:nvPr/>
        </p:nvCxnSpPr>
        <p:spPr>
          <a:xfrm flipH="1">
            <a:off x="5713799" y="5066254"/>
            <a:ext cx="2329816" cy="6717"/>
          </a:xfrm>
          <a:prstGeom prst="line">
            <a:avLst/>
          </a:prstGeom>
          <a:ln w="19050"/>
        </p:spPr>
        <p:style>
          <a:lnRef idx="1">
            <a:schemeClr val="dk1"/>
          </a:lnRef>
          <a:fillRef idx="0">
            <a:schemeClr val="dk1"/>
          </a:fillRef>
          <a:effectRef idx="0">
            <a:schemeClr val="dk1"/>
          </a:effectRef>
          <a:fontRef idx="minor">
            <a:schemeClr val="tx1"/>
          </a:fontRef>
        </p:style>
      </p:cxnSp>
      <p:sp>
        <p:nvSpPr>
          <p:cNvPr id="119" name="正方形/長方形 118">
            <a:extLst>
              <a:ext uri="{FF2B5EF4-FFF2-40B4-BE49-F238E27FC236}">
                <a16:creationId xmlns:a16="http://schemas.microsoft.com/office/drawing/2014/main" id="{BCBBBF2C-D3F1-50F8-E4A4-177F07E8D42E}"/>
              </a:ext>
            </a:extLst>
          </p:cNvPr>
          <p:cNvSpPr/>
          <p:nvPr/>
        </p:nvSpPr>
        <p:spPr>
          <a:xfrm>
            <a:off x="5224469" y="5383110"/>
            <a:ext cx="1040575" cy="968425"/>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非常用</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特定</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負荷</a:t>
            </a:r>
            <a:endParaRPr kumimoji="1" lang="ja-JP" altLang="en-US">
              <a:solidFill>
                <a:schemeClr val="tx1"/>
              </a:solidFill>
              <a:latin typeface="+mn-ea"/>
            </a:endParaRPr>
          </a:p>
        </p:txBody>
      </p:sp>
      <p:cxnSp>
        <p:nvCxnSpPr>
          <p:cNvPr id="120" name="直線コネクタ 119">
            <a:extLst>
              <a:ext uri="{FF2B5EF4-FFF2-40B4-BE49-F238E27FC236}">
                <a16:creationId xmlns:a16="http://schemas.microsoft.com/office/drawing/2014/main" id="{976EDFF5-6A64-2731-3537-41F9DD915DF3}"/>
              </a:ext>
            </a:extLst>
          </p:cNvPr>
          <p:cNvCxnSpPr>
            <a:cxnSpLocks/>
          </p:cNvCxnSpPr>
          <p:nvPr/>
        </p:nvCxnSpPr>
        <p:spPr>
          <a:xfrm>
            <a:off x="5728525" y="5067077"/>
            <a:ext cx="0" cy="315910"/>
          </a:xfrm>
          <a:prstGeom prst="line">
            <a:avLst/>
          </a:prstGeom>
          <a:ln w="19050"/>
        </p:spPr>
        <p:style>
          <a:lnRef idx="1">
            <a:schemeClr val="dk1"/>
          </a:lnRef>
          <a:fillRef idx="0">
            <a:schemeClr val="dk1"/>
          </a:fillRef>
          <a:effectRef idx="0">
            <a:schemeClr val="dk1"/>
          </a:effectRef>
          <a:fontRef idx="minor">
            <a:schemeClr val="tx1"/>
          </a:fontRef>
        </p:style>
      </p:cxnSp>
      <p:sp>
        <p:nvSpPr>
          <p:cNvPr id="121" name="正方形/長方形 120">
            <a:extLst>
              <a:ext uri="{FF2B5EF4-FFF2-40B4-BE49-F238E27FC236}">
                <a16:creationId xmlns:a16="http://schemas.microsoft.com/office/drawing/2014/main" id="{48E602A8-6F95-9790-4BD5-868E7E9A9807}"/>
              </a:ext>
            </a:extLst>
          </p:cNvPr>
          <p:cNvSpPr/>
          <p:nvPr/>
        </p:nvSpPr>
        <p:spPr>
          <a:xfrm>
            <a:off x="7626798" y="5382399"/>
            <a:ext cx="833634" cy="969136"/>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空調電源</a:t>
            </a:r>
            <a:endParaRPr lang="en-US" altLang="ja-JP" sz="2000" dirty="0">
              <a:solidFill>
                <a:schemeClr val="tx1"/>
              </a:solidFill>
              <a:latin typeface="Cambria Math" panose="02040503050406030204" pitchFamily="18" charset="0"/>
            </a:endParaRPr>
          </a:p>
        </p:txBody>
      </p:sp>
      <p:sp>
        <p:nvSpPr>
          <p:cNvPr id="122" name="正方形/長方形 121">
            <a:extLst>
              <a:ext uri="{FF2B5EF4-FFF2-40B4-BE49-F238E27FC236}">
                <a16:creationId xmlns:a16="http://schemas.microsoft.com/office/drawing/2014/main" id="{FDB8BAAC-F13C-9165-F554-8A027205BBDA}"/>
              </a:ext>
            </a:extLst>
          </p:cNvPr>
          <p:cNvSpPr/>
          <p:nvPr/>
        </p:nvSpPr>
        <p:spPr>
          <a:xfrm>
            <a:off x="6371166" y="5380642"/>
            <a:ext cx="1137500" cy="94790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Cambria Math" panose="02040503050406030204" pitchFamily="18" charset="0"/>
              </a:rPr>
              <a:t>蓄電池補機</a:t>
            </a:r>
            <a:endParaRPr lang="en-US" altLang="ja-JP" sz="2000" dirty="0">
              <a:solidFill>
                <a:schemeClr val="tx1"/>
              </a:solidFill>
              <a:latin typeface="Cambria Math" panose="02040503050406030204" pitchFamily="18" charset="0"/>
            </a:endParaRPr>
          </a:p>
          <a:p>
            <a:r>
              <a:rPr lang="ja-JP" altLang="en-US" sz="2000">
                <a:solidFill>
                  <a:schemeClr val="tx1"/>
                </a:solidFill>
                <a:latin typeface="Cambria Math" panose="02040503050406030204" pitchFamily="18" charset="0"/>
              </a:rPr>
              <a:t>電源盤</a:t>
            </a:r>
            <a:endParaRPr kumimoji="1" lang="ja-JP" altLang="en-US" sz="2000">
              <a:solidFill>
                <a:schemeClr val="tx1"/>
              </a:solidFill>
              <a:latin typeface="+mn-ea"/>
            </a:endParaRPr>
          </a:p>
        </p:txBody>
      </p:sp>
      <p:cxnSp>
        <p:nvCxnSpPr>
          <p:cNvPr id="123" name="直線コネクタ 122">
            <a:extLst>
              <a:ext uri="{FF2B5EF4-FFF2-40B4-BE49-F238E27FC236}">
                <a16:creationId xmlns:a16="http://schemas.microsoft.com/office/drawing/2014/main" id="{DD100C45-F431-AF17-DF1B-1FCCA72624B8}"/>
              </a:ext>
            </a:extLst>
          </p:cNvPr>
          <p:cNvCxnSpPr>
            <a:cxnSpLocks/>
          </p:cNvCxnSpPr>
          <p:nvPr/>
        </p:nvCxnSpPr>
        <p:spPr>
          <a:xfrm>
            <a:off x="8032781" y="5058522"/>
            <a:ext cx="0" cy="323877"/>
          </a:xfrm>
          <a:prstGeom prst="line">
            <a:avLst/>
          </a:prstGeom>
          <a:ln w="19050"/>
        </p:spPr>
        <p:style>
          <a:lnRef idx="1">
            <a:schemeClr val="dk1"/>
          </a:lnRef>
          <a:fillRef idx="0">
            <a:schemeClr val="dk1"/>
          </a:fillRef>
          <a:effectRef idx="0">
            <a:schemeClr val="dk1"/>
          </a:effectRef>
          <a:fontRef idx="minor">
            <a:schemeClr val="tx1"/>
          </a:fontRef>
        </p:style>
      </p:cxnSp>
      <p:cxnSp>
        <p:nvCxnSpPr>
          <p:cNvPr id="124" name="直線コネクタ 123">
            <a:extLst>
              <a:ext uri="{FF2B5EF4-FFF2-40B4-BE49-F238E27FC236}">
                <a16:creationId xmlns:a16="http://schemas.microsoft.com/office/drawing/2014/main" id="{0014E4B5-7462-56F0-67B1-C4D8287EC104}"/>
              </a:ext>
            </a:extLst>
          </p:cNvPr>
          <p:cNvCxnSpPr>
            <a:cxnSpLocks/>
            <a:endCxn id="173" idx="0"/>
          </p:cNvCxnSpPr>
          <p:nvPr/>
        </p:nvCxnSpPr>
        <p:spPr>
          <a:xfrm>
            <a:off x="6939916" y="4184663"/>
            <a:ext cx="0" cy="271411"/>
          </a:xfrm>
          <a:prstGeom prst="line">
            <a:avLst/>
          </a:prstGeom>
          <a:ln w="19050"/>
        </p:spPr>
        <p:style>
          <a:lnRef idx="1">
            <a:schemeClr val="dk1"/>
          </a:lnRef>
          <a:fillRef idx="0">
            <a:schemeClr val="dk1"/>
          </a:fillRef>
          <a:effectRef idx="0">
            <a:schemeClr val="dk1"/>
          </a:effectRef>
          <a:fontRef idx="minor">
            <a:schemeClr val="tx1"/>
          </a:fontRef>
        </p:style>
      </p:cxnSp>
      <p:sp>
        <p:nvSpPr>
          <p:cNvPr id="125" name="円/楕円 124">
            <a:extLst>
              <a:ext uri="{FF2B5EF4-FFF2-40B4-BE49-F238E27FC236}">
                <a16:creationId xmlns:a16="http://schemas.microsoft.com/office/drawing/2014/main" id="{3EEAD2A2-89F5-B919-3AEF-AD9E5D97BB0A}"/>
              </a:ext>
            </a:extLst>
          </p:cNvPr>
          <p:cNvSpPr/>
          <p:nvPr/>
        </p:nvSpPr>
        <p:spPr>
          <a:xfrm>
            <a:off x="6885916" y="5018971"/>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6" name="円/楕円 125">
            <a:extLst>
              <a:ext uri="{FF2B5EF4-FFF2-40B4-BE49-F238E27FC236}">
                <a16:creationId xmlns:a16="http://schemas.microsoft.com/office/drawing/2014/main" id="{052ED0E7-EEC3-1FA6-E180-C211A489679A}"/>
              </a:ext>
            </a:extLst>
          </p:cNvPr>
          <p:cNvSpPr/>
          <p:nvPr/>
        </p:nvSpPr>
        <p:spPr>
          <a:xfrm>
            <a:off x="6885916" y="4119287"/>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7" name="円/楕円 126">
            <a:extLst>
              <a:ext uri="{FF2B5EF4-FFF2-40B4-BE49-F238E27FC236}">
                <a16:creationId xmlns:a16="http://schemas.microsoft.com/office/drawing/2014/main" id="{210F677B-4B6C-1F17-06B5-A0B4489373E5}"/>
              </a:ext>
            </a:extLst>
          </p:cNvPr>
          <p:cNvSpPr/>
          <p:nvPr/>
        </p:nvSpPr>
        <p:spPr>
          <a:xfrm>
            <a:off x="4635709" y="4116236"/>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28" name="正方形/長方形 127">
            <a:extLst>
              <a:ext uri="{FF2B5EF4-FFF2-40B4-BE49-F238E27FC236}">
                <a16:creationId xmlns:a16="http://schemas.microsoft.com/office/drawing/2014/main" id="{4026B5F8-369E-2D9D-1B24-FB330072AA50}"/>
              </a:ext>
            </a:extLst>
          </p:cNvPr>
          <p:cNvSpPr/>
          <p:nvPr/>
        </p:nvSpPr>
        <p:spPr>
          <a:xfrm>
            <a:off x="1766779" y="5402833"/>
            <a:ext cx="716989" cy="530534"/>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32" name="直線コネクタ 131">
            <a:extLst>
              <a:ext uri="{FF2B5EF4-FFF2-40B4-BE49-F238E27FC236}">
                <a16:creationId xmlns:a16="http://schemas.microsoft.com/office/drawing/2014/main" id="{345234D1-7A40-B80E-198B-166E64F173AA}"/>
              </a:ext>
            </a:extLst>
          </p:cNvPr>
          <p:cNvCxnSpPr>
            <a:cxnSpLocks/>
          </p:cNvCxnSpPr>
          <p:nvPr/>
        </p:nvCxnSpPr>
        <p:spPr>
          <a:xfrm>
            <a:off x="3884702" y="4192825"/>
            <a:ext cx="0" cy="286502"/>
          </a:xfrm>
          <a:prstGeom prst="line">
            <a:avLst/>
          </a:prstGeom>
          <a:ln w="19050"/>
        </p:spPr>
        <p:style>
          <a:lnRef idx="1">
            <a:schemeClr val="dk1"/>
          </a:lnRef>
          <a:fillRef idx="0">
            <a:schemeClr val="dk1"/>
          </a:fillRef>
          <a:effectRef idx="0">
            <a:schemeClr val="dk1"/>
          </a:effectRef>
          <a:fontRef idx="minor">
            <a:schemeClr val="tx1"/>
          </a:fontRef>
        </p:style>
      </p:cxnSp>
      <p:sp>
        <p:nvSpPr>
          <p:cNvPr id="141" name="円/楕円 140">
            <a:extLst>
              <a:ext uri="{FF2B5EF4-FFF2-40B4-BE49-F238E27FC236}">
                <a16:creationId xmlns:a16="http://schemas.microsoft.com/office/drawing/2014/main" id="{746CE5DE-F8BE-0E15-EB47-2EC89C5EE284}"/>
              </a:ext>
            </a:extLst>
          </p:cNvPr>
          <p:cNvSpPr/>
          <p:nvPr/>
        </p:nvSpPr>
        <p:spPr>
          <a:xfrm>
            <a:off x="3836941" y="4130663"/>
            <a:ext cx="108000" cy="1080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cxnSp>
        <p:nvCxnSpPr>
          <p:cNvPr id="147" name="直線コネクタ 146">
            <a:extLst>
              <a:ext uri="{FF2B5EF4-FFF2-40B4-BE49-F238E27FC236}">
                <a16:creationId xmlns:a16="http://schemas.microsoft.com/office/drawing/2014/main" id="{D0C959E1-F04D-1591-4E83-C74ABB25B07B}"/>
              </a:ext>
            </a:extLst>
          </p:cNvPr>
          <p:cNvCxnSpPr>
            <a:cxnSpLocks/>
          </p:cNvCxnSpPr>
          <p:nvPr/>
        </p:nvCxnSpPr>
        <p:spPr>
          <a:xfrm>
            <a:off x="3866780" y="4834945"/>
            <a:ext cx="0" cy="319341"/>
          </a:xfrm>
          <a:prstGeom prst="line">
            <a:avLst/>
          </a:prstGeom>
          <a:ln w="19050"/>
        </p:spPr>
        <p:style>
          <a:lnRef idx="1">
            <a:schemeClr val="dk1"/>
          </a:lnRef>
          <a:fillRef idx="0">
            <a:schemeClr val="dk1"/>
          </a:fillRef>
          <a:effectRef idx="0">
            <a:schemeClr val="dk1"/>
          </a:effectRef>
          <a:fontRef idx="minor">
            <a:schemeClr val="tx1"/>
          </a:fontRef>
        </p:style>
      </p:cxnSp>
      <p:cxnSp>
        <p:nvCxnSpPr>
          <p:cNvPr id="148" name="直線コネクタ 147">
            <a:extLst>
              <a:ext uri="{FF2B5EF4-FFF2-40B4-BE49-F238E27FC236}">
                <a16:creationId xmlns:a16="http://schemas.microsoft.com/office/drawing/2014/main" id="{26A17FE4-47E2-D147-CED7-D3B55C78BBAB}"/>
              </a:ext>
            </a:extLst>
          </p:cNvPr>
          <p:cNvCxnSpPr>
            <a:cxnSpLocks/>
          </p:cNvCxnSpPr>
          <p:nvPr/>
        </p:nvCxnSpPr>
        <p:spPr>
          <a:xfrm flipH="1">
            <a:off x="3061865" y="5139770"/>
            <a:ext cx="1585234"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49" name="直線コネクタ 148">
            <a:extLst>
              <a:ext uri="{FF2B5EF4-FFF2-40B4-BE49-F238E27FC236}">
                <a16:creationId xmlns:a16="http://schemas.microsoft.com/office/drawing/2014/main" id="{DB764CCE-2013-B1DE-5114-8A840A9D0B3D}"/>
              </a:ext>
            </a:extLst>
          </p:cNvPr>
          <p:cNvCxnSpPr>
            <a:cxnSpLocks/>
          </p:cNvCxnSpPr>
          <p:nvPr/>
        </p:nvCxnSpPr>
        <p:spPr>
          <a:xfrm flipH="1">
            <a:off x="3061865" y="5123529"/>
            <a:ext cx="1058" cy="387603"/>
          </a:xfrm>
          <a:prstGeom prst="line">
            <a:avLst/>
          </a:prstGeom>
          <a:ln w="19050"/>
        </p:spPr>
        <p:style>
          <a:lnRef idx="1">
            <a:schemeClr val="dk1"/>
          </a:lnRef>
          <a:fillRef idx="0">
            <a:schemeClr val="dk1"/>
          </a:fillRef>
          <a:effectRef idx="0">
            <a:schemeClr val="dk1"/>
          </a:effectRef>
          <a:fontRef idx="minor">
            <a:schemeClr val="tx1"/>
          </a:fontRef>
        </p:style>
      </p:cxnSp>
      <p:sp>
        <p:nvSpPr>
          <p:cNvPr id="150" name="正方形/長方形 149">
            <a:extLst>
              <a:ext uri="{FF2B5EF4-FFF2-40B4-BE49-F238E27FC236}">
                <a16:creationId xmlns:a16="http://schemas.microsoft.com/office/drawing/2014/main" id="{E8E33A6F-B654-FDAB-96FE-51FE5EFA2D59}"/>
              </a:ext>
            </a:extLst>
          </p:cNvPr>
          <p:cNvSpPr/>
          <p:nvPr/>
        </p:nvSpPr>
        <p:spPr>
          <a:xfrm>
            <a:off x="2701826" y="5396167"/>
            <a:ext cx="718046"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空調</a:t>
            </a:r>
            <a:endParaRPr kumimoji="1" lang="ja-JP" altLang="en-US" sz="2400">
              <a:solidFill>
                <a:schemeClr val="tx1"/>
              </a:solidFill>
              <a:latin typeface="+mn-ea"/>
            </a:endParaRPr>
          </a:p>
        </p:txBody>
      </p:sp>
      <p:cxnSp>
        <p:nvCxnSpPr>
          <p:cNvPr id="151" name="直線コネクタ 150">
            <a:extLst>
              <a:ext uri="{FF2B5EF4-FFF2-40B4-BE49-F238E27FC236}">
                <a16:creationId xmlns:a16="http://schemas.microsoft.com/office/drawing/2014/main" id="{2DE71881-DDD0-CE55-C716-AE70A05942FA}"/>
              </a:ext>
            </a:extLst>
          </p:cNvPr>
          <p:cNvCxnSpPr>
            <a:cxnSpLocks/>
          </p:cNvCxnSpPr>
          <p:nvPr/>
        </p:nvCxnSpPr>
        <p:spPr>
          <a:xfrm>
            <a:off x="3866780" y="5120019"/>
            <a:ext cx="3417" cy="434521"/>
          </a:xfrm>
          <a:prstGeom prst="line">
            <a:avLst/>
          </a:prstGeom>
          <a:ln w="19050"/>
        </p:spPr>
        <p:style>
          <a:lnRef idx="1">
            <a:schemeClr val="dk1"/>
          </a:lnRef>
          <a:fillRef idx="0">
            <a:schemeClr val="dk1"/>
          </a:fillRef>
          <a:effectRef idx="0">
            <a:schemeClr val="dk1"/>
          </a:effectRef>
          <a:fontRef idx="minor">
            <a:schemeClr val="tx1"/>
          </a:fontRef>
        </p:style>
      </p:cxnSp>
      <p:sp>
        <p:nvSpPr>
          <p:cNvPr id="152" name="正方形/長方形 151">
            <a:extLst>
              <a:ext uri="{FF2B5EF4-FFF2-40B4-BE49-F238E27FC236}">
                <a16:creationId xmlns:a16="http://schemas.microsoft.com/office/drawing/2014/main" id="{5718CDCB-EAC3-10D3-29AD-28DD16C8ECFA}"/>
              </a:ext>
            </a:extLst>
          </p:cNvPr>
          <p:cNvSpPr/>
          <p:nvPr/>
        </p:nvSpPr>
        <p:spPr>
          <a:xfrm>
            <a:off x="3494971" y="5407907"/>
            <a:ext cx="718047" cy="583582"/>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a:solidFill>
                  <a:schemeClr val="tx1"/>
                </a:solidFill>
                <a:latin typeface="+mn-ea"/>
              </a:rPr>
              <a:t>照明</a:t>
            </a:r>
            <a:endParaRPr kumimoji="1" lang="ja-JP" altLang="en-US" sz="2400">
              <a:solidFill>
                <a:schemeClr val="tx1"/>
              </a:solidFill>
              <a:latin typeface="+mn-ea"/>
            </a:endParaRPr>
          </a:p>
        </p:txBody>
      </p:sp>
      <p:cxnSp>
        <p:nvCxnSpPr>
          <p:cNvPr id="153" name="直線コネクタ 152">
            <a:extLst>
              <a:ext uri="{FF2B5EF4-FFF2-40B4-BE49-F238E27FC236}">
                <a16:creationId xmlns:a16="http://schemas.microsoft.com/office/drawing/2014/main" id="{894EAB57-1D32-97C9-CC9E-77338E1969D4}"/>
              </a:ext>
            </a:extLst>
          </p:cNvPr>
          <p:cNvCxnSpPr>
            <a:cxnSpLocks/>
          </p:cNvCxnSpPr>
          <p:nvPr/>
        </p:nvCxnSpPr>
        <p:spPr>
          <a:xfrm>
            <a:off x="4647099" y="5125683"/>
            <a:ext cx="0" cy="309909"/>
          </a:xfrm>
          <a:prstGeom prst="line">
            <a:avLst/>
          </a:prstGeom>
          <a:ln w="19050"/>
        </p:spPr>
        <p:style>
          <a:lnRef idx="1">
            <a:schemeClr val="dk1"/>
          </a:lnRef>
          <a:fillRef idx="0">
            <a:schemeClr val="dk1"/>
          </a:fillRef>
          <a:effectRef idx="0">
            <a:schemeClr val="dk1"/>
          </a:effectRef>
          <a:fontRef idx="minor">
            <a:schemeClr val="tx1"/>
          </a:fontRef>
        </p:style>
      </p:cxnSp>
      <p:sp>
        <p:nvSpPr>
          <p:cNvPr id="154" name="円/楕円 153">
            <a:extLst>
              <a:ext uri="{FF2B5EF4-FFF2-40B4-BE49-F238E27FC236}">
                <a16:creationId xmlns:a16="http://schemas.microsoft.com/office/drawing/2014/main" id="{3695136C-97AB-1F9E-C905-D4B2E96F5640}"/>
              </a:ext>
            </a:extLst>
          </p:cNvPr>
          <p:cNvSpPr/>
          <p:nvPr/>
        </p:nvSpPr>
        <p:spPr>
          <a:xfrm>
            <a:off x="3810442" y="5084723"/>
            <a:ext cx="108000" cy="118800"/>
          </a:xfrm>
          <a:prstGeom prst="ellipse">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kumimoji="1" lang="ja-JP" altLang="en-US"/>
          </a:p>
        </p:txBody>
      </p:sp>
      <p:sp>
        <p:nvSpPr>
          <p:cNvPr id="155" name="正方形/長方形 154">
            <a:extLst>
              <a:ext uri="{FF2B5EF4-FFF2-40B4-BE49-F238E27FC236}">
                <a16:creationId xmlns:a16="http://schemas.microsoft.com/office/drawing/2014/main" id="{F8916B8C-DB85-59B3-550A-B619A4ADA48F}"/>
              </a:ext>
            </a:extLst>
          </p:cNvPr>
          <p:cNvSpPr/>
          <p:nvPr/>
        </p:nvSpPr>
        <p:spPr>
          <a:xfrm>
            <a:off x="4287059" y="5407908"/>
            <a:ext cx="716989" cy="583587"/>
          </a:xfrm>
          <a:prstGeom prst="rect">
            <a:avLst/>
          </a:prstGeom>
          <a:solidFill>
            <a:srgbClr val="FFFF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機械</a:t>
            </a:r>
            <a:endParaRPr kumimoji="1" lang="ja-JP" altLang="en-US" sz="2400">
              <a:solidFill>
                <a:schemeClr val="tx1"/>
              </a:solidFill>
              <a:latin typeface="+mn-ea"/>
            </a:endParaRPr>
          </a:p>
        </p:txBody>
      </p:sp>
      <p:cxnSp>
        <p:nvCxnSpPr>
          <p:cNvPr id="159" name="直線矢印コネクタ 158">
            <a:extLst>
              <a:ext uri="{FF2B5EF4-FFF2-40B4-BE49-F238E27FC236}">
                <a16:creationId xmlns:a16="http://schemas.microsoft.com/office/drawing/2014/main" id="{0D652B94-815A-E043-79CB-D61EDA98D414}"/>
              </a:ext>
            </a:extLst>
          </p:cNvPr>
          <p:cNvCxnSpPr>
            <a:cxnSpLocks/>
          </p:cNvCxnSpPr>
          <p:nvPr/>
        </p:nvCxnSpPr>
        <p:spPr bwMode="auto">
          <a:xfrm flipV="1">
            <a:off x="4932040" y="3025141"/>
            <a:ext cx="0" cy="65182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161" name="直線矢印コネクタ 160">
            <a:extLst>
              <a:ext uri="{FF2B5EF4-FFF2-40B4-BE49-F238E27FC236}">
                <a16:creationId xmlns:a16="http://schemas.microsoft.com/office/drawing/2014/main" id="{88A02241-E04E-77DB-348F-6A9EB498D9E7}"/>
              </a:ext>
            </a:extLst>
          </p:cNvPr>
          <p:cNvCxnSpPr>
            <a:cxnSpLocks/>
          </p:cNvCxnSpPr>
          <p:nvPr/>
        </p:nvCxnSpPr>
        <p:spPr bwMode="auto">
          <a:xfrm>
            <a:off x="1547664"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164" name="直線コネクタ 163">
            <a:extLst>
              <a:ext uri="{FF2B5EF4-FFF2-40B4-BE49-F238E27FC236}">
                <a16:creationId xmlns:a16="http://schemas.microsoft.com/office/drawing/2014/main" id="{92D65F6D-B2AD-C414-BED7-4685E2C3DEF0}"/>
              </a:ext>
            </a:extLst>
          </p:cNvPr>
          <p:cNvCxnSpPr>
            <a:cxnSpLocks/>
          </p:cNvCxnSpPr>
          <p:nvPr/>
        </p:nvCxnSpPr>
        <p:spPr>
          <a:xfrm>
            <a:off x="2961086" y="2064817"/>
            <a:ext cx="0" cy="490259"/>
          </a:xfrm>
          <a:prstGeom prst="line">
            <a:avLst/>
          </a:prstGeom>
          <a:ln w="19050"/>
        </p:spPr>
        <p:style>
          <a:lnRef idx="1">
            <a:schemeClr val="dk1"/>
          </a:lnRef>
          <a:fillRef idx="0">
            <a:schemeClr val="dk1"/>
          </a:fillRef>
          <a:effectRef idx="0">
            <a:schemeClr val="dk1"/>
          </a:effectRef>
          <a:fontRef idx="minor">
            <a:schemeClr val="tx1"/>
          </a:fontRef>
        </p:style>
      </p:cxnSp>
      <p:sp>
        <p:nvSpPr>
          <p:cNvPr id="165" name="正方形/長方形 164">
            <a:extLst>
              <a:ext uri="{FF2B5EF4-FFF2-40B4-BE49-F238E27FC236}">
                <a16:creationId xmlns:a16="http://schemas.microsoft.com/office/drawing/2014/main" id="{AB8B5D48-20C9-71EB-D90C-797DC215DF22}"/>
              </a:ext>
            </a:extLst>
          </p:cNvPr>
          <p:cNvSpPr/>
          <p:nvPr/>
        </p:nvSpPr>
        <p:spPr>
          <a:xfrm>
            <a:off x="2406234" y="1565032"/>
            <a:ext cx="1130916" cy="682481"/>
          </a:xfrm>
          <a:prstGeom prst="rect">
            <a:avLst/>
          </a:prstGeom>
          <a:solidFill>
            <a:srgbClr val="FFC0C0"/>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000">
                <a:solidFill>
                  <a:schemeClr val="tx1"/>
                </a:solidFill>
                <a:latin typeface="+mn-ea"/>
              </a:rPr>
              <a:t>太陽光発電機</a:t>
            </a:r>
          </a:p>
        </p:txBody>
      </p:sp>
      <p:sp>
        <p:nvSpPr>
          <p:cNvPr id="166" name="正方形/長方形 165">
            <a:extLst>
              <a:ext uri="{FF2B5EF4-FFF2-40B4-BE49-F238E27FC236}">
                <a16:creationId xmlns:a16="http://schemas.microsoft.com/office/drawing/2014/main" id="{78CDDD87-D96E-AB70-45B9-72155484FFCC}"/>
              </a:ext>
            </a:extLst>
          </p:cNvPr>
          <p:cNvSpPr/>
          <p:nvPr/>
        </p:nvSpPr>
        <p:spPr>
          <a:xfrm>
            <a:off x="2483768" y="2559649"/>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
        <p:nvSpPr>
          <p:cNvPr id="167" name="正方形/長方形 166">
            <a:extLst>
              <a:ext uri="{FF2B5EF4-FFF2-40B4-BE49-F238E27FC236}">
                <a16:creationId xmlns:a16="http://schemas.microsoft.com/office/drawing/2014/main" id="{C9BA6EA9-28D8-67B9-05B1-876B20202F65}"/>
              </a:ext>
            </a:extLst>
          </p:cNvPr>
          <p:cNvSpPr/>
          <p:nvPr/>
        </p:nvSpPr>
        <p:spPr>
          <a:xfrm>
            <a:off x="1907704" y="3480382"/>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0" name="正方形/長方形 169">
            <a:extLst>
              <a:ext uri="{FF2B5EF4-FFF2-40B4-BE49-F238E27FC236}">
                <a16:creationId xmlns:a16="http://schemas.microsoft.com/office/drawing/2014/main" id="{83FA9ED7-9CE4-F7CA-7F99-44E41A8A60E9}"/>
              </a:ext>
            </a:extLst>
          </p:cNvPr>
          <p:cNvSpPr/>
          <p:nvPr/>
        </p:nvSpPr>
        <p:spPr>
          <a:xfrm>
            <a:off x="5897149" y="3492187"/>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1" name="正方形/長方形 170">
            <a:extLst>
              <a:ext uri="{FF2B5EF4-FFF2-40B4-BE49-F238E27FC236}">
                <a16:creationId xmlns:a16="http://schemas.microsoft.com/office/drawing/2014/main" id="{E9B0BD49-6091-BDC5-922D-6443267A8361}"/>
              </a:ext>
            </a:extLst>
          </p:cNvPr>
          <p:cNvSpPr/>
          <p:nvPr/>
        </p:nvSpPr>
        <p:spPr>
          <a:xfrm>
            <a:off x="869230"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2" name="正方形/長方形 171">
            <a:extLst>
              <a:ext uri="{FF2B5EF4-FFF2-40B4-BE49-F238E27FC236}">
                <a16:creationId xmlns:a16="http://schemas.microsoft.com/office/drawing/2014/main" id="{CD8B44CB-A210-A597-9C43-7CB7FA95F7F5}"/>
              </a:ext>
            </a:extLst>
          </p:cNvPr>
          <p:cNvSpPr/>
          <p:nvPr/>
        </p:nvSpPr>
        <p:spPr>
          <a:xfrm>
            <a:off x="3372704" y="4435886"/>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3" name="正方形/長方形 172">
            <a:extLst>
              <a:ext uri="{FF2B5EF4-FFF2-40B4-BE49-F238E27FC236}">
                <a16:creationId xmlns:a16="http://schemas.microsoft.com/office/drawing/2014/main" id="{AE30ED98-E13E-8A9F-EC28-48F943717070}"/>
              </a:ext>
            </a:extLst>
          </p:cNvPr>
          <p:cNvSpPr/>
          <p:nvPr/>
        </p:nvSpPr>
        <p:spPr>
          <a:xfrm>
            <a:off x="6458626" y="4456074"/>
            <a:ext cx="962580"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a:solidFill>
                  <a:schemeClr val="tx1"/>
                </a:solidFill>
                <a:latin typeface="+mn-ea"/>
              </a:rPr>
              <a:t>変圧器</a:t>
            </a:r>
            <a:endParaRPr kumimoji="1" lang="ja-JP" altLang="en-US" sz="2000">
              <a:solidFill>
                <a:schemeClr val="tx1"/>
              </a:solidFill>
              <a:latin typeface="+mn-ea"/>
            </a:endParaRPr>
          </a:p>
        </p:txBody>
      </p:sp>
      <p:sp>
        <p:nvSpPr>
          <p:cNvPr id="179" name="コンテンツ プレースホルダー 2">
            <a:extLst>
              <a:ext uri="{FF2B5EF4-FFF2-40B4-BE49-F238E27FC236}">
                <a16:creationId xmlns:a16="http://schemas.microsoft.com/office/drawing/2014/main" id="{79629AF1-DA1F-8876-D0E4-9E1A79B1FD0D}"/>
              </a:ext>
            </a:extLst>
          </p:cNvPr>
          <p:cNvSpPr txBox="1">
            <a:spLocks/>
          </p:cNvSpPr>
          <p:nvPr/>
        </p:nvSpPr>
        <p:spPr>
          <a:xfrm>
            <a:off x="7356504" y="1124744"/>
            <a:ext cx="1656424" cy="778164"/>
          </a:xfrm>
          <a:prstGeom prst="rect">
            <a:avLst/>
          </a:prstGeom>
          <a:solidFill>
            <a:schemeClr val="bg1">
              <a:lumMod val="95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2400" dirty="0">
              <a:latin typeface="MS PGothic" panose="020B0600070205080204" pitchFamily="34" charset="-128"/>
              <a:ea typeface="MS PGothic" panose="020B0600070205080204" pitchFamily="34" charset="-128"/>
            </a:endParaRPr>
          </a:p>
        </p:txBody>
      </p:sp>
      <p:sp>
        <p:nvSpPr>
          <p:cNvPr id="183" name="テキスト ボックス 182">
            <a:extLst>
              <a:ext uri="{FF2B5EF4-FFF2-40B4-BE49-F238E27FC236}">
                <a16:creationId xmlns:a16="http://schemas.microsoft.com/office/drawing/2014/main" id="{57A97B71-BE98-B016-EB1E-B26A82FBF473}"/>
              </a:ext>
            </a:extLst>
          </p:cNvPr>
          <p:cNvSpPr txBox="1"/>
          <p:nvPr/>
        </p:nvSpPr>
        <p:spPr>
          <a:xfrm>
            <a:off x="7842800" y="112474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決まるもの</a:t>
            </a:r>
            <a:endParaRPr kumimoji="1" lang="ja-JP" altLang="en-US" sz="1600">
              <a:latin typeface="MS PGothic" panose="020B0600070205080204" pitchFamily="34" charset="-128"/>
              <a:ea typeface="MS PGothic" panose="020B0600070205080204" pitchFamily="34" charset="-128"/>
            </a:endParaRPr>
          </a:p>
        </p:txBody>
      </p:sp>
      <p:sp>
        <p:nvSpPr>
          <p:cNvPr id="197" name="テキスト ボックス 196">
            <a:extLst>
              <a:ext uri="{FF2B5EF4-FFF2-40B4-BE49-F238E27FC236}">
                <a16:creationId xmlns:a16="http://schemas.microsoft.com/office/drawing/2014/main" id="{0A907DA2-46AB-F507-3538-BBFD7819D9E3}"/>
              </a:ext>
            </a:extLst>
          </p:cNvPr>
          <p:cNvSpPr txBox="1"/>
          <p:nvPr/>
        </p:nvSpPr>
        <p:spPr>
          <a:xfrm>
            <a:off x="7868823" y="1564354"/>
            <a:ext cx="1186022" cy="338554"/>
          </a:xfrm>
          <a:prstGeom prst="rect">
            <a:avLst/>
          </a:prstGeom>
          <a:noFill/>
        </p:spPr>
        <p:txBody>
          <a:bodyPr wrap="square" rtlCol="0">
            <a:spAutoFit/>
          </a:bodyPr>
          <a:lstStyle/>
          <a:p>
            <a:r>
              <a:rPr lang="ja-JP" altLang="en-US" sz="1600">
                <a:latin typeface="MS PGothic" panose="020B0600070205080204" pitchFamily="34" charset="-128"/>
                <a:ea typeface="MS PGothic" panose="020B0600070205080204" pitchFamily="34" charset="-128"/>
              </a:rPr>
              <a:t>決めるもの</a:t>
            </a:r>
            <a:endParaRPr kumimoji="1" lang="ja-JP" altLang="en-US" sz="1600">
              <a:latin typeface="MS PGothic" panose="020B0600070205080204" pitchFamily="34" charset="-128"/>
              <a:ea typeface="MS PGothic" panose="020B0600070205080204" pitchFamily="34" charset="-128"/>
            </a:endParaRPr>
          </a:p>
        </p:txBody>
      </p:sp>
      <p:cxnSp>
        <p:nvCxnSpPr>
          <p:cNvPr id="200" name="直線矢印コネクタ 199">
            <a:extLst>
              <a:ext uri="{FF2B5EF4-FFF2-40B4-BE49-F238E27FC236}">
                <a16:creationId xmlns:a16="http://schemas.microsoft.com/office/drawing/2014/main" id="{CD9D41FA-3295-4461-B414-B45D3BB0AD31}"/>
              </a:ext>
            </a:extLst>
          </p:cNvPr>
          <p:cNvCxnSpPr>
            <a:cxnSpLocks/>
          </p:cNvCxnSpPr>
          <p:nvPr/>
        </p:nvCxnSpPr>
        <p:spPr bwMode="auto">
          <a:xfrm>
            <a:off x="2864378" y="2284870"/>
            <a:ext cx="0" cy="27020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03" name="直線矢印コネクタ 202">
            <a:extLst>
              <a:ext uri="{FF2B5EF4-FFF2-40B4-BE49-F238E27FC236}">
                <a16:creationId xmlns:a16="http://schemas.microsoft.com/office/drawing/2014/main" id="{BCEA0E85-76F5-B4FC-E2C8-1386985BABC3}"/>
              </a:ext>
            </a:extLst>
          </p:cNvPr>
          <p:cNvCxnSpPr>
            <a:cxnSpLocks/>
          </p:cNvCxnSpPr>
          <p:nvPr/>
        </p:nvCxnSpPr>
        <p:spPr bwMode="auto">
          <a:xfrm>
            <a:off x="4427984" y="3036946"/>
            <a:ext cx="0" cy="646887"/>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06" name="直線矢印コネクタ 205">
            <a:extLst>
              <a:ext uri="{FF2B5EF4-FFF2-40B4-BE49-F238E27FC236}">
                <a16:creationId xmlns:a16="http://schemas.microsoft.com/office/drawing/2014/main" id="{4406EE65-D6ED-E032-E05F-7CE8508AF15C}"/>
              </a:ext>
            </a:extLst>
          </p:cNvPr>
          <p:cNvCxnSpPr>
            <a:cxnSpLocks/>
          </p:cNvCxnSpPr>
          <p:nvPr/>
        </p:nvCxnSpPr>
        <p:spPr bwMode="auto">
          <a:xfrm flipV="1">
            <a:off x="6509872" y="2390107"/>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0" name="直線矢印コネクタ 209">
            <a:extLst>
              <a:ext uri="{FF2B5EF4-FFF2-40B4-BE49-F238E27FC236}">
                <a16:creationId xmlns:a16="http://schemas.microsoft.com/office/drawing/2014/main" id="{E3B9C5BF-4402-5DF6-E198-8C878B215B90}"/>
              </a:ext>
            </a:extLst>
          </p:cNvPr>
          <p:cNvCxnSpPr>
            <a:cxnSpLocks/>
          </p:cNvCxnSpPr>
          <p:nvPr/>
        </p:nvCxnSpPr>
        <p:spPr bwMode="auto">
          <a:xfrm flipV="1">
            <a:off x="6509872" y="3168342"/>
            <a:ext cx="0" cy="262636"/>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1" name="直線矢印コネクタ 210">
            <a:extLst>
              <a:ext uri="{FF2B5EF4-FFF2-40B4-BE49-F238E27FC236}">
                <a16:creationId xmlns:a16="http://schemas.microsoft.com/office/drawing/2014/main" id="{13A6439D-B8D3-CE4F-08CD-0E8D0DD5D119}"/>
              </a:ext>
            </a:extLst>
          </p:cNvPr>
          <p:cNvCxnSpPr>
            <a:cxnSpLocks/>
          </p:cNvCxnSpPr>
          <p:nvPr/>
        </p:nvCxnSpPr>
        <p:spPr bwMode="auto">
          <a:xfrm flipV="1">
            <a:off x="6516216"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4" name="直線矢印コネクタ 213">
            <a:extLst>
              <a:ext uri="{FF2B5EF4-FFF2-40B4-BE49-F238E27FC236}">
                <a16:creationId xmlns:a16="http://schemas.microsoft.com/office/drawing/2014/main" id="{51CFBA75-1B5D-6076-FB5C-515C522DEEC1}"/>
              </a:ext>
            </a:extLst>
          </p:cNvPr>
          <p:cNvCxnSpPr>
            <a:cxnSpLocks/>
          </p:cNvCxnSpPr>
          <p:nvPr/>
        </p:nvCxnSpPr>
        <p:spPr bwMode="auto">
          <a:xfrm>
            <a:off x="6228184" y="2391095"/>
            <a:ext cx="0" cy="261648"/>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5" name="直線矢印コネクタ 214">
            <a:extLst>
              <a:ext uri="{FF2B5EF4-FFF2-40B4-BE49-F238E27FC236}">
                <a16:creationId xmlns:a16="http://schemas.microsoft.com/office/drawing/2014/main" id="{0BD832D7-7510-86C4-AE20-9F5DC6FAB3E8}"/>
              </a:ext>
            </a:extLst>
          </p:cNvPr>
          <p:cNvCxnSpPr>
            <a:cxnSpLocks/>
          </p:cNvCxnSpPr>
          <p:nvPr/>
        </p:nvCxnSpPr>
        <p:spPr bwMode="auto">
          <a:xfrm>
            <a:off x="6228184" y="3165788"/>
            <a:ext cx="0" cy="252855"/>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16" name="直線矢印コネクタ 215">
            <a:extLst>
              <a:ext uri="{FF2B5EF4-FFF2-40B4-BE49-F238E27FC236}">
                <a16:creationId xmlns:a16="http://schemas.microsoft.com/office/drawing/2014/main" id="{82E654B5-B09C-F782-64B0-172071CA38FA}"/>
              </a:ext>
            </a:extLst>
          </p:cNvPr>
          <p:cNvCxnSpPr>
            <a:cxnSpLocks/>
          </p:cNvCxnSpPr>
          <p:nvPr/>
        </p:nvCxnSpPr>
        <p:spPr bwMode="auto">
          <a:xfrm>
            <a:off x="6228184" y="3922027"/>
            <a:ext cx="0" cy="192060"/>
          </a:xfrm>
          <a:prstGeom prst="straightConnector1">
            <a:avLst/>
          </a:prstGeom>
          <a:solidFill>
            <a:schemeClr val="bg1"/>
          </a:solidFill>
          <a:ln w="28575" cap="flat" cmpd="sng" algn="ctr">
            <a:solidFill>
              <a:srgbClr val="C00000"/>
            </a:solidFill>
            <a:prstDash val="solid"/>
            <a:round/>
            <a:headEnd type="none" w="med" len="med"/>
            <a:tailEnd type="triangle"/>
          </a:ln>
          <a:effectLst/>
        </p:spPr>
      </p:cxnSp>
      <p:cxnSp>
        <p:nvCxnSpPr>
          <p:cNvPr id="223" name="直線矢印コネクタ 222">
            <a:extLst>
              <a:ext uri="{FF2B5EF4-FFF2-40B4-BE49-F238E27FC236}">
                <a16:creationId xmlns:a16="http://schemas.microsoft.com/office/drawing/2014/main" id="{C99D19B7-41F5-126F-A699-3B92F522AFA0}"/>
              </a:ext>
            </a:extLst>
          </p:cNvPr>
          <p:cNvCxnSpPr>
            <a:cxnSpLocks/>
          </p:cNvCxnSpPr>
          <p:nvPr/>
        </p:nvCxnSpPr>
        <p:spPr bwMode="auto">
          <a:xfrm>
            <a:off x="611560"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5" name="直線矢印コネクタ 224">
            <a:extLst>
              <a:ext uri="{FF2B5EF4-FFF2-40B4-BE49-F238E27FC236}">
                <a16:creationId xmlns:a16="http://schemas.microsoft.com/office/drawing/2014/main" id="{86ED6B8D-4F15-8D3D-6FC4-F442AD539384}"/>
              </a:ext>
            </a:extLst>
          </p:cNvPr>
          <p:cNvCxnSpPr>
            <a:cxnSpLocks/>
          </p:cNvCxnSpPr>
          <p:nvPr/>
        </p:nvCxnSpPr>
        <p:spPr bwMode="auto">
          <a:xfrm>
            <a:off x="147565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6" name="直線矢印コネクタ 225">
            <a:extLst>
              <a:ext uri="{FF2B5EF4-FFF2-40B4-BE49-F238E27FC236}">
                <a16:creationId xmlns:a16="http://schemas.microsoft.com/office/drawing/2014/main" id="{3197FCF6-6ABC-53F5-50C8-A64779C719B0}"/>
              </a:ext>
            </a:extLst>
          </p:cNvPr>
          <p:cNvCxnSpPr>
            <a:cxnSpLocks/>
          </p:cNvCxnSpPr>
          <p:nvPr/>
        </p:nvCxnSpPr>
        <p:spPr bwMode="auto">
          <a:xfrm>
            <a:off x="2195736" y="5192909"/>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7" name="直線矢印コネクタ 226">
            <a:extLst>
              <a:ext uri="{FF2B5EF4-FFF2-40B4-BE49-F238E27FC236}">
                <a16:creationId xmlns:a16="http://schemas.microsoft.com/office/drawing/2014/main" id="{46510D7F-4A8F-3B2F-05C8-28090663FB6C}"/>
              </a:ext>
            </a:extLst>
          </p:cNvPr>
          <p:cNvCxnSpPr>
            <a:cxnSpLocks/>
          </p:cNvCxnSpPr>
          <p:nvPr/>
        </p:nvCxnSpPr>
        <p:spPr bwMode="auto">
          <a:xfrm>
            <a:off x="3131840" y="5178581"/>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8" name="直線矢印コネクタ 227">
            <a:extLst>
              <a:ext uri="{FF2B5EF4-FFF2-40B4-BE49-F238E27FC236}">
                <a16:creationId xmlns:a16="http://schemas.microsoft.com/office/drawing/2014/main" id="{72339D54-8536-6C75-0D09-65C71E4BD9A4}"/>
              </a:ext>
            </a:extLst>
          </p:cNvPr>
          <p:cNvCxnSpPr>
            <a:cxnSpLocks/>
          </p:cNvCxnSpPr>
          <p:nvPr/>
        </p:nvCxnSpPr>
        <p:spPr bwMode="auto">
          <a:xfrm>
            <a:off x="399593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29" name="直線矢印コネクタ 228">
            <a:extLst>
              <a:ext uri="{FF2B5EF4-FFF2-40B4-BE49-F238E27FC236}">
                <a16:creationId xmlns:a16="http://schemas.microsoft.com/office/drawing/2014/main" id="{B8C90300-7ADA-C6DA-339B-786E5634AF12}"/>
              </a:ext>
            </a:extLst>
          </p:cNvPr>
          <p:cNvCxnSpPr>
            <a:cxnSpLocks/>
          </p:cNvCxnSpPr>
          <p:nvPr/>
        </p:nvCxnSpPr>
        <p:spPr bwMode="auto">
          <a:xfrm>
            <a:off x="4716016" y="5203523"/>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0" name="直線矢印コネクタ 229">
            <a:extLst>
              <a:ext uri="{FF2B5EF4-FFF2-40B4-BE49-F238E27FC236}">
                <a16:creationId xmlns:a16="http://schemas.microsoft.com/office/drawing/2014/main" id="{39E4213F-EF49-45CE-8925-C6CB8791A645}"/>
              </a:ext>
            </a:extLst>
          </p:cNvPr>
          <p:cNvCxnSpPr>
            <a:cxnSpLocks/>
          </p:cNvCxnSpPr>
          <p:nvPr/>
        </p:nvCxnSpPr>
        <p:spPr bwMode="auto">
          <a:xfrm>
            <a:off x="5837030" y="5154345"/>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1" name="直線矢印コネクタ 230">
            <a:extLst>
              <a:ext uri="{FF2B5EF4-FFF2-40B4-BE49-F238E27FC236}">
                <a16:creationId xmlns:a16="http://schemas.microsoft.com/office/drawing/2014/main" id="{093C19A9-2D56-D1E3-5D59-A29201F9AF88}"/>
              </a:ext>
            </a:extLst>
          </p:cNvPr>
          <p:cNvCxnSpPr>
            <a:cxnSpLocks/>
          </p:cNvCxnSpPr>
          <p:nvPr/>
        </p:nvCxnSpPr>
        <p:spPr bwMode="auto">
          <a:xfrm>
            <a:off x="7020272" y="516796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2" name="直線矢印コネクタ 231">
            <a:extLst>
              <a:ext uri="{FF2B5EF4-FFF2-40B4-BE49-F238E27FC236}">
                <a16:creationId xmlns:a16="http://schemas.microsoft.com/office/drawing/2014/main" id="{BEC3E13C-69E6-3BA8-45B3-7CB82CEA2BB0}"/>
              </a:ext>
            </a:extLst>
          </p:cNvPr>
          <p:cNvCxnSpPr>
            <a:cxnSpLocks/>
          </p:cNvCxnSpPr>
          <p:nvPr/>
        </p:nvCxnSpPr>
        <p:spPr bwMode="auto">
          <a:xfrm>
            <a:off x="8100392" y="5179287"/>
            <a:ext cx="0" cy="175456"/>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5" name="直線矢印コネクタ 234">
            <a:extLst>
              <a:ext uri="{FF2B5EF4-FFF2-40B4-BE49-F238E27FC236}">
                <a16:creationId xmlns:a16="http://schemas.microsoft.com/office/drawing/2014/main" id="{77273382-481E-9633-6B0D-5CCDFE02DBF5}"/>
              </a:ext>
            </a:extLst>
          </p:cNvPr>
          <p:cNvCxnSpPr>
            <a:cxnSpLocks/>
          </p:cNvCxnSpPr>
          <p:nvPr/>
        </p:nvCxnSpPr>
        <p:spPr bwMode="auto">
          <a:xfrm>
            <a:off x="1403648" y="4201733"/>
            <a:ext cx="0" cy="234153"/>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38" name="直線矢印コネクタ 237">
            <a:extLst>
              <a:ext uri="{FF2B5EF4-FFF2-40B4-BE49-F238E27FC236}">
                <a16:creationId xmlns:a16="http://schemas.microsoft.com/office/drawing/2014/main" id="{1D67C806-5092-F387-A84E-22E23D792CBB}"/>
              </a:ext>
            </a:extLst>
          </p:cNvPr>
          <p:cNvCxnSpPr>
            <a:cxnSpLocks/>
          </p:cNvCxnSpPr>
          <p:nvPr/>
        </p:nvCxnSpPr>
        <p:spPr bwMode="auto">
          <a:xfrm>
            <a:off x="3995936" y="4212786"/>
            <a:ext cx="0" cy="212662"/>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0" name="直線矢印コネクタ 239">
            <a:extLst>
              <a:ext uri="{FF2B5EF4-FFF2-40B4-BE49-F238E27FC236}">
                <a16:creationId xmlns:a16="http://schemas.microsoft.com/office/drawing/2014/main" id="{FC44527C-DF09-36ED-7877-76A3A947878E}"/>
              </a:ext>
            </a:extLst>
          </p:cNvPr>
          <p:cNvCxnSpPr>
            <a:cxnSpLocks/>
          </p:cNvCxnSpPr>
          <p:nvPr/>
        </p:nvCxnSpPr>
        <p:spPr bwMode="auto">
          <a:xfrm>
            <a:off x="7092280" y="4222087"/>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2" name="直線矢印コネクタ 241">
            <a:extLst>
              <a:ext uri="{FF2B5EF4-FFF2-40B4-BE49-F238E27FC236}">
                <a16:creationId xmlns:a16="http://schemas.microsoft.com/office/drawing/2014/main" id="{7CDF4907-50DB-7CD5-3D56-80EE742F0D3B}"/>
              </a:ext>
            </a:extLst>
          </p:cNvPr>
          <p:cNvCxnSpPr>
            <a:cxnSpLocks/>
          </p:cNvCxnSpPr>
          <p:nvPr/>
        </p:nvCxnSpPr>
        <p:spPr bwMode="auto">
          <a:xfrm>
            <a:off x="2483768" y="3263270"/>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cxnSp>
        <p:nvCxnSpPr>
          <p:cNvPr id="243" name="直線矢印コネクタ 242">
            <a:extLst>
              <a:ext uri="{FF2B5EF4-FFF2-40B4-BE49-F238E27FC236}">
                <a16:creationId xmlns:a16="http://schemas.microsoft.com/office/drawing/2014/main" id="{B3066C45-EEBF-D475-88B2-E34D47A49666}"/>
              </a:ext>
            </a:extLst>
          </p:cNvPr>
          <p:cNvCxnSpPr>
            <a:cxnSpLocks/>
          </p:cNvCxnSpPr>
          <p:nvPr/>
        </p:nvCxnSpPr>
        <p:spPr bwMode="auto">
          <a:xfrm>
            <a:off x="2493277" y="3901425"/>
            <a:ext cx="0" cy="203361"/>
          </a:xfrm>
          <a:prstGeom prst="straightConnector1">
            <a:avLst/>
          </a:prstGeom>
          <a:solidFill>
            <a:schemeClr val="bg1"/>
          </a:solidFill>
          <a:ln w="28575" cap="flat" cmpd="sng" algn="ctr">
            <a:solidFill>
              <a:srgbClr val="0070C0"/>
            </a:solidFill>
            <a:prstDash val="solid"/>
            <a:round/>
            <a:headEnd type="none" w="med" len="med"/>
            <a:tailEnd type="triangle"/>
          </a:ln>
          <a:effectLst/>
        </p:spPr>
      </p:cxnSp>
      <p:sp>
        <p:nvSpPr>
          <p:cNvPr id="244" name="テキスト ボックス 243">
            <a:extLst>
              <a:ext uri="{FF2B5EF4-FFF2-40B4-BE49-F238E27FC236}">
                <a16:creationId xmlns:a16="http://schemas.microsoft.com/office/drawing/2014/main" id="{D94533F8-C2EC-17CD-549C-5AE8B03FCF33}"/>
              </a:ext>
            </a:extLst>
          </p:cNvPr>
          <p:cNvSpPr txBox="1"/>
          <p:nvPr/>
        </p:nvSpPr>
        <p:spPr>
          <a:xfrm>
            <a:off x="1577839" y="2268899"/>
            <a:ext cx="1321843" cy="307777"/>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太陽光発電量</a:t>
            </a:r>
          </a:p>
        </p:txBody>
      </p:sp>
      <p:sp>
        <p:nvSpPr>
          <p:cNvPr id="245" name="テキスト ボックス 244">
            <a:extLst>
              <a:ext uri="{FF2B5EF4-FFF2-40B4-BE49-F238E27FC236}">
                <a16:creationId xmlns:a16="http://schemas.microsoft.com/office/drawing/2014/main" id="{710A75AF-7829-78E2-017F-8B55E9FC8DBC}"/>
              </a:ext>
            </a:extLst>
          </p:cNvPr>
          <p:cNvSpPr txBox="1"/>
          <p:nvPr/>
        </p:nvSpPr>
        <p:spPr>
          <a:xfrm>
            <a:off x="1264205" y="479715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6" name="テキスト ボックス 245">
            <a:extLst>
              <a:ext uri="{FF2B5EF4-FFF2-40B4-BE49-F238E27FC236}">
                <a16:creationId xmlns:a16="http://schemas.microsoft.com/office/drawing/2014/main" id="{BD0C99B4-1255-B78D-3FE3-9CD317EEA632}"/>
              </a:ext>
            </a:extLst>
          </p:cNvPr>
          <p:cNvSpPr txBox="1"/>
          <p:nvPr/>
        </p:nvSpPr>
        <p:spPr>
          <a:xfrm>
            <a:off x="3869348" y="4826465"/>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7" name="テキスト ボックス 246">
            <a:extLst>
              <a:ext uri="{FF2B5EF4-FFF2-40B4-BE49-F238E27FC236}">
                <a16:creationId xmlns:a16="http://schemas.microsoft.com/office/drawing/2014/main" id="{D16B3162-0FCE-D647-556C-B464F88E852A}"/>
              </a:ext>
            </a:extLst>
          </p:cNvPr>
          <p:cNvSpPr txBox="1"/>
          <p:nvPr/>
        </p:nvSpPr>
        <p:spPr>
          <a:xfrm>
            <a:off x="6891529" y="4802142"/>
            <a:ext cx="1186022" cy="307777"/>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消費電力</a:t>
            </a:r>
            <a:r>
              <a:rPr kumimoji="1" lang="ja-JP" altLang="en-US" sz="1400">
                <a:solidFill>
                  <a:srgbClr val="0070C0"/>
                </a:solidFill>
                <a:latin typeface="MS PGothic" panose="020B0600070205080204" pitchFamily="34" charset="-128"/>
                <a:ea typeface="MS PGothic" panose="020B0600070205080204" pitchFamily="34" charset="-128"/>
              </a:rPr>
              <a:t>量</a:t>
            </a:r>
          </a:p>
        </p:txBody>
      </p:sp>
      <p:sp>
        <p:nvSpPr>
          <p:cNvPr id="248" name="テキスト ボックス 247">
            <a:extLst>
              <a:ext uri="{FF2B5EF4-FFF2-40B4-BE49-F238E27FC236}">
                <a16:creationId xmlns:a16="http://schemas.microsoft.com/office/drawing/2014/main" id="{4D221866-4F11-EC0A-7A22-891431EC37B4}"/>
              </a:ext>
            </a:extLst>
          </p:cNvPr>
          <p:cNvSpPr txBox="1"/>
          <p:nvPr/>
        </p:nvSpPr>
        <p:spPr>
          <a:xfrm>
            <a:off x="6473471" y="2383488"/>
            <a:ext cx="810471"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充電</a:t>
            </a:r>
            <a:r>
              <a:rPr kumimoji="1" lang="ja-JP" altLang="en-US" sz="1400">
                <a:solidFill>
                  <a:srgbClr val="C00000"/>
                </a:solidFill>
                <a:latin typeface="MS PGothic" panose="020B0600070205080204" pitchFamily="34" charset="-128"/>
                <a:ea typeface="MS PGothic" panose="020B0600070205080204" pitchFamily="34" charset="-128"/>
              </a:rPr>
              <a:t>量</a:t>
            </a:r>
            <a:endParaRPr kumimoji="1" lang="ja-JP" altLang="en-US" sz="1200">
              <a:solidFill>
                <a:srgbClr val="C00000"/>
              </a:solidFill>
              <a:latin typeface="MS PGothic" panose="020B0600070205080204" pitchFamily="34" charset="-128"/>
              <a:ea typeface="MS PGothic" panose="020B0600070205080204" pitchFamily="34" charset="-128"/>
            </a:endParaRPr>
          </a:p>
        </p:txBody>
      </p:sp>
      <p:sp>
        <p:nvSpPr>
          <p:cNvPr id="249" name="テキスト ボックス 248">
            <a:extLst>
              <a:ext uri="{FF2B5EF4-FFF2-40B4-BE49-F238E27FC236}">
                <a16:creationId xmlns:a16="http://schemas.microsoft.com/office/drawing/2014/main" id="{376465D0-CE03-C693-B751-A102F5BFB6CB}"/>
              </a:ext>
            </a:extLst>
          </p:cNvPr>
          <p:cNvSpPr txBox="1"/>
          <p:nvPr/>
        </p:nvSpPr>
        <p:spPr>
          <a:xfrm>
            <a:off x="5460551" y="2391770"/>
            <a:ext cx="795896"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放電量</a:t>
            </a:r>
          </a:p>
        </p:txBody>
      </p:sp>
      <p:sp>
        <p:nvSpPr>
          <p:cNvPr id="250" name="テキスト ボックス 249">
            <a:extLst>
              <a:ext uri="{FF2B5EF4-FFF2-40B4-BE49-F238E27FC236}">
                <a16:creationId xmlns:a16="http://schemas.microsoft.com/office/drawing/2014/main" id="{8A780767-281D-01BA-16A7-1FD85046D947}"/>
              </a:ext>
            </a:extLst>
          </p:cNvPr>
          <p:cNvSpPr txBox="1"/>
          <p:nvPr/>
        </p:nvSpPr>
        <p:spPr>
          <a:xfrm>
            <a:off x="4858003" y="3194216"/>
            <a:ext cx="866125" cy="307777"/>
          </a:xfrm>
          <a:prstGeom prst="rect">
            <a:avLst/>
          </a:prstGeom>
          <a:noFill/>
        </p:spPr>
        <p:txBody>
          <a:bodyPr wrap="square" rtlCol="0">
            <a:spAutoFit/>
          </a:bodyPr>
          <a:lstStyle/>
          <a:p>
            <a:r>
              <a:rPr lang="ja-JP" altLang="en-US" sz="1400">
                <a:solidFill>
                  <a:srgbClr val="C00000"/>
                </a:solidFill>
                <a:latin typeface="MS PGothic" panose="020B0600070205080204" pitchFamily="34" charset="-128"/>
                <a:ea typeface="MS PGothic" panose="020B0600070205080204" pitchFamily="34" charset="-128"/>
              </a:rPr>
              <a:t>売電</a:t>
            </a:r>
            <a:r>
              <a:rPr kumimoji="1" lang="ja-JP" altLang="en-US" sz="1400">
                <a:solidFill>
                  <a:srgbClr val="C00000"/>
                </a:solidFill>
                <a:latin typeface="MS PGothic" panose="020B0600070205080204" pitchFamily="34" charset="-128"/>
                <a:ea typeface="MS PGothic" panose="020B0600070205080204" pitchFamily="34" charset="-128"/>
              </a:rPr>
              <a:t>量</a:t>
            </a:r>
          </a:p>
        </p:txBody>
      </p:sp>
      <p:sp>
        <p:nvSpPr>
          <p:cNvPr id="251" name="テキスト ボックス 250">
            <a:extLst>
              <a:ext uri="{FF2B5EF4-FFF2-40B4-BE49-F238E27FC236}">
                <a16:creationId xmlns:a16="http://schemas.microsoft.com/office/drawing/2014/main" id="{0FFE7E01-884A-6D3A-06B1-3BF7D992EA0C}"/>
              </a:ext>
            </a:extLst>
          </p:cNvPr>
          <p:cNvSpPr txBox="1"/>
          <p:nvPr/>
        </p:nvSpPr>
        <p:spPr>
          <a:xfrm>
            <a:off x="3633867" y="3203709"/>
            <a:ext cx="866125" cy="307777"/>
          </a:xfrm>
          <a:prstGeom prst="rect">
            <a:avLst/>
          </a:prstGeom>
          <a:noFill/>
        </p:spPr>
        <p:txBody>
          <a:bodyPr wrap="square" rtlCol="0">
            <a:spAutoFit/>
          </a:bodyPr>
          <a:lstStyle/>
          <a:p>
            <a:r>
              <a:rPr kumimoji="1" lang="ja-JP" altLang="en-US" sz="1400">
                <a:solidFill>
                  <a:srgbClr val="C00000"/>
                </a:solidFill>
                <a:latin typeface="MS PGothic" panose="020B0600070205080204" pitchFamily="34" charset="-128"/>
                <a:ea typeface="MS PGothic" panose="020B0600070205080204" pitchFamily="34" charset="-128"/>
              </a:rPr>
              <a:t>買電量</a:t>
            </a:r>
          </a:p>
        </p:txBody>
      </p:sp>
      <p:sp>
        <p:nvSpPr>
          <p:cNvPr id="252" name="テキスト ボックス 251">
            <a:extLst>
              <a:ext uri="{FF2B5EF4-FFF2-40B4-BE49-F238E27FC236}">
                <a16:creationId xmlns:a16="http://schemas.microsoft.com/office/drawing/2014/main" id="{45173E21-0FC2-4CBF-B919-E8D709C4B8C4}"/>
              </a:ext>
            </a:extLst>
          </p:cNvPr>
          <p:cNvSpPr txBox="1"/>
          <p:nvPr/>
        </p:nvSpPr>
        <p:spPr>
          <a:xfrm>
            <a:off x="3782243" y="1133751"/>
            <a:ext cx="1418523" cy="738664"/>
          </a:xfrm>
          <a:prstGeom prst="rect">
            <a:avLst/>
          </a:prstGeom>
          <a:noFill/>
        </p:spPr>
        <p:txBody>
          <a:bodyPr wrap="square" rtlCol="0">
            <a:spAutoFit/>
          </a:bodyPr>
          <a:lstStyle/>
          <a:p>
            <a:r>
              <a:rPr lang="ja-JP" altLang="en-US" sz="1400">
                <a:solidFill>
                  <a:srgbClr val="0070C0"/>
                </a:solidFill>
                <a:latin typeface="MS PGothic" panose="020B0600070205080204" pitchFamily="34" charset="-128"/>
                <a:ea typeface="MS PGothic" panose="020B0600070205080204" pitchFamily="34" charset="-128"/>
              </a:rPr>
              <a:t>買電単価</a:t>
            </a:r>
            <a:endParaRPr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売電単価</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kumimoji="1" lang="ja-JP" altLang="en-US" sz="1400">
                <a:solidFill>
                  <a:srgbClr val="0070C0"/>
                </a:solidFill>
                <a:latin typeface="MS PGothic" panose="020B0600070205080204" pitchFamily="34" charset="-128"/>
                <a:ea typeface="MS PGothic" panose="020B0600070205080204" pitchFamily="34" charset="-128"/>
              </a:rPr>
              <a:t>最大買電力量</a:t>
            </a:r>
          </a:p>
        </p:txBody>
      </p:sp>
      <p:sp>
        <p:nvSpPr>
          <p:cNvPr id="255" name="テキスト ボックス 254">
            <a:extLst>
              <a:ext uri="{FF2B5EF4-FFF2-40B4-BE49-F238E27FC236}">
                <a16:creationId xmlns:a16="http://schemas.microsoft.com/office/drawing/2014/main" id="{1C9CB93D-37B4-3F71-BD72-9EF7FDE15024}"/>
              </a:ext>
            </a:extLst>
          </p:cNvPr>
          <p:cNvSpPr txBox="1"/>
          <p:nvPr/>
        </p:nvSpPr>
        <p:spPr>
          <a:xfrm>
            <a:off x="237076" y="2609735"/>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6" name="テキスト ボックス 255">
            <a:extLst>
              <a:ext uri="{FF2B5EF4-FFF2-40B4-BE49-F238E27FC236}">
                <a16:creationId xmlns:a16="http://schemas.microsoft.com/office/drawing/2014/main" id="{7AD99471-9B29-C04D-234D-918B0A9D8CD6}"/>
              </a:ext>
            </a:extLst>
          </p:cNvPr>
          <p:cNvSpPr txBox="1"/>
          <p:nvPr/>
        </p:nvSpPr>
        <p:spPr>
          <a:xfrm>
            <a:off x="968509" y="3573222"/>
            <a:ext cx="103249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7" name="テキスト ボックス 256">
            <a:extLst>
              <a:ext uri="{FF2B5EF4-FFF2-40B4-BE49-F238E27FC236}">
                <a16:creationId xmlns:a16="http://schemas.microsoft.com/office/drawing/2014/main" id="{76362F7B-30A0-44E5-C812-7D87045324E8}"/>
              </a:ext>
            </a:extLst>
          </p:cNvPr>
          <p:cNvSpPr txBox="1"/>
          <p:nvPr/>
        </p:nvSpPr>
        <p:spPr>
          <a:xfrm>
            <a:off x="1787222"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8" name="テキスト ボックス 257">
            <a:extLst>
              <a:ext uri="{FF2B5EF4-FFF2-40B4-BE49-F238E27FC236}">
                <a16:creationId xmlns:a16="http://schemas.microsoft.com/office/drawing/2014/main" id="{865C9BC1-7000-4BE4-A4E5-B3C53624C3B5}"/>
              </a:ext>
            </a:extLst>
          </p:cNvPr>
          <p:cNvSpPr txBox="1"/>
          <p:nvPr/>
        </p:nvSpPr>
        <p:spPr>
          <a:xfrm>
            <a:off x="4299155" y="449466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59" name="テキスト ボックス 258">
            <a:extLst>
              <a:ext uri="{FF2B5EF4-FFF2-40B4-BE49-F238E27FC236}">
                <a16:creationId xmlns:a16="http://schemas.microsoft.com/office/drawing/2014/main" id="{B5016149-B3E5-946D-8C9E-3C9DCE44710B}"/>
              </a:ext>
            </a:extLst>
          </p:cNvPr>
          <p:cNvSpPr txBox="1"/>
          <p:nvPr/>
        </p:nvSpPr>
        <p:spPr>
          <a:xfrm>
            <a:off x="7390009" y="4449741"/>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0" name="テキスト ボックス 259">
            <a:extLst>
              <a:ext uri="{FF2B5EF4-FFF2-40B4-BE49-F238E27FC236}">
                <a16:creationId xmlns:a16="http://schemas.microsoft.com/office/drawing/2014/main" id="{85C715D3-640D-034F-E8EB-D1099A13D7DA}"/>
              </a:ext>
            </a:extLst>
          </p:cNvPr>
          <p:cNvSpPr txBox="1"/>
          <p:nvPr/>
        </p:nvSpPr>
        <p:spPr>
          <a:xfrm>
            <a:off x="6868577" y="2769345"/>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1" name="テキスト ボックス 260">
            <a:extLst>
              <a:ext uri="{FF2B5EF4-FFF2-40B4-BE49-F238E27FC236}">
                <a16:creationId xmlns:a16="http://schemas.microsoft.com/office/drawing/2014/main" id="{A4AB953D-E1A8-79F1-F82E-C8F5956EA1AF}"/>
              </a:ext>
            </a:extLst>
          </p:cNvPr>
          <p:cNvSpPr txBox="1"/>
          <p:nvPr/>
        </p:nvSpPr>
        <p:spPr>
          <a:xfrm>
            <a:off x="6885953" y="3579834"/>
            <a:ext cx="926407" cy="307777"/>
          </a:xfrm>
          <a:prstGeom prst="rect">
            <a:avLst/>
          </a:prstGeom>
          <a:noFill/>
        </p:spPr>
        <p:txBody>
          <a:bodyPr wrap="square">
            <a:spAutoFit/>
          </a:bodyPr>
          <a:lstStyle/>
          <a:p>
            <a:r>
              <a:rPr lang="ja-JP" altLang="en-US" sz="1400">
                <a:solidFill>
                  <a:srgbClr val="0070C0"/>
                </a:solidFill>
                <a:latin typeface="MS PGothic" panose="020B0600070205080204" pitchFamily="34" charset="-128"/>
                <a:ea typeface="MS PGothic" panose="020B0600070205080204" pitchFamily="34" charset="-128"/>
              </a:rPr>
              <a:t>変換効率</a:t>
            </a:r>
            <a:endParaRPr lang="en-US" altLang="ja-JP" sz="2800" dirty="0">
              <a:solidFill>
                <a:srgbClr val="0070C0"/>
              </a:solidFill>
              <a:latin typeface="MS PGothic" panose="020B0600070205080204" pitchFamily="34" charset="-128"/>
              <a:ea typeface="MS PGothic" panose="020B0600070205080204" pitchFamily="34" charset="-128"/>
            </a:endParaRPr>
          </a:p>
        </p:txBody>
      </p:sp>
      <p:sp>
        <p:nvSpPr>
          <p:cNvPr id="262" name="テキスト ボックス 261">
            <a:extLst>
              <a:ext uri="{FF2B5EF4-FFF2-40B4-BE49-F238E27FC236}">
                <a16:creationId xmlns:a16="http://schemas.microsoft.com/office/drawing/2014/main" id="{F2EF8C2B-06B0-93D3-F0CE-5D06EE65831B}"/>
              </a:ext>
            </a:extLst>
          </p:cNvPr>
          <p:cNvSpPr txBox="1"/>
          <p:nvPr/>
        </p:nvSpPr>
        <p:spPr>
          <a:xfrm>
            <a:off x="5546036" y="1056623"/>
            <a:ext cx="1542430" cy="738664"/>
          </a:xfrm>
          <a:prstGeom prst="rect">
            <a:avLst/>
          </a:prstGeom>
          <a:noFill/>
        </p:spPr>
        <p:txBody>
          <a:bodyPr wrap="square" rtlCol="0">
            <a:spAutoFit/>
          </a:bodyPr>
          <a:lstStyle/>
          <a:p>
            <a:r>
              <a:rPr kumimoji="1" lang="ja-JP" altLang="en-US" sz="1400">
                <a:solidFill>
                  <a:srgbClr val="0070C0"/>
                </a:solidFill>
                <a:latin typeface="MS PGothic" panose="020B0600070205080204" pitchFamily="34" charset="-128"/>
                <a:ea typeface="MS PGothic" panose="020B0600070205080204" pitchFamily="34" charset="-128"/>
              </a:rPr>
              <a:t>最大容量</a:t>
            </a:r>
            <a:endParaRPr kumimoji="1"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0070C0"/>
                </a:solidFill>
                <a:latin typeface="MS PGothic" panose="020B0600070205080204" pitchFamily="34" charset="-128"/>
                <a:ea typeface="MS PGothic" panose="020B0600070205080204" pitchFamily="34" charset="-128"/>
              </a:rPr>
              <a:t>最大充放電量</a:t>
            </a:r>
            <a:endParaRPr lang="en-US" altLang="ja-JP" sz="1400" dirty="0">
              <a:solidFill>
                <a:srgbClr val="0070C0"/>
              </a:solidFill>
              <a:latin typeface="MS PGothic" panose="020B0600070205080204" pitchFamily="34" charset="-128"/>
              <a:ea typeface="MS PGothic" panose="020B0600070205080204" pitchFamily="34" charset="-128"/>
            </a:endParaRPr>
          </a:p>
          <a:p>
            <a:r>
              <a:rPr lang="ja-JP" altLang="en-US" sz="1400">
                <a:solidFill>
                  <a:srgbClr val="C00000"/>
                </a:solidFill>
                <a:latin typeface="MS PGothic" panose="020B0600070205080204" pitchFamily="34" charset="-128"/>
                <a:ea typeface="MS PGothic" panose="020B0600070205080204" pitchFamily="34" charset="-128"/>
              </a:rPr>
              <a:t>蓄電池の残量</a:t>
            </a:r>
            <a:endParaRPr kumimoji="1" lang="ja-JP" altLang="en-US" sz="1400">
              <a:solidFill>
                <a:srgbClr val="C00000"/>
              </a:solidFill>
              <a:latin typeface="MS PGothic" panose="020B0600070205080204" pitchFamily="34" charset="-128"/>
              <a:ea typeface="MS PGothic" panose="020B0600070205080204" pitchFamily="34" charset="-128"/>
            </a:endParaRPr>
          </a:p>
        </p:txBody>
      </p:sp>
      <p:sp>
        <p:nvSpPr>
          <p:cNvPr id="264" name="テキスト ボックス 263">
            <a:extLst>
              <a:ext uri="{FF2B5EF4-FFF2-40B4-BE49-F238E27FC236}">
                <a16:creationId xmlns:a16="http://schemas.microsoft.com/office/drawing/2014/main" id="{AEAFB855-16FA-881D-EC07-5BA5A390A08C}"/>
              </a:ext>
            </a:extLst>
          </p:cNvPr>
          <p:cNvSpPr txBox="1"/>
          <p:nvPr/>
        </p:nvSpPr>
        <p:spPr>
          <a:xfrm>
            <a:off x="7088466" y="1124744"/>
            <a:ext cx="1152593" cy="338554"/>
          </a:xfrm>
          <a:prstGeom prst="rect">
            <a:avLst/>
          </a:prstGeom>
          <a:noFill/>
        </p:spPr>
        <p:txBody>
          <a:bodyPr wrap="square">
            <a:spAutoFit/>
          </a:bodyPr>
          <a:lstStyle/>
          <a:p>
            <a:r>
              <a:rPr lang="ja-JP" altLang="en-US" sz="1600">
                <a:solidFill>
                  <a:srgbClr val="0070C0"/>
                </a:solidFill>
                <a:latin typeface="MS PGothic" panose="020B0600070205080204" pitchFamily="34" charset="-128"/>
                <a:ea typeface="MS PGothic" panose="020B0600070205080204" pitchFamily="34" charset="-128"/>
              </a:rPr>
              <a:t>青字</a:t>
            </a:r>
            <a:endParaRPr kumimoji="1" lang="en-US" altLang="ja-JP" sz="2400" dirty="0">
              <a:solidFill>
                <a:srgbClr val="0070C0"/>
              </a:solidFill>
              <a:latin typeface="MS PGothic" panose="020B0600070205080204" pitchFamily="34" charset="-128"/>
              <a:ea typeface="MS PGothic" panose="020B0600070205080204" pitchFamily="34" charset="-128"/>
            </a:endParaRPr>
          </a:p>
        </p:txBody>
      </p:sp>
      <p:sp>
        <p:nvSpPr>
          <p:cNvPr id="265" name="テキスト ボックス 264">
            <a:extLst>
              <a:ext uri="{FF2B5EF4-FFF2-40B4-BE49-F238E27FC236}">
                <a16:creationId xmlns:a16="http://schemas.microsoft.com/office/drawing/2014/main" id="{D53BB942-DB37-26BA-88ED-4D1CA92538D3}"/>
              </a:ext>
            </a:extLst>
          </p:cNvPr>
          <p:cNvSpPr txBox="1"/>
          <p:nvPr/>
        </p:nvSpPr>
        <p:spPr>
          <a:xfrm>
            <a:off x="7107539" y="1567718"/>
            <a:ext cx="1152593" cy="338554"/>
          </a:xfrm>
          <a:prstGeom prst="rect">
            <a:avLst/>
          </a:prstGeom>
          <a:noFill/>
        </p:spPr>
        <p:txBody>
          <a:bodyPr wrap="square">
            <a:spAutoFit/>
          </a:bodyPr>
          <a:lstStyle/>
          <a:p>
            <a:r>
              <a:rPr lang="ja-JP" altLang="en-US" sz="1600">
                <a:solidFill>
                  <a:srgbClr val="C00000"/>
                </a:solidFill>
                <a:latin typeface="MS PGothic" panose="020B0600070205080204" pitchFamily="34" charset="-128"/>
                <a:ea typeface="MS PGothic" panose="020B0600070205080204" pitchFamily="34" charset="-128"/>
              </a:rPr>
              <a:t>赤字</a:t>
            </a:r>
            <a:endParaRPr kumimoji="1" lang="en-US" altLang="ja-JP" sz="2400" dirty="0">
              <a:solidFill>
                <a:srgbClr val="C00000"/>
              </a:solidFill>
              <a:latin typeface="MS PGothic" panose="020B0600070205080204" pitchFamily="34" charset="-128"/>
              <a:ea typeface="MS PGothic" panose="020B0600070205080204" pitchFamily="34" charset="-128"/>
            </a:endParaRPr>
          </a:p>
        </p:txBody>
      </p:sp>
      <p:sp>
        <p:nvSpPr>
          <p:cNvPr id="2" name="正方形/長方形 1">
            <a:extLst>
              <a:ext uri="{FF2B5EF4-FFF2-40B4-BE49-F238E27FC236}">
                <a16:creationId xmlns:a16="http://schemas.microsoft.com/office/drawing/2014/main" id="{13123FE9-7C1A-36C9-61F4-021526138DA2}"/>
              </a:ext>
            </a:extLst>
          </p:cNvPr>
          <p:cNvSpPr/>
          <p:nvPr/>
        </p:nvSpPr>
        <p:spPr>
          <a:xfrm>
            <a:off x="5902191" y="2712325"/>
            <a:ext cx="966386" cy="383293"/>
          </a:xfrm>
          <a:prstGeom prst="rect">
            <a:avLst/>
          </a:prstGeom>
          <a:solidFill>
            <a:srgbClr val="C0C0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a:solidFill>
                  <a:schemeClr val="tx1"/>
                </a:solidFill>
                <a:latin typeface="+mn-ea"/>
              </a:rPr>
              <a:t>直流</a:t>
            </a:r>
            <a:r>
              <a:rPr kumimoji="1" lang="en-US" altLang="ja-JP" sz="1200" dirty="0">
                <a:solidFill>
                  <a:schemeClr val="tx1"/>
                </a:solidFill>
                <a:latin typeface="+mn-ea"/>
              </a:rPr>
              <a:t>→</a:t>
            </a:r>
            <a:r>
              <a:rPr kumimoji="1" lang="ja-JP" altLang="en-US" sz="1200">
                <a:solidFill>
                  <a:schemeClr val="tx1"/>
                </a:solidFill>
                <a:latin typeface="+mn-ea"/>
              </a:rPr>
              <a:t>交流変換器</a:t>
            </a:r>
          </a:p>
        </p:txBody>
      </p:sp>
    </p:spTree>
    <p:extLst>
      <p:ext uri="{BB962C8B-B14F-4D97-AF65-F5344CB8AC3E}">
        <p14:creationId xmlns:p14="http://schemas.microsoft.com/office/powerpoint/2010/main" val="412840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7" name="直線コネクタ 176">
            <a:extLst>
              <a:ext uri="{FF2B5EF4-FFF2-40B4-BE49-F238E27FC236}">
                <a16:creationId xmlns:a16="http://schemas.microsoft.com/office/drawing/2014/main" id="{2A1AB5C8-529F-FCFE-5DE0-C71E4FF74308}"/>
              </a:ext>
            </a:extLst>
          </p:cNvPr>
          <p:cNvCxnSpPr>
            <a:cxnSpLocks/>
          </p:cNvCxnSpPr>
          <p:nvPr/>
        </p:nvCxnSpPr>
        <p:spPr>
          <a:xfrm>
            <a:off x="7740352"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78" name="直線コネクタ 177">
            <a:extLst>
              <a:ext uri="{FF2B5EF4-FFF2-40B4-BE49-F238E27FC236}">
                <a16:creationId xmlns:a16="http://schemas.microsoft.com/office/drawing/2014/main" id="{ECF5088D-4933-CB37-E4B2-B4BB55F95FBB}"/>
              </a:ext>
            </a:extLst>
          </p:cNvPr>
          <p:cNvCxnSpPr>
            <a:cxnSpLocks/>
          </p:cNvCxnSpPr>
          <p:nvPr/>
        </p:nvCxnSpPr>
        <p:spPr>
          <a:xfrm>
            <a:off x="6048421" y="410846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79" name="直線コネクタ 178">
            <a:extLst>
              <a:ext uri="{FF2B5EF4-FFF2-40B4-BE49-F238E27FC236}">
                <a16:creationId xmlns:a16="http://schemas.microsoft.com/office/drawing/2014/main" id="{68E0DF65-C6A1-2DE5-B7A2-13AF96BED628}"/>
              </a:ext>
            </a:extLst>
          </p:cNvPr>
          <p:cNvCxnSpPr>
            <a:cxnSpLocks/>
          </p:cNvCxnSpPr>
          <p:nvPr/>
        </p:nvCxnSpPr>
        <p:spPr>
          <a:xfrm>
            <a:off x="4363626"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80" name="直線コネクタ 179">
            <a:extLst>
              <a:ext uri="{FF2B5EF4-FFF2-40B4-BE49-F238E27FC236}">
                <a16:creationId xmlns:a16="http://schemas.microsoft.com/office/drawing/2014/main" id="{12D4CF67-93CD-D63B-FC93-8CD22001B1AD}"/>
              </a:ext>
            </a:extLst>
          </p:cNvPr>
          <p:cNvCxnSpPr>
            <a:cxnSpLocks/>
          </p:cNvCxnSpPr>
          <p:nvPr/>
        </p:nvCxnSpPr>
        <p:spPr>
          <a:xfrm>
            <a:off x="2691437"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81" name="直線コネクタ 180">
            <a:extLst>
              <a:ext uri="{FF2B5EF4-FFF2-40B4-BE49-F238E27FC236}">
                <a16:creationId xmlns:a16="http://schemas.microsoft.com/office/drawing/2014/main" id="{BB79AE74-B294-31B1-CFD3-970B2B56DF76}"/>
              </a:ext>
            </a:extLst>
          </p:cNvPr>
          <p:cNvCxnSpPr>
            <a:cxnSpLocks/>
          </p:cNvCxnSpPr>
          <p:nvPr/>
        </p:nvCxnSpPr>
        <p:spPr>
          <a:xfrm>
            <a:off x="1004690" y="4088681"/>
            <a:ext cx="0" cy="791864"/>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5" name="直線矢印コネクタ 14">
            <a:extLst>
              <a:ext uri="{FF2B5EF4-FFF2-40B4-BE49-F238E27FC236}">
                <a16:creationId xmlns:a16="http://schemas.microsoft.com/office/drawing/2014/main" id="{EB4CCDB6-3150-9428-1096-D7D4E92168AC}"/>
              </a:ext>
            </a:extLst>
          </p:cNvPr>
          <p:cNvCxnSpPr>
            <a:cxnSpLocks/>
          </p:cNvCxnSpPr>
          <p:nvPr/>
        </p:nvCxnSpPr>
        <p:spPr>
          <a:xfrm>
            <a:off x="7837505" y="5579379"/>
            <a:ext cx="1052574" cy="1"/>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42A2B93D-CA35-54A6-8B6B-21742B4DA0D0}"/>
              </a:ext>
            </a:extLst>
          </p:cNvPr>
          <p:cNvCxnSpPr>
            <a:cxnSpLocks/>
          </p:cNvCxnSpPr>
          <p:nvPr/>
        </p:nvCxnSpPr>
        <p:spPr>
          <a:xfrm>
            <a:off x="7839906" y="4796926"/>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709996C1-FAD1-044F-3C14-33379FE1284E}"/>
              </a:ext>
            </a:extLst>
          </p:cNvPr>
          <p:cNvCxnSpPr>
            <a:cxnSpLocks/>
          </p:cNvCxnSpPr>
          <p:nvPr/>
        </p:nvCxnSpPr>
        <p:spPr>
          <a:xfrm>
            <a:off x="7837505" y="4023773"/>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FA5810F1-99F3-0C84-C5F1-95538B380994}"/>
              </a:ext>
            </a:extLst>
          </p:cNvPr>
          <p:cNvCxnSpPr>
            <a:cxnSpLocks/>
          </p:cNvCxnSpPr>
          <p:nvPr/>
        </p:nvCxnSpPr>
        <p:spPr>
          <a:xfrm>
            <a:off x="7837505" y="3249735"/>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C2ED444E-831F-A8ED-760F-7221B5C6CDF6}"/>
              </a:ext>
            </a:extLst>
          </p:cNvPr>
          <p:cNvCxnSpPr>
            <a:cxnSpLocks/>
          </p:cNvCxnSpPr>
          <p:nvPr/>
        </p:nvCxnSpPr>
        <p:spPr>
          <a:xfrm>
            <a:off x="7837505" y="2452844"/>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FF6AC884-549A-6E83-4735-DB4206DFB82D}"/>
              </a:ext>
            </a:extLst>
          </p:cNvPr>
          <p:cNvCxnSpPr>
            <a:cxnSpLocks/>
          </p:cNvCxnSpPr>
          <p:nvPr/>
        </p:nvCxnSpPr>
        <p:spPr>
          <a:xfrm>
            <a:off x="2683439" y="2457871"/>
            <a:ext cx="0" cy="791864"/>
          </a:xfrm>
          <a:prstGeom prst="line">
            <a:avLst/>
          </a:prstGeom>
          <a:ln w="12700"/>
        </p:spPr>
        <p:style>
          <a:lnRef idx="1">
            <a:schemeClr val="dk1"/>
          </a:lnRef>
          <a:fillRef idx="0">
            <a:schemeClr val="dk1"/>
          </a:fillRef>
          <a:effectRef idx="0">
            <a:schemeClr val="dk1"/>
          </a:effectRef>
          <a:fontRef idx="minor">
            <a:schemeClr val="tx1"/>
          </a:fontRef>
        </p:style>
      </p:cxnSp>
      <p:cxnSp>
        <p:nvCxnSpPr>
          <p:cNvPr id="108" name="直線コネクタ 107">
            <a:extLst>
              <a:ext uri="{FF2B5EF4-FFF2-40B4-BE49-F238E27FC236}">
                <a16:creationId xmlns:a16="http://schemas.microsoft.com/office/drawing/2014/main" id="{15E77718-E981-3C67-32AC-47D83806DC6D}"/>
              </a:ext>
            </a:extLst>
          </p:cNvPr>
          <p:cNvCxnSpPr>
            <a:cxnSpLocks/>
          </p:cNvCxnSpPr>
          <p:nvPr/>
        </p:nvCxnSpPr>
        <p:spPr>
          <a:xfrm>
            <a:off x="1003443" y="2447480"/>
            <a:ext cx="0" cy="791864"/>
          </a:xfrm>
          <a:prstGeom prst="line">
            <a:avLst/>
          </a:prstGeom>
          <a:ln w="25400"/>
        </p:spPr>
        <p:style>
          <a:lnRef idx="1">
            <a:schemeClr val="dk1"/>
          </a:lnRef>
          <a:fillRef idx="0">
            <a:schemeClr val="dk1"/>
          </a:fillRef>
          <a:effectRef idx="0">
            <a:schemeClr val="dk1"/>
          </a:effectRef>
          <a:fontRef idx="minor">
            <a:schemeClr val="tx1"/>
          </a:fontRef>
        </p:style>
      </p:cxnSp>
      <p:cxnSp>
        <p:nvCxnSpPr>
          <p:cNvPr id="133" name="直線コネクタ 132">
            <a:extLst>
              <a:ext uri="{FF2B5EF4-FFF2-40B4-BE49-F238E27FC236}">
                <a16:creationId xmlns:a16="http://schemas.microsoft.com/office/drawing/2014/main" id="{CF67ACA6-E658-E796-DB01-1938F4E70EF5}"/>
              </a:ext>
            </a:extLst>
          </p:cNvPr>
          <p:cNvCxnSpPr>
            <a:cxnSpLocks/>
          </p:cNvCxnSpPr>
          <p:nvPr/>
        </p:nvCxnSpPr>
        <p:spPr>
          <a:xfrm>
            <a:off x="7739105" y="3140968"/>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32" name="直線コネクタ 131">
            <a:extLst>
              <a:ext uri="{FF2B5EF4-FFF2-40B4-BE49-F238E27FC236}">
                <a16:creationId xmlns:a16="http://schemas.microsoft.com/office/drawing/2014/main" id="{0587A512-761F-7F43-6E8A-2C920C5A56BC}"/>
              </a:ext>
            </a:extLst>
          </p:cNvPr>
          <p:cNvCxnSpPr>
            <a:cxnSpLocks/>
          </p:cNvCxnSpPr>
          <p:nvPr/>
        </p:nvCxnSpPr>
        <p:spPr>
          <a:xfrm>
            <a:off x="6047174" y="3160978"/>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77616CD1-E0B2-DED2-5500-D4D57E5B6F0B}"/>
              </a:ext>
            </a:extLst>
          </p:cNvPr>
          <p:cNvCxnSpPr>
            <a:cxnSpLocks/>
          </p:cNvCxnSpPr>
          <p:nvPr/>
        </p:nvCxnSpPr>
        <p:spPr>
          <a:xfrm>
            <a:off x="4362379" y="3140968"/>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29" name="直線コネクタ 128">
            <a:extLst>
              <a:ext uri="{FF2B5EF4-FFF2-40B4-BE49-F238E27FC236}">
                <a16:creationId xmlns:a16="http://schemas.microsoft.com/office/drawing/2014/main" id="{75A781BF-BD61-98F8-7B7D-A501FCA30BA8}"/>
              </a:ext>
            </a:extLst>
          </p:cNvPr>
          <p:cNvCxnSpPr>
            <a:cxnSpLocks/>
          </p:cNvCxnSpPr>
          <p:nvPr/>
        </p:nvCxnSpPr>
        <p:spPr>
          <a:xfrm>
            <a:off x="2690190" y="3140968"/>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89" name="直線コネクタ 88">
            <a:extLst>
              <a:ext uri="{FF2B5EF4-FFF2-40B4-BE49-F238E27FC236}">
                <a16:creationId xmlns:a16="http://schemas.microsoft.com/office/drawing/2014/main" id="{289AACC5-7EFD-C799-53B8-18AC31B60095}"/>
              </a:ext>
            </a:extLst>
          </p:cNvPr>
          <p:cNvCxnSpPr>
            <a:cxnSpLocks/>
          </p:cNvCxnSpPr>
          <p:nvPr/>
        </p:nvCxnSpPr>
        <p:spPr>
          <a:xfrm>
            <a:off x="1003443" y="3141192"/>
            <a:ext cx="0" cy="791864"/>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24" name="直線矢印コネクタ 123">
            <a:extLst>
              <a:ext uri="{FF2B5EF4-FFF2-40B4-BE49-F238E27FC236}">
                <a16:creationId xmlns:a16="http://schemas.microsoft.com/office/drawing/2014/main" id="{2A3EBCF0-1445-7ED8-E555-EB44BA034973}"/>
              </a:ext>
            </a:extLst>
          </p:cNvPr>
          <p:cNvCxnSpPr>
            <a:cxnSpLocks/>
          </p:cNvCxnSpPr>
          <p:nvPr/>
        </p:nvCxnSpPr>
        <p:spPr>
          <a:xfrm flipV="1">
            <a:off x="1010545" y="1628800"/>
            <a:ext cx="0" cy="82798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7CCE5CC8-7CF5-8D43-A407-E3508F535F98}"/>
              </a:ext>
            </a:extLst>
          </p:cNvPr>
          <p:cNvSpPr txBox="1"/>
          <p:nvPr/>
        </p:nvSpPr>
        <p:spPr>
          <a:xfrm>
            <a:off x="2269142" y="189791"/>
            <a:ext cx="4605749" cy="584775"/>
          </a:xfrm>
          <a:prstGeom prst="rect">
            <a:avLst/>
          </a:prstGeom>
          <a:noFill/>
        </p:spPr>
        <p:txBody>
          <a:bodyPr wrap="none" rtlCol="0">
            <a:spAutoFit/>
          </a:bodyPr>
          <a:lstStyle/>
          <a:p>
            <a:r>
              <a:rPr kumimoji="1" lang="ja-JP" altLang="en-US" sz="3200"/>
              <a:t>モデル</a:t>
            </a:r>
            <a:r>
              <a:rPr kumimoji="1" lang="en-US" altLang="ja-JP" sz="3200" dirty="0"/>
              <a:t>2</a:t>
            </a:r>
            <a:r>
              <a:rPr kumimoji="1" lang="ja-JP" altLang="en-US" sz="3200"/>
              <a:t>：動的計画モデル</a:t>
            </a:r>
          </a:p>
        </p:txBody>
      </p:sp>
      <p:cxnSp>
        <p:nvCxnSpPr>
          <p:cNvPr id="3" name="直線コネクタ 2">
            <a:extLst>
              <a:ext uri="{FF2B5EF4-FFF2-40B4-BE49-F238E27FC236}">
                <a16:creationId xmlns:a16="http://schemas.microsoft.com/office/drawing/2014/main" id="{1579362F-C260-760A-0CE8-338C31EC0B97}"/>
              </a:ext>
            </a:extLst>
          </p:cNvPr>
          <p:cNvCxnSpPr>
            <a:cxnSpLocks/>
          </p:cNvCxnSpPr>
          <p:nvPr/>
        </p:nvCxnSpPr>
        <p:spPr>
          <a:xfrm>
            <a:off x="987505" y="5579380"/>
            <a:ext cx="169268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4" name="直線コネクタ 3">
            <a:extLst>
              <a:ext uri="{FF2B5EF4-FFF2-40B4-BE49-F238E27FC236}">
                <a16:creationId xmlns:a16="http://schemas.microsoft.com/office/drawing/2014/main" id="{F372C915-9CEE-A3A9-73B6-A1025F98EE0B}"/>
              </a:ext>
            </a:extLst>
          </p:cNvPr>
          <p:cNvCxnSpPr>
            <a:cxnSpLocks/>
          </p:cNvCxnSpPr>
          <p:nvPr/>
        </p:nvCxnSpPr>
        <p:spPr>
          <a:xfrm flipH="1">
            <a:off x="1005001" y="4800862"/>
            <a:ext cx="4122" cy="782453"/>
          </a:xfrm>
          <a:prstGeom prst="line">
            <a:avLst/>
          </a:prstGeom>
          <a:ln w="25400"/>
        </p:spPr>
        <p:style>
          <a:lnRef idx="1">
            <a:schemeClr val="dk1"/>
          </a:lnRef>
          <a:fillRef idx="0">
            <a:schemeClr val="dk1"/>
          </a:fillRef>
          <a:effectRef idx="0">
            <a:schemeClr val="dk1"/>
          </a:effectRef>
          <a:fontRef idx="minor">
            <a:schemeClr val="tx1"/>
          </a:fontRef>
        </p:style>
      </p:cxnSp>
      <p:cxnSp>
        <p:nvCxnSpPr>
          <p:cNvPr id="6" name="直線コネクタ 5">
            <a:extLst>
              <a:ext uri="{FF2B5EF4-FFF2-40B4-BE49-F238E27FC236}">
                <a16:creationId xmlns:a16="http://schemas.microsoft.com/office/drawing/2014/main" id="{544C497C-CBF8-6493-5A29-F4E8940FB375}"/>
              </a:ext>
            </a:extLst>
          </p:cNvPr>
          <p:cNvCxnSpPr>
            <a:cxnSpLocks/>
          </p:cNvCxnSpPr>
          <p:nvPr/>
        </p:nvCxnSpPr>
        <p:spPr>
          <a:xfrm>
            <a:off x="2675008" y="5579380"/>
            <a:ext cx="169268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3B54743F-8F88-64DA-4CC7-DA0F090086FF}"/>
              </a:ext>
            </a:extLst>
          </p:cNvPr>
          <p:cNvCxnSpPr>
            <a:cxnSpLocks/>
          </p:cNvCxnSpPr>
          <p:nvPr/>
        </p:nvCxnSpPr>
        <p:spPr>
          <a:xfrm>
            <a:off x="4354485" y="5579380"/>
            <a:ext cx="1692689" cy="0"/>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C687E105-0230-7CDA-9266-1214676A3C11}"/>
              </a:ext>
            </a:extLst>
          </p:cNvPr>
          <p:cNvCxnSpPr>
            <a:cxnSpLocks/>
          </p:cNvCxnSpPr>
          <p:nvPr/>
        </p:nvCxnSpPr>
        <p:spPr>
          <a:xfrm>
            <a:off x="5951011" y="5579380"/>
            <a:ext cx="1692689" cy="0"/>
          </a:xfrm>
          <a:prstGeom prst="line">
            <a:avLst/>
          </a:prstGeom>
          <a:ln w="25400"/>
        </p:spPr>
        <p:style>
          <a:lnRef idx="1">
            <a:schemeClr val="dk1"/>
          </a:lnRef>
          <a:fillRef idx="0">
            <a:schemeClr val="dk1"/>
          </a:fillRef>
          <a:effectRef idx="0">
            <a:schemeClr val="dk1"/>
          </a:effectRef>
          <a:fontRef idx="minor">
            <a:schemeClr val="tx1"/>
          </a:fontRef>
        </p:style>
      </p:cxnSp>
      <p:sp>
        <p:nvSpPr>
          <p:cNvPr id="13" name="テキスト ボックス 12">
            <a:extLst>
              <a:ext uri="{FF2B5EF4-FFF2-40B4-BE49-F238E27FC236}">
                <a16:creationId xmlns:a16="http://schemas.microsoft.com/office/drawing/2014/main" id="{A76312F1-DE1B-D804-E663-5C70A57E9FD0}"/>
              </a:ext>
            </a:extLst>
          </p:cNvPr>
          <p:cNvSpPr txBox="1"/>
          <p:nvPr/>
        </p:nvSpPr>
        <p:spPr>
          <a:xfrm>
            <a:off x="534708" y="5805264"/>
            <a:ext cx="918473" cy="318482"/>
          </a:xfrm>
          <a:prstGeom prst="rect">
            <a:avLst/>
          </a:prstGeom>
          <a:noFill/>
        </p:spPr>
        <p:txBody>
          <a:bodyPr wrap="none" rtlCol="0">
            <a:spAutoFit/>
          </a:bodyPr>
          <a:lstStyle/>
          <a:p>
            <a:r>
              <a:rPr lang="en-US" altLang="ja-JP" sz="1400" dirty="0"/>
              <a:t>0</a:t>
            </a:r>
            <a:r>
              <a:rPr kumimoji="1" lang="en-US" altLang="ja-JP" sz="1400" dirty="0"/>
              <a:t>0:00</a:t>
            </a:r>
            <a:endParaRPr kumimoji="1" lang="ja-JP" altLang="en-US" sz="1400"/>
          </a:p>
        </p:txBody>
      </p:sp>
      <p:sp>
        <p:nvSpPr>
          <p:cNvPr id="16" name="テキスト ボックス 15">
            <a:extLst>
              <a:ext uri="{FF2B5EF4-FFF2-40B4-BE49-F238E27FC236}">
                <a16:creationId xmlns:a16="http://schemas.microsoft.com/office/drawing/2014/main" id="{303E4011-C011-8D0C-5871-A8FC9326DEB5}"/>
              </a:ext>
            </a:extLst>
          </p:cNvPr>
          <p:cNvSpPr txBox="1"/>
          <p:nvPr/>
        </p:nvSpPr>
        <p:spPr>
          <a:xfrm>
            <a:off x="2228984" y="5828826"/>
            <a:ext cx="918473" cy="318482"/>
          </a:xfrm>
          <a:prstGeom prst="rect">
            <a:avLst/>
          </a:prstGeom>
          <a:noFill/>
        </p:spPr>
        <p:txBody>
          <a:bodyPr wrap="none" rtlCol="0">
            <a:spAutoFit/>
          </a:bodyPr>
          <a:lstStyle/>
          <a:p>
            <a:r>
              <a:rPr lang="en-US" altLang="ja-JP" sz="1400" dirty="0"/>
              <a:t>0</a:t>
            </a:r>
            <a:r>
              <a:rPr kumimoji="1" lang="en-US" altLang="ja-JP" sz="1400" dirty="0"/>
              <a:t>0:01</a:t>
            </a:r>
            <a:endParaRPr kumimoji="1" lang="ja-JP" altLang="en-US" sz="1400"/>
          </a:p>
        </p:txBody>
      </p:sp>
      <p:sp>
        <p:nvSpPr>
          <p:cNvPr id="17" name="テキスト ボックス 16">
            <a:extLst>
              <a:ext uri="{FF2B5EF4-FFF2-40B4-BE49-F238E27FC236}">
                <a16:creationId xmlns:a16="http://schemas.microsoft.com/office/drawing/2014/main" id="{95002409-A62C-66A2-FBEE-BBCE9BCA06EF}"/>
              </a:ext>
            </a:extLst>
          </p:cNvPr>
          <p:cNvSpPr txBox="1"/>
          <p:nvPr/>
        </p:nvSpPr>
        <p:spPr>
          <a:xfrm>
            <a:off x="3908460" y="5828826"/>
            <a:ext cx="918473" cy="318482"/>
          </a:xfrm>
          <a:prstGeom prst="rect">
            <a:avLst/>
          </a:prstGeom>
          <a:noFill/>
        </p:spPr>
        <p:txBody>
          <a:bodyPr wrap="none" rtlCol="0">
            <a:spAutoFit/>
          </a:bodyPr>
          <a:lstStyle/>
          <a:p>
            <a:r>
              <a:rPr lang="en-US" altLang="ja-JP" sz="1400" dirty="0"/>
              <a:t>0</a:t>
            </a:r>
            <a:r>
              <a:rPr kumimoji="1" lang="en-US" altLang="ja-JP" sz="1400" dirty="0"/>
              <a:t>0:02</a:t>
            </a:r>
            <a:endParaRPr kumimoji="1" lang="ja-JP" altLang="en-US" sz="1400"/>
          </a:p>
        </p:txBody>
      </p:sp>
      <p:sp>
        <p:nvSpPr>
          <p:cNvPr id="18" name="テキスト ボックス 17">
            <a:extLst>
              <a:ext uri="{FF2B5EF4-FFF2-40B4-BE49-F238E27FC236}">
                <a16:creationId xmlns:a16="http://schemas.microsoft.com/office/drawing/2014/main" id="{714D3584-2591-9A64-B5B7-0C6FF54748C2}"/>
              </a:ext>
            </a:extLst>
          </p:cNvPr>
          <p:cNvSpPr txBox="1"/>
          <p:nvPr/>
        </p:nvSpPr>
        <p:spPr>
          <a:xfrm>
            <a:off x="1428265" y="5661248"/>
            <a:ext cx="848574" cy="414027"/>
          </a:xfrm>
          <a:prstGeom prst="rect">
            <a:avLst/>
          </a:prstGeom>
          <a:noFill/>
        </p:spPr>
        <p:txBody>
          <a:bodyPr wrap="none" rtlCol="0">
            <a:spAutoFit/>
          </a:bodyPr>
          <a:lstStyle/>
          <a:p>
            <a:r>
              <a:rPr lang="en-US" altLang="ja-JP" sz="2000" dirty="0"/>
              <a:t>1</a:t>
            </a:r>
            <a:r>
              <a:rPr lang="ja-JP" altLang="en-US" sz="2000"/>
              <a:t>期</a:t>
            </a:r>
            <a:endParaRPr kumimoji="1" lang="ja-JP" altLang="en-US" sz="2000"/>
          </a:p>
        </p:txBody>
      </p:sp>
      <p:sp>
        <p:nvSpPr>
          <p:cNvPr id="19" name="テキスト ボックス 18">
            <a:extLst>
              <a:ext uri="{FF2B5EF4-FFF2-40B4-BE49-F238E27FC236}">
                <a16:creationId xmlns:a16="http://schemas.microsoft.com/office/drawing/2014/main" id="{F3383439-76AE-4FC5-E8B5-4B72DC42F9C5}"/>
              </a:ext>
            </a:extLst>
          </p:cNvPr>
          <p:cNvSpPr txBox="1"/>
          <p:nvPr/>
        </p:nvSpPr>
        <p:spPr>
          <a:xfrm>
            <a:off x="3144672" y="5661248"/>
            <a:ext cx="848574" cy="414027"/>
          </a:xfrm>
          <a:prstGeom prst="rect">
            <a:avLst/>
          </a:prstGeom>
          <a:noFill/>
        </p:spPr>
        <p:txBody>
          <a:bodyPr wrap="none" rtlCol="0">
            <a:spAutoFit/>
          </a:bodyPr>
          <a:lstStyle/>
          <a:p>
            <a:r>
              <a:rPr lang="en-US" altLang="ja-JP" sz="2000" dirty="0"/>
              <a:t>2</a:t>
            </a:r>
            <a:r>
              <a:rPr lang="ja-JP" altLang="en-US" sz="2000"/>
              <a:t>期</a:t>
            </a:r>
            <a:endParaRPr kumimoji="1" lang="ja-JP" altLang="en-US" sz="2000"/>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B14685E-213B-1578-9FAE-DB2F452B5C5C}"/>
                  </a:ext>
                </a:extLst>
              </p:cNvPr>
              <p:cNvSpPr txBox="1"/>
              <p:nvPr/>
            </p:nvSpPr>
            <p:spPr>
              <a:xfrm>
                <a:off x="6387484" y="5661248"/>
                <a:ext cx="857149" cy="414027"/>
              </a:xfrm>
              <a:prstGeom prst="rect">
                <a:avLst/>
              </a:prstGeom>
              <a:noFill/>
            </p:spPr>
            <p:txBody>
              <a:bodyPr wrap="none" rtlCol="0">
                <a:spAutoFit/>
              </a:bodyPr>
              <a:lstStyle/>
              <a:p>
                <a14:m>
                  <m:oMath xmlns:m="http://schemas.openxmlformats.org/officeDocument/2006/math">
                    <m:r>
                      <a:rPr lang="en-US" altLang="ja-JP" sz="2000" b="0" i="1" smtClean="0">
                        <a:latin typeface="Cambria Math" panose="02040503050406030204" pitchFamily="18" charset="0"/>
                      </a:rPr>
                      <m:t>𝑘</m:t>
                    </m:r>
                  </m:oMath>
                </a14:m>
                <a:r>
                  <a:rPr lang="ja-JP" altLang="en-US" sz="2000"/>
                  <a:t>期</a:t>
                </a:r>
                <a:endParaRPr kumimoji="1" lang="ja-JP" altLang="en-US" sz="2000"/>
              </a:p>
            </p:txBody>
          </p:sp>
        </mc:Choice>
        <mc:Fallback xmlns="">
          <p:sp>
            <p:nvSpPr>
              <p:cNvPr id="20" name="テキスト ボックス 19">
                <a:extLst>
                  <a:ext uri="{FF2B5EF4-FFF2-40B4-BE49-F238E27FC236}">
                    <a16:creationId xmlns:a16="http://schemas.microsoft.com/office/drawing/2014/main" id="{BB14685E-213B-1578-9FAE-DB2F452B5C5C}"/>
                  </a:ext>
                </a:extLst>
              </p:cNvPr>
              <p:cNvSpPr txBox="1">
                <a:spLocks noRot="1" noChangeAspect="1" noMove="1" noResize="1" noEditPoints="1" noAdjustHandles="1" noChangeArrowheads="1" noChangeShapeType="1" noTextEdit="1"/>
              </p:cNvSpPr>
              <p:nvPr/>
            </p:nvSpPr>
            <p:spPr>
              <a:xfrm>
                <a:off x="6387484" y="5661248"/>
                <a:ext cx="857149" cy="414027"/>
              </a:xfrm>
              <a:prstGeom prst="rect">
                <a:avLst/>
              </a:prstGeom>
              <a:blipFill>
                <a:blip r:embed="rId3"/>
                <a:stretch>
                  <a:fillRect t="-8824" b="-17647"/>
                </a:stretch>
              </a:blipFill>
            </p:spPr>
            <p:txBody>
              <a:bodyPr/>
              <a:lstStyle/>
              <a:p>
                <a:r>
                  <a:rPr lang="ja-JP" altLang="en-US">
                    <a:noFill/>
                  </a:rPr>
                  <a:t> </a:t>
                </a:r>
              </a:p>
            </p:txBody>
          </p:sp>
        </mc:Fallback>
      </mc:AlternateContent>
      <p:sp>
        <p:nvSpPr>
          <p:cNvPr id="21" name="円/楕円 20">
            <a:extLst>
              <a:ext uri="{FF2B5EF4-FFF2-40B4-BE49-F238E27FC236}">
                <a16:creationId xmlns:a16="http://schemas.microsoft.com/office/drawing/2014/main" id="{A79A9B97-663D-E8AF-ED9C-AA0ABF72E1F6}"/>
              </a:ext>
            </a:extLst>
          </p:cNvPr>
          <p:cNvSpPr/>
          <p:nvPr/>
        </p:nvSpPr>
        <p:spPr bwMode="auto">
          <a:xfrm>
            <a:off x="851554"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4" name="円/楕円 23">
            <a:extLst>
              <a:ext uri="{FF2B5EF4-FFF2-40B4-BE49-F238E27FC236}">
                <a16:creationId xmlns:a16="http://schemas.microsoft.com/office/drawing/2014/main" id="{F787588C-4873-F125-D320-6226B55CDA41}"/>
              </a:ext>
            </a:extLst>
          </p:cNvPr>
          <p:cNvSpPr/>
          <p:nvPr/>
        </p:nvSpPr>
        <p:spPr bwMode="auto">
          <a:xfrm>
            <a:off x="2531199"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5" name="円/楕円 24">
            <a:extLst>
              <a:ext uri="{FF2B5EF4-FFF2-40B4-BE49-F238E27FC236}">
                <a16:creationId xmlns:a16="http://schemas.microsoft.com/office/drawing/2014/main" id="{6F8BA33B-408E-5630-7D65-1B6F8D03970F}"/>
              </a:ext>
            </a:extLst>
          </p:cNvPr>
          <p:cNvSpPr/>
          <p:nvPr/>
        </p:nvSpPr>
        <p:spPr bwMode="auto">
          <a:xfrm>
            <a:off x="4206633"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6" name="円/楕円 25">
            <a:extLst>
              <a:ext uri="{FF2B5EF4-FFF2-40B4-BE49-F238E27FC236}">
                <a16:creationId xmlns:a16="http://schemas.microsoft.com/office/drawing/2014/main" id="{D263BC6E-077E-CEEC-B05A-FA247B29AE85}"/>
              </a:ext>
            </a:extLst>
          </p:cNvPr>
          <p:cNvSpPr/>
          <p:nvPr/>
        </p:nvSpPr>
        <p:spPr bwMode="auto">
          <a:xfrm>
            <a:off x="5894476" y="54240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7" name="円/楕円 26">
            <a:extLst>
              <a:ext uri="{FF2B5EF4-FFF2-40B4-BE49-F238E27FC236}">
                <a16:creationId xmlns:a16="http://schemas.microsoft.com/office/drawing/2014/main" id="{2E545822-BB0F-240B-5A5B-B490CC881374}"/>
              </a:ext>
            </a:extLst>
          </p:cNvPr>
          <p:cNvSpPr/>
          <p:nvPr/>
        </p:nvSpPr>
        <p:spPr bwMode="auto">
          <a:xfrm>
            <a:off x="7583359"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8" name="テキスト ボックス 27">
            <a:extLst>
              <a:ext uri="{FF2B5EF4-FFF2-40B4-BE49-F238E27FC236}">
                <a16:creationId xmlns:a16="http://schemas.microsoft.com/office/drawing/2014/main" id="{B56ACF71-2F82-19D8-8FC6-E8BAC8878589}"/>
              </a:ext>
            </a:extLst>
          </p:cNvPr>
          <p:cNvSpPr txBox="1"/>
          <p:nvPr/>
        </p:nvSpPr>
        <p:spPr>
          <a:xfrm>
            <a:off x="8390165" y="5660131"/>
            <a:ext cx="646331" cy="369332"/>
          </a:xfrm>
          <a:prstGeom prst="rect">
            <a:avLst/>
          </a:prstGeom>
          <a:noFill/>
        </p:spPr>
        <p:txBody>
          <a:bodyPr wrap="none" rtlCol="0">
            <a:spAutoFit/>
          </a:bodyPr>
          <a:lstStyle/>
          <a:p>
            <a:r>
              <a:rPr kumimoji="1" lang="ja-JP" altLang="en-US" sz="1800"/>
              <a:t>時刻</a:t>
            </a:r>
          </a:p>
        </p:txBody>
      </p:sp>
      <p:cxnSp>
        <p:nvCxnSpPr>
          <p:cNvPr id="52" name="直線コネクタ 51">
            <a:extLst>
              <a:ext uri="{FF2B5EF4-FFF2-40B4-BE49-F238E27FC236}">
                <a16:creationId xmlns:a16="http://schemas.microsoft.com/office/drawing/2014/main" id="{C239F143-F470-2B3F-A0F8-D67BCA6FBBC8}"/>
              </a:ext>
            </a:extLst>
          </p:cNvPr>
          <p:cNvCxnSpPr>
            <a:cxnSpLocks/>
          </p:cNvCxnSpPr>
          <p:nvPr/>
        </p:nvCxnSpPr>
        <p:spPr>
          <a:xfrm>
            <a:off x="990750"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4" name="直線コネクタ 53">
            <a:extLst>
              <a:ext uri="{FF2B5EF4-FFF2-40B4-BE49-F238E27FC236}">
                <a16:creationId xmlns:a16="http://schemas.microsoft.com/office/drawing/2014/main" id="{9A956D77-0682-BA05-F2FE-94253C94DAE9}"/>
              </a:ext>
            </a:extLst>
          </p:cNvPr>
          <p:cNvCxnSpPr>
            <a:cxnSpLocks/>
            <a:stCxn id="66" idx="4"/>
            <a:endCxn id="24" idx="0"/>
          </p:cNvCxnSpPr>
          <p:nvPr/>
        </p:nvCxnSpPr>
        <p:spPr>
          <a:xfrm flipH="1">
            <a:off x="2686946" y="4950803"/>
            <a:ext cx="3245" cy="463971"/>
          </a:xfrm>
          <a:prstGeom prst="line">
            <a:avLst/>
          </a:prstGeom>
          <a:ln w="12700"/>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0768325A-6A73-2165-6FA7-BE2089ED7E53}"/>
              </a:ext>
            </a:extLst>
          </p:cNvPr>
          <p:cNvCxnSpPr>
            <a:cxnSpLocks/>
          </p:cNvCxnSpPr>
          <p:nvPr/>
        </p:nvCxnSpPr>
        <p:spPr>
          <a:xfrm>
            <a:off x="2678253"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6" name="直線コネクタ 55">
            <a:extLst>
              <a:ext uri="{FF2B5EF4-FFF2-40B4-BE49-F238E27FC236}">
                <a16:creationId xmlns:a16="http://schemas.microsoft.com/office/drawing/2014/main" id="{4F1C5796-1899-19A8-6CCB-A7321B84F286}"/>
              </a:ext>
            </a:extLst>
          </p:cNvPr>
          <p:cNvCxnSpPr>
            <a:cxnSpLocks/>
            <a:stCxn id="67" idx="4"/>
            <a:endCxn id="25" idx="0"/>
          </p:cNvCxnSpPr>
          <p:nvPr/>
        </p:nvCxnSpPr>
        <p:spPr>
          <a:xfrm flipH="1">
            <a:off x="4362380" y="4950803"/>
            <a:ext cx="3245" cy="463971"/>
          </a:xfrm>
          <a:prstGeom prst="line">
            <a:avLst/>
          </a:prstGeom>
          <a:ln w="12700"/>
        </p:spPr>
        <p:style>
          <a:lnRef idx="1">
            <a:schemeClr val="dk1"/>
          </a:lnRef>
          <a:fillRef idx="0">
            <a:schemeClr val="dk1"/>
          </a:fillRef>
          <a:effectRef idx="0">
            <a:schemeClr val="dk1"/>
          </a:effectRef>
          <a:fontRef idx="minor">
            <a:schemeClr val="tx1"/>
          </a:fontRef>
        </p:style>
      </p:cxnSp>
      <p:cxnSp>
        <p:nvCxnSpPr>
          <p:cNvPr id="57" name="直線コネクタ 56">
            <a:extLst>
              <a:ext uri="{FF2B5EF4-FFF2-40B4-BE49-F238E27FC236}">
                <a16:creationId xmlns:a16="http://schemas.microsoft.com/office/drawing/2014/main" id="{8DBC5FAA-8A4C-2733-870B-95BA6309F290}"/>
              </a:ext>
            </a:extLst>
          </p:cNvPr>
          <p:cNvCxnSpPr>
            <a:cxnSpLocks/>
          </p:cNvCxnSpPr>
          <p:nvPr/>
        </p:nvCxnSpPr>
        <p:spPr>
          <a:xfrm>
            <a:off x="4357730" y="4796927"/>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06082C1B-8654-6272-FE7F-115CB8EEC412}"/>
              </a:ext>
            </a:extLst>
          </p:cNvPr>
          <p:cNvCxnSpPr>
            <a:cxnSpLocks/>
            <a:endCxn id="26" idx="0"/>
          </p:cNvCxnSpPr>
          <p:nvPr/>
        </p:nvCxnSpPr>
        <p:spPr>
          <a:xfrm>
            <a:off x="6050223" y="4800862"/>
            <a:ext cx="0" cy="623212"/>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直線コネクタ 58">
            <a:extLst>
              <a:ext uri="{FF2B5EF4-FFF2-40B4-BE49-F238E27FC236}">
                <a16:creationId xmlns:a16="http://schemas.microsoft.com/office/drawing/2014/main" id="{34ABE551-A655-F979-75E6-234B40E95B2F}"/>
              </a:ext>
            </a:extLst>
          </p:cNvPr>
          <p:cNvCxnSpPr>
            <a:cxnSpLocks/>
          </p:cNvCxnSpPr>
          <p:nvPr/>
        </p:nvCxnSpPr>
        <p:spPr>
          <a:xfrm>
            <a:off x="5954256"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0" name="直線コネクタ 59">
            <a:extLst>
              <a:ext uri="{FF2B5EF4-FFF2-40B4-BE49-F238E27FC236}">
                <a16:creationId xmlns:a16="http://schemas.microsoft.com/office/drawing/2014/main" id="{9FE46E60-A039-47AD-5A61-C1EB9BB95B03}"/>
              </a:ext>
            </a:extLst>
          </p:cNvPr>
          <p:cNvCxnSpPr>
            <a:cxnSpLocks/>
            <a:endCxn id="27" idx="0"/>
          </p:cNvCxnSpPr>
          <p:nvPr/>
        </p:nvCxnSpPr>
        <p:spPr>
          <a:xfrm>
            <a:off x="7739106" y="4800862"/>
            <a:ext cx="0" cy="613912"/>
          </a:xfrm>
          <a:prstGeom prst="line">
            <a:avLst/>
          </a:prstGeom>
          <a:ln w="12700"/>
        </p:spPr>
        <p:style>
          <a:lnRef idx="1">
            <a:schemeClr val="dk1"/>
          </a:lnRef>
          <a:fillRef idx="0">
            <a:schemeClr val="dk1"/>
          </a:fillRef>
          <a:effectRef idx="0">
            <a:schemeClr val="dk1"/>
          </a:effectRef>
          <a:fontRef idx="minor">
            <a:schemeClr val="tx1"/>
          </a:fontRef>
        </p:style>
      </p:cxnSp>
      <p:sp>
        <p:nvSpPr>
          <p:cNvPr id="65" name="円/楕円 64">
            <a:extLst>
              <a:ext uri="{FF2B5EF4-FFF2-40B4-BE49-F238E27FC236}">
                <a16:creationId xmlns:a16="http://schemas.microsoft.com/office/drawing/2014/main" id="{10F40672-79DF-392B-4017-695748652416}"/>
              </a:ext>
            </a:extLst>
          </p:cNvPr>
          <p:cNvSpPr/>
          <p:nvPr/>
        </p:nvSpPr>
        <p:spPr bwMode="auto">
          <a:xfrm>
            <a:off x="854799"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6" name="円/楕円 65">
            <a:extLst>
              <a:ext uri="{FF2B5EF4-FFF2-40B4-BE49-F238E27FC236}">
                <a16:creationId xmlns:a16="http://schemas.microsoft.com/office/drawing/2014/main" id="{3A477A80-5982-B37E-DCE5-30F7ECB3AEEF}"/>
              </a:ext>
            </a:extLst>
          </p:cNvPr>
          <p:cNvSpPr/>
          <p:nvPr/>
        </p:nvSpPr>
        <p:spPr bwMode="auto">
          <a:xfrm>
            <a:off x="2534444"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7" name="円/楕円 66">
            <a:extLst>
              <a:ext uri="{FF2B5EF4-FFF2-40B4-BE49-F238E27FC236}">
                <a16:creationId xmlns:a16="http://schemas.microsoft.com/office/drawing/2014/main" id="{18763791-B1D8-5DB2-91D9-6C06B625C27F}"/>
              </a:ext>
            </a:extLst>
          </p:cNvPr>
          <p:cNvSpPr/>
          <p:nvPr/>
        </p:nvSpPr>
        <p:spPr bwMode="auto">
          <a:xfrm>
            <a:off x="4209878"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8" name="円/楕円 67">
            <a:extLst>
              <a:ext uri="{FF2B5EF4-FFF2-40B4-BE49-F238E27FC236}">
                <a16:creationId xmlns:a16="http://schemas.microsoft.com/office/drawing/2014/main" id="{7D294EFB-E308-3022-B1C0-1220B57D041F}"/>
              </a:ext>
            </a:extLst>
          </p:cNvPr>
          <p:cNvSpPr/>
          <p:nvPr/>
        </p:nvSpPr>
        <p:spPr bwMode="auto">
          <a:xfrm>
            <a:off x="5897721" y="46416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9" name="円/楕円 68">
            <a:extLst>
              <a:ext uri="{FF2B5EF4-FFF2-40B4-BE49-F238E27FC236}">
                <a16:creationId xmlns:a16="http://schemas.microsoft.com/office/drawing/2014/main" id="{E79E03C3-F3B3-6C87-FF78-6E3B9B30F370}"/>
              </a:ext>
            </a:extLst>
          </p:cNvPr>
          <p:cNvSpPr/>
          <p:nvPr/>
        </p:nvSpPr>
        <p:spPr bwMode="auto">
          <a:xfrm>
            <a:off x="7586604"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70" name="直線コネクタ 69">
            <a:extLst>
              <a:ext uri="{FF2B5EF4-FFF2-40B4-BE49-F238E27FC236}">
                <a16:creationId xmlns:a16="http://schemas.microsoft.com/office/drawing/2014/main" id="{5C2918DB-99C2-0187-DB2E-C3AC1BD9E6FE}"/>
              </a:ext>
            </a:extLst>
          </p:cNvPr>
          <p:cNvCxnSpPr>
            <a:cxnSpLocks/>
          </p:cNvCxnSpPr>
          <p:nvPr/>
        </p:nvCxnSpPr>
        <p:spPr>
          <a:xfrm>
            <a:off x="987505" y="4023774"/>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3" name="直線コネクタ 72">
            <a:extLst>
              <a:ext uri="{FF2B5EF4-FFF2-40B4-BE49-F238E27FC236}">
                <a16:creationId xmlns:a16="http://schemas.microsoft.com/office/drawing/2014/main" id="{F02C0952-3591-10C2-1C57-3F75A8236EC4}"/>
              </a:ext>
            </a:extLst>
          </p:cNvPr>
          <p:cNvCxnSpPr>
            <a:cxnSpLocks/>
          </p:cNvCxnSpPr>
          <p:nvPr/>
        </p:nvCxnSpPr>
        <p:spPr>
          <a:xfrm>
            <a:off x="2675008" y="4023774"/>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70FCA2E3-1CC0-8609-E103-8A777D6AF87D}"/>
              </a:ext>
            </a:extLst>
          </p:cNvPr>
          <p:cNvCxnSpPr>
            <a:cxnSpLocks/>
          </p:cNvCxnSpPr>
          <p:nvPr/>
        </p:nvCxnSpPr>
        <p:spPr>
          <a:xfrm>
            <a:off x="4354485" y="4023774"/>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0FC34DF7-09F0-A389-AECC-B3D3DE080AC4}"/>
              </a:ext>
            </a:extLst>
          </p:cNvPr>
          <p:cNvCxnSpPr>
            <a:cxnSpLocks/>
          </p:cNvCxnSpPr>
          <p:nvPr/>
        </p:nvCxnSpPr>
        <p:spPr>
          <a:xfrm>
            <a:off x="5951011" y="4023774"/>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83" name="円/楕円 82">
            <a:extLst>
              <a:ext uri="{FF2B5EF4-FFF2-40B4-BE49-F238E27FC236}">
                <a16:creationId xmlns:a16="http://schemas.microsoft.com/office/drawing/2014/main" id="{CC807AF3-BB35-EC4B-8BD5-4D1ECA05CDAE}"/>
              </a:ext>
            </a:extLst>
          </p:cNvPr>
          <p:cNvSpPr/>
          <p:nvPr/>
        </p:nvSpPr>
        <p:spPr bwMode="auto">
          <a:xfrm>
            <a:off x="851554"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4" name="円/楕円 83">
            <a:extLst>
              <a:ext uri="{FF2B5EF4-FFF2-40B4-BE49-F238E27FC236}">
                <a16:creationId xmlns:a16="http://schemas.microsoft.com/office/drawing/2014/main" id="{27FFCFB3-908B-39C7-5625-47CC6ADB5002}"/>
              </a:ext>
            </a:extLst>
          </p:cNvPr>
          <p:cNvSpPr/>
          <p:nvPr/>
        </p:nvSpPr>
        <p:spPr bwMode="auto">
          <a:xfrm>
            <a:off x="2531199"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5" name="円/楕円 84">
            <a:extLst>
              <a:ext uri="{FF2B5EF4-FFF2-40B4-BE49-F238E27FC236}">
                <a16:creationId xmlns:a16="http://schemas.microsoft.com/office/drawing/2014/main" id="{EC63C3B5-3B39-BDA7-7F9C-6C4B2133112C}"/>
              </a:ext>
            </a:extLst>
          </p:cNvPr>
          <p:cNvSpPr/>
          <p:nvPr/>
        </p:nvSpPr>
        <p:spPr bwMode="auto">
          <a:xfrm>
            <a:off x="4206633"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6" name="円/楕円 85">
            <a:extLst>
              <a:ext uri="{FF2B5EF4-FFF2-40B4-BE49-F238E27FC236}">
                <a16:creationId xmlns:a16="http://schemas.microsoft.com/office/drawing/2014/main" id="{3337589E-44F9-17ED-4100-5931B4F980C1}"/>
              </a:ext>
            </a:extLst>
          </p:cNvPr>
          <p:cNvSpPr/>
          <p:nvPr/>
        </p:nvSpPr>
        <p:spPr bwMode="auto">
          <a:xfrm>
            <a:off x="5894476" y="38684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7" name="円/楕円 86">
            <a:extLst>
              <a:ext uri="{FF2B5EF4-FFF2-40B4-BE49-F238E27FC236}">
                <a16:creationId xmlns:a16="http://schemas.microsoft.com/office/drawing/2014/main" id="{621D7B0F-16E0-0252-33A4-102F6F760CB0}"/>
              </a:ext>
            </a:extLst>
          </p:cNvPr>
          <p:cNvSpPr/>
          <p:nvPr/>
        </p:nvSpPr>
        <p:spPr bwMode="auto">
          <a:xfrm>
            <a:off x="7583359"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88" name="直線コネクタ 87">
            <a:extLst>
              <a:ext uri="{FF2B5EF4-FFF2-40B4-BE49-F238E27FC236}">
                <a16:creationId xmlns:a16="http://schemas.microsoft.com/office/drawing/2014/main" id="{3F20D8FE-B588-A54C-2981-D3946492B476}"/>
              </a:ext>
            </a:extLst>
          </p:cNvPr>
          <p:cNvCxnSpPr>
            <a:cxnSpLocks/>
          </p:cNvCxnSpPr>
          <p:nvPr/>
        </p:nvCxnSpPr>
        <p:spPr>
          <a:xfrm>
            <a:off x="987505" y="3249736"/>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1" name="直線コネクタ 90">
            <a:extLst>
              <a:ext uri="{FF2B5EF4-FFF2-40B4-BE49-F238E27FC236}">
                <a16:creationId xmlns:a16="http://schemas.microsoft.com/office/drawing/2014/main" id="{B6A5EA67-497D-DF41-E67C-CA10D1867330}"/>
              </a:ext>
            </a:extLst>
          </p:cNvPr>
          <p:cNvCxnSpPr>
            <a:cxnSpLocks/>
          </p:cNvCxnSpPr>
          <p:nvPr/>
        </p:nvCxnSpPr>
        <p:spPr>
          <a:xfrm>
            <a:off x="2675008" y="3249736"/>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3" name="直線コネクタ 92">
            <a:extLst>
              <a:ext uri="{FF2B5EF4-FFF2-40B4-BE49-F238E27FC236}">
                <a16:creationId xmlns:a16="http://schemas.microsoft.com/office/drawing/2014/main" id="{04C465A0-9294-2DCE-90F3-C026EA75B99E}"/>
              </a:ext>
            </a:extLst>
          </p:cNvPr>
          <p:cNvCxnSpPr>
            <a:cxnSpLocks/>
          </p:cNvCxnSpPr>
          <p:nvPr/>
        </p:nvCxnSpPr>
        <p:spPr>
          <a:xfrm>
            <a:off x="4354485" y="3249736"/>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95" name="直線コネクタ 94">
            <a:extLst>
              <a:ext uri="{FF2B5EF4-FFF2-40B4-BE49-F238E27FC236}">
                <a16:creationId xmlns:a16="http://schemas.microsoft.com/office/drawing/2014/main" id="{32258E12-3185-B032-8E4E-14F3880C1320}"/>
              </a:ext>
            </a:extLst>
          </p:cNvPr>
          <p:cNvCxnSpPr>
            <a:cxnSpLocks/>
          </p:cNvCxnSpPr>
          <p:nvPr/>
        </p:nvCxnSpPr>
        <p:spPr>
          <a:xfrm>
            <a:off x="5951011" y="3249736"/>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101" name="円/楕円 100">
            <a:extLst>
              <a:ext uri="{FF2B5EF4-FFF2-40B4-BE49-F238E27FC236}">
                <a16:creationId xmlns:a16="http://schemas.microsoft.com/office/drawing/2014/main" id="{92561C02-5A75-CC85-738D-2503A8351A21}"/>
              </a:ext>
            </a:extLst>
          </p:cNvPr>
          <p:cNvSpPr/>
          <p:nvPr/>
        </p:nvSpPr>
        <p:spPr bwMode="auto">
          <a:xfrm>
            <a:off x="851554"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2" name="円/楕円 101">
            <a:extLst>
              <a:ext uri="{FF2B5EF4-FFF2-40B4-BE49-F238E27FC236}">
                <a16:creationId xmlns:a16="http://schemas.microsoft.com/office/drawing/2014/main" id="{FD059308-B2A5-7504-862B-187874BE5943}"/>
              </a:ext>
            </a:extLst>
          </p:cNvPr>
          <p:cNvSpPr/>
          <p:nvPr/>
        </p:nvSpPr>
        <p:spPr bwMode="auto">
          <a:xfrm>
            <a:off x="2531199"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3" name="円/楕円 102">
            <a:extLst>
              <a:ext uri="{FF2B5EF4-FFF2-40B4-BE49-F238E27FC236}">
                <a16:creationId xmlns:a16="http://schemas.microsoft.com/office/drawing/2014/main" id="{09048BEE-8B52-89DC-A224-4DEED00E6C29}"/>
              </a:ext>
            </a:extLst>
          </p:cNvPr>
          <p:cNvSpPr/>
          <p:nvPr/>
        </p:nvSpPr>
        <p:spPr bwMode="auto">
          <a:xfrm>
            <a:off x="4206633"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4" name="円/楕円 103">
            <a:extLst>
              <a:ext uri="{FF2B5EF4-FFF2-40B4-BE49-F238E27FC236}">
                <a16:creationId xmlns:a16="http://schemas.microsoft.com/office/drawing/2014/main" id="{82207B07-822D-4158-E6AF-43C5F2B5E8AC}"/>
              </a:ext>
            </a:extLst>
          </p:cNvPr>
          <p:cNvSpPr/>
          <p:nvPr/>
        </p:nvSpPr>
        <p:spPr bwMode="auto">
          <a:xfrm>
            <a:off x="5894476" y="30944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5" name="円/楕円 104">
            <a:extLst>
              <a:ext uri="{FF2B5EF4-FFF2-40B4-BE49-F238E27FC236}">
                <a16:creationId xmlns:a16="http://schemas.microsoft.com/office/drawing/2014/main" id="{361B3580-1D19-9BCA-FBA4-022F2E2EB6AB}"/>
              </a:ext>
            </a:extLst>
          </p:cNvPr>
          <p:cNvSpPr/>
          <p:nvPr/>
        </p:nvSpPr>
        <p:spPr bwMode="auto">
          <a:xfrm>
            <a:off x="7583359"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106" name="直線コネクタ 105">
            <a:extLst>
              <a:ext uri="{FF2B5EF4-FFF2-40B4-BE49-F238E27FC236}">
                <a16:creationId xmlns:a16="http://schemas.microsoft.com/office/drawing/2014/main" id="{029F738F-7FAB-FC43-402B-12851E3A01AC}"/>
              </a:ext>
            </a:extLst>
          </p:cNvPr>
          <p:cNvCxnSpPr>
            <a:cxnSpLocks/>
          </p:cNvCxnSpPr>
          <p:nvPr/>
        </p:nvCxnSpPr>
        <p:spPr>
          <a:xfrm>
            <a:off x="987505"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09" name="直線コネクタ 108">
            <a:extLst>
              <a:ext uri="{FF2B5EF4-FFF2-40B4-BE49-F238E27FC236}">
                <a16:creationId xmlns:a16="http://schemas.microsoft.com/office/drawing/2014/main" id="{A6FF9033-5100-4E6D-A2E0-95FCE5B1E5D7}"/>
              </a:ext>
            </a:extLst>
          </p:cNvPr>
          <p:cNvCxnSpPr>
            <a:cxnSpLocks/>
          </p:cNvCxnSpPr>
          <p:nvPr/>
        </p:nvCxnSpPr>
        <p:spPr>
          <a:xfrm>
            <a:off x="2675008"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0" name="直線コネクタ 109">
            <a:extLst>
              <a:ext uri="{FF2B5EF4-FFF2-40B4-BE49-F238E27FC236}">
                <a16:creationId xmlns:a16="http://schemas.microsoft.com/office/drawing/2014/main" id="{2260B6C8-858F-D6ED-A5D3-39606847FD55}"/>
              </a:ext>
            </a:extLst>
          </p:cNvPr>
          <p:cNvCxnSpPr>
            <a:cxnSpLocks/>
            <a:stCxn id="121" idx="0"/>
            <a:endCxn id="103" idx="0"/>
          </p:cNvCxnSpPr>
          <p:nvPr/>
        </p:nvCxnSpPr>
        <p:spPr>
          <a:xfrm>
            <a:off x="4362380" y="2288239"/>
            <a:ext cx="0" cy="796891"/>
          </a:xfrm>
          <a:prstGeom prst="line">
            <a:avLst/>
          </a:prstGeom>
          <a:ln w="12700"/>
        </p:spPr>
        <p:style>
          <a:lnRef idx="1">
            <a:schemeClr val="dk1"/>
          </a:lnRef>
          <a:fillRef idx="0">
            <a:schemeClr val="dk1"/>
          </a:fillRef>
          <a:effectRef idx="0">
            <a:schemeClr val="dk1"/>
          </a:effectRef>
          <a:fontRef idx="minor">
            <a:schemeClr val="tx1"/>
          </a:fontRef>
        </p:style>
      </p:cxnSp>
      <p:cxnSp>
        <p:nvCxnSpPr>
          <p:cNvPr id="111" name="直線コネクタ 110">
            <a:extLst>
              <a:ext uri="{FF2B5EF4-FFF2-40B4-BE49-F238E27FC236}">
                <a16:creationId xmlns:a16="http://schemas.microsoft.com/office/drawing/2014/main" id="{4D59DE2B-0382-1B19-98AE-5A5C19CAF527}"/>
              </a:ext>
            </a:extLst>
          </p:cNvPr>
          <p:cNvCxnSpPr>
            <a:cxnSpLocks/>
          </p:cNvCxnSpPr>
          <p:nvPr/>
        </p:nvCxnSpPr>
        <p:spPr>
          <a:xfrm>
            <a:off x="4354485" y="2452845"/>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12" name="直線コネクタ 111">
            <a:extLst>
              <a:ext uri="{FF2B5EF4-FFF2-40B4-BE49-F238E27FC236}">
                <a16:creationId xmlns:a16="http://schemas.microsoft.com/office/drawing/2014/main" id="{1CEC0E74-5C21-0613-66CF-1BD2BF64B78A}"/>
              </a:ext>
            </a:extLst>
          </p:cNvPr>
          <p:cNvCxnSpPr>
            <a:cxnSpLocks/>
            <a:endCxn id="104" idx="0"/>
          </p:cNvCxnSpPr>
          <p:nvPr/>
        </p:nvCxnSpPr>
        <p:spPr>
          <a:xfrm>
            <a:off x="6047174" y="2447480"/>
            <a:ext cx="3049" cy="646950"/>
          </a:xfrm>
          <a:prstGeom prst="line">
            <a:avLst/>
          </a:prstGeom>
          <a:ln w="12700"/>
        </p:spPr>
        <p:style>
          <a:lnRef idx="1">
            <a:schemeClr val="dk1"/>
          </a:lnRef>
          <a:fillRef idx="0">
            <a:schemeClr val="dk1"/>
          </a:fillRef>
          <a:effectRef idx="0">
            <a:schemeClr val="dk1"/>
          </a:effectRef>
          <a:fontRef idx="minor">
            <a:schemeClr val="tx1"/>
          </a:fontRef>
        </p:style>
      </p:cxnSp>
      <p:cxnSp>
        <p:nvCxnSpPr>
          <p:cNvPr id="113" name="直線コネクタ 112">
            <a:extLst>
              <a:ext uri="{FF2B5EF4-FFF2-40B4-BE49-F238E27FC236}">
                <a16:creationId xmlns:a16="http://schemas.microsoft.com/office/drawing/2014/main" id="{B322A16F-2C39-8752-3EF8-162005FFD30E}"/>
              </a:ext>
            </a:extLst>
          </p:cNvPr>
          <p:cNvCxnSpPr>
            <a:cxnSpLocks/>
          </p:cNvCxnSpPr>
          <p:nvPr/>
        </p:nvCxnSpPr>
        <p:spPr>
          <a:xfrm>
            <a:off x="5951011"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5D03903C-73C2-5BF8-5447-6D5B40162EC9}"/>
              </a:ext>
            </a:extLst>
          </p:cNvPr>
          <p:cNvCxnSpPr/>
          <p:nvPr/>
        </p:nvCxnSpPr>
        <p:spPr>
          <a:xfrm>
            <a:off x="7739105" y="2288239"/>
            <a:ext cx="0" cy="791864"/>
          </a:xfrm>
          <a:prstGeom prst="line">
            <a:avLst/>
          </a:prstGeom>
          <a:ln w="12700"/>
        </p:spPr>
        <p:style>
          <a:lnRef idx="1">
            <a:schemeClr val="dk1"/>
          </a:lnRef>
          <a:fillRef idx="0">
            <a:schemeClr val="dk1"/>
          </a:fillRef>
          <a:effectRef idx="0">
            <a:schemeClr val="dk1"/>
          </a:effectRef>
          <a:fontRef idx="minor">
            <a:schemeClr val="tx1"/>
          </a:fontRef>
        </p:style>
      </p:cxnSp>
      <p:sp>
        <p:nvSpPr>
          <p:cNvPr id="119" name="円/楕円 118">
            <a:extLst>
              <a:ext uri="{FF2B5EF4-FFF2-40B4-BE49-F238E27FC236}">
                <a16:creationId xmlns:a16="http://schemas.microsoft.com/office/drawing/2014/main" id="{DC3E5324-350B-96C8-7E5E-D6AE7B9A0321}"/>
              </a:ext>
            </a:extLst>
          </p:cNvPr>
          <p:cNvSpPr/>
          <p:nvPr/>
        </p:nvSpPr>
        <p:spPr bwMode="auto">
          <a:xfrm>
            <a:off x="851554"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0" name="円/楕円 119">
            <a:extLst>
              <a:ext uri="{FF2B5EF4-FFF2-40B4-BE49-F238E27FC236}">
                <a16:creationId xmlns:a16="http://schemas.microsoft.com/office/drawing/2014/main" id="{A25A3AB3-5600-548E-EB76-E4A4C23D2E8D}"/>
              </a:ext>
            </a:extLst>
          </p:cNvPr>
          <p:cNvSpPr/>
          <p:nvPr/>
        </p:nvSpPr>
        <p:spPr bwMode="auto">
          <a:xfrm>
            <a:off x="2531199"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1" name="円/楕円 120">
            <a:extLst>
              <a:ext uri="{FF2B5EF4-FFF2-40B4-BE49-F238E27FC236}">
                <a16:creationId xmlns:a16="http://schemas.microsoft.com/office/drawing/2014/main" id="{F114083B-F936-0C49-5A1E-F09872F68F9F}"/>
              </a:ext>
            </a:extLst>
          </p:cNvPr>
          <p:cNvSpPr/>
          <p:nvPr/>
        </p:nvSpPr>
        <p:spPr bwMode="auto">
          <a:xfrm>
            <a:off x="4206633"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2" name="円/楕円 121">
            <a:extLst>
              <a:ext uri="{FF2B5EF4-FFF2-40B4-BE49-F238E27FC236}">
                <a16:creationId xmlns:a16="http://schemas.microsoft.com/office/drawing/2014/main" id="{158D5AAC-438B-741E-197C-1969112036E0}"/>
              </a:ext>
            </a:extLst>
          </p:cNvPr>
          <p:cNvSpPr/>
          <p:nvPr/>
        </p:nvSpPr>
        <p:spPr bwMode="auto">
          <a:xfrm>
            <a:off x="5894476" y="22975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3" name="円/楕円 122">
            <a:extLst>
              <a:ext uri="{FF2B5EF4-FFF2-40B4-BE49-F238E27FC236}">
                <a16:creationId xmlns:a16="http://schemas.microsoft.com/office/drawing/2014/main" id="{DA1574F4-A7B0-1935-DB58-0E8787F0F98A}"/>
              </a:ext>
            </a:extLst>
          </p:cNvPr>
          <p:cNvSpPr/>
          <p:nvPr/>
        </p:nvSpPr>
        <p:spPr bwMode="auto">
          <a:xfrm>
            <a:off x="7583359"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8" name="テキスト ボックス 127">
            <a:extLst>
              <a:ext uri="{FF2B5EF4-FFF2-40B4-BE49-F238E27FC236}">
                <a16:creationId xmlns:a16="http://schemas.microsoft.com/office/drawing/2014/main" id="{34A01B17-473A-BB95-6900-30D1B44F88EF}"/>
              </a:ext>
            </a:extLst>
          </p:cNvPr>
          <p:cNvSpPr txBox="1"/>
          <p:nvPr/>
        </p:nvSpPr>
        <p:spPr>
          <a:xfrm>
            <a:off x="456547" y="960351"/>
            <a:ext cx="1107996" cy="646331"/>
          </a:xfrm>
          <a:prstGeom prst="rect">
            <a:avLst/>
          </a:prstGeom>
          <a:noFill/>
        </p:spPr>
        <p:txBody>
          <a:bodyPr wrap="none" rtlCol="0">
            <a:spAutoFit/>
          </a:bodyPr>
          <a:lstStyle/>
          <a:p>
            <a:r>
              <a:rPr kumimoji="1" lang="ja-JP" altLang="en-US" sz="1800"/>
              <a:t>蓄電池の</a:t>
            </a:r>
            <a:endParaRPr kumimoji="1" lang="en-US" altLang="ja-JP" sz="1800" dirty="0"/>
          </a:p>
          <a:p>
            <a:r>
              <a:rPr kumimoji="1" lang="ja-JP" altLang="en-US" sz="1800"/>
              <a:t>残量</a:t>
            </a:r>
          </a:p>
        </p:txBody>
      </p:sp>
      <p:sp>
        <p:nvSpPr>
          <p:cNvPr id="162" name="テキスト ボックス 161">
            <a:extLst>
              <a:ext uri="{FF2B5EF4-FFF2-40B4-BE49-F238E27FC236}">
                <a16:creationId xmlns:a16="http://schemas.microsoft.com/office/drawing/2014/main" id="{5AF5393A-8480-BC87-6DF9-C20BD6B51FCA}"/>
              </a:ext>
            </a:extLst>
          </p:cNvPr>
          <p:cNvSpPr txBox="1"/>
          <p:nvPr/>
        </p:nvSpPr>
        <p:spPr>
          <a:xfrm>
            <a:off x="98813" y="5420363"/>
            <a:ext cx="766557" cy="338554"/>
          </a:xfrm>
          <a:prstGeom prst="rect">
            <a:avLst/>
          </a:prstGeom>
          <a:noFill/>
        </p:spPr>
        <p:txBody>
          <a:bodyPr wrap="none" rtlCol="0">
            <a:spAutoFit/>
          </a:bodyPr>
          <a:lstStyle/>
          <a:p>
            <a:r>
              <a:rPr lang="en-US" altLang="ja-JP" sz="1600" dirty="0"/>
              <a:t>0 kWh</a:t>
            </a:r>
            <a:endParaRPr kumimoji="1" lang="ja-JP" altLang="en-US" sz="1600"/>
          </a:p>
        </p:txBody>
      </p:sp>
      <p:sp>
        <p:nvSpPr>
          <p:cNvPr id="163" name="テキスト ボックス 162">
            <a:extLst>
              <a:ext uri="{FF2B5EF4-FFF2-40B4-BE49-F238E27FC236}">
                <a16:creationId xmlns:a16="http://schemas.microsoft.com/office/drawing/2014/main" id="{9C31A22A-AA2F-25DA-2517-D519CACA3756}"/>
              </a:ext>
            </a:extLst>
          </p:cNvPr>
          <p:cNvSpPr txBox="1"/>
          <p:nvPr/>
        </p:nvSpPr>
        <p:spPr>
          <a:xfrm>
            <a:off x="-49228" y="4634594"/>
            <a:ext cx="938078" cy="338554"/>
          </a:xfrm>
          <a:prstGeom prst="rect">
            <a:avLst/>
          </a:prstGeom>
          <a:noFill/>
        </p:spPr>
        <p:txBody>
          <a:bodyPr wrap="none" rtlCol="0">
            <a:spAutoFit/>
          </a:bodyPr>
          <a:lstStyle/>
          <a:p>
            <a:r>
              <a:rPr lang="en-US" altLang="ja-JP" sz="1600" dirty="0"/>
              <a:t>0.2 kWh</a:t>
            </a:r>
            <a:endParaRPr kumimoji="1" lang="ja-JP" altLang="en-US" sz="1600"/>
          </a:p>
        </p:txBody>
      </p:sp>
      <mc:AlternateContent xmlns:mc="http://schemas.openxmlformats.org/markup-compatibility/2006">
        <mc:Choice xmlns:a14="http://schemas.microsoft.com/office/drawing/2010/main" Requires="a14">
          <p:sp>
            <p:nvSpPr>
              <p:cNvPr id="165" name="テキスト ボックス 164">
                <a:extLst>
                  <a:ext uri="{FF2B5EF4-FFF2-40B4-BE49-F238E27FC236}">
                    <a16:creationId xmlns:a16="http://schemas.microsoft.com/office/drawing/2014/main" id="{E67B3CC3-A84E-825F-BB3D-D19DF6E275D9}"/>
                  </a:ext>
                </a:extLst>
              </p:cNvPr>
              <p:cNvSpPr txBox="1"/>
              <p:nvPr/>
            </p:nvSpPr>
            <p:spPr>
              <a:xfrm>
                <a:off x="125514" y="3735321"/>
                <a:ext cx="635430" cy="584775"/>
              </a:xfrm>
              <a:prstGeom prst="rect">
                <a:avLst/>
              </a:prstGeom>
              <a:noFill/>
            </p:spPr>
            <p:txBody>
              <a:bodyPr wrap="none" rtlCol="0">
                <a:spAutoFit/>
              </a:bodyPr>
              <a:lstStyle/>
              <a:p>
                <a:r>
                  <a:rPr lang="en-US" altLang="ja-JP" sz="1600" dirty="0"/>
                  <a:t>0.2</a:t>
                </a:r>
                <a14:m>
                  <m:oMath xmlns:m="http://schemas.openxmlformats.org/officeDocument/2006/math">
                    <m:r>
                      <a:rPr lang="en-US" altLang="ja-JP" sz="1600" b="0" i="1" smtClean="0">
                        <a:latin typeface="Cambria Math" panose="02040503050406030204" pitchFamily="18" charset="0"/>
                      </a:rPr>
                      <m:t>𝑛</m:t>
                    </m:r>
                    <m:r>
                      <a:rPr lang="en-US" altLang="ja-JP" sz="1600" b="0" i="1" smtClean="0">
                        <a:latin typeface="Cambria Math" panose="02040503050406030204" pitchFamily="18" charset="0"/>
                      </a:rPr>
                      <m:t> </m:t>
                    </m:r>
                  </m:oMath>
                </a14:m>
                <a:endParaRPr lang="en-US" altLang="ja-JP" sz="1600" dirty="0"/>
              </a:p>
              <a:p>
                <a:r>
                  <a:rPr lang="en-US" altLang="ja-JP" sz="1600" dirty="0"/>
                  <a:t>kWh</a:t>
                </a:r>
                <a:endParaRPr kumimoji="1" lang="ja-JP" altLang="en-US" sz="1600"/>
              </a:p>
            </p:txBody>
          </p:sp>
        </mc:Choice>
        <mc:Fallback>
          <p:sp>
            <p:nvSpPr>
              <p:cNvPr id="165" name="テキスト ボックス 164">
                <a:extLst>
                  <a:ext uri="{FF2B5EF4-FFF2-40B4-BE49-F238E27FC236}">
                    <a16:creationId xmlns:a16="http://schemas.microsoft.com/office/drawing/2014/main" id="{E67B3CC3-A84E-825F-BB3D-D19DF6E275D9}"/>
                  </a:ext>
                </a:extLst>
              </p:cNvPr>
              <p:cNvSpPr txBox="1">
                <a:spLocks noRot="1" noChangeAspect="1" noMove="1" noResize="1" noEditPoints="1" noAdjustHandles="1" noChangeArrowheads="1" noChangeShapeType="1" noTextEdit="1"/>
              </p:cNvSpPr>
              <p:nvPr/>
            </p:nvSpPr>
            <p:spPr>
              <a:xfrm>
                <a:off x="125514" y="3735321"/>
                <a:ext cx="635430" cy="584775"/>
              </a:xfrm>
              <a:prstGeom prst="rect">
                <a:avLst/>
              </a:prstGeom>
              <a:blipFill>
                <a:blip r:embed="rId4"/>
                <a:stretch>
                  <a:fillRect l="-5882" t="-4255" b="-12766"/>
                </a:stretch>
              </a:blipFill>
            </p:spPr>
            <p:txBody>
              <a:bodyPr/>
              <a:lstStyle/>
              <a:p>
                <a:r>
                  <a:rPr lang="ja-JP" altLang="en-US">
                    <a:noFill/>
                  </a:rPr>
                  <a:t> </a:t>
                </a:r>
              </a:p>
            </p:txBody>
          </p:sp>
        </mc:Fallback>
      </mc:AlternateContent>
      <p:sp>
        <p:nvSpPr>
          <p:cNvPr id="167" name="テキスト ボックス 166">
            <a:extLst>
              <a:ext uri="{FF2B5EF4-FFF2-40B4-BE49-F238E27FC236}">
                <a16:creationId xmlns:a16="http://schemas.microsoft.com/office/drawing/2014/main" id="{A036959C-CDB0-CB64-E69F-AD29D8116D35}"/>
              </a:ext>
            </a:extLst>
          </p:cNvPr>
          <p:cNvSpPr txBox="1"/>
          <p:nvPr/>
        </p:nvSpPr>
        <p:spPr>
          <a:xfrm>
            <a:off x="183367" y="2155092"/>
            <a:ext cx="639919" cy="584775"/>
          </a:xfrm>
          <a:prstGeom prst="rect">
            <a:avLst/>
          </a:prstGeom>
          <a:noFill/>
        </p:spPr>
        <p:txBody>
          <a:bodyPr wrap="none" rtlCol="0">
            <a:spAutoFit/>
          </a:bodyPr>
          <a:lstStyle/>
          <a:p>
            <a:r>
              <a:rPr lang="en-US" altLang="ja-JP" sz="1600" dirty="0"/>
              <a:t>2742</a:t>
            </a:r>
          </a:p>
          <a:p>
            <a:r>
              <a:rPr lang="en-US" altLang="ja-JP" sz="1600" dirty="0"/>
              <a:t>kWh</a:t>
            </a:r>
            <a:endParaRPr kumimoji="1" lang="ja-JP" altLang="en-US" sz="1600"/>
          </a:p>
        </p:txBody>
      </p:sp>
      <p:sp>
        <p:nvSpPr>
          <p:cNvPr id="168" name="テキスト ボックス 167">
            <a:extLst>
              <a:ext uri="{FF2B5EF4-FFF2-40B4-BE49-F238E27FC236}">
                <a16:creationId xmlns:a16="http://schemas.microsoft.com/office/drawing/2014/main" id="{465C91B9-1B54-5FBA-74B5-809A374CE0C0}"/>
              </a:ext>
            </a:extLst>
          </p:cNvPr>
          <p:cNvSpPr txBox="1"/>
          <p:nvPr/>
        </p:nvSpPr>
        <p:spPr>
          <a:xfrm>
            <a:off x="88151" y="2926748"/>
            <a:ext cx="811441" cy="584775"/>
          </a:xfrm>
          <a:prstGeom prst="rect">
            <a:avLst/>
          </a:prstGeom>
          <a:noFill/>
        </p:spPr>
        <p:txBody>
          <a:bodyPr wrap="none" rtlCol="0">
            <a:spAutoFit/>
          </a:bodyPr>
          <a:lstStyle/>
          <a:p>
            <a:r>
              <a:rPr lang="en-US" altLang="ja-JP" sz="1600" dirty="0"/>
              <a:t>2741.8</a:t>
            </a:r>
          </a:p>
          <a:p>
            <a:r>
              <a:rPr lang="en-US" altLang="ja-JP" sz="1600" dirty="0"/>
              <a:t>kWh</a:t>
            </a:r>
            <a:endParaRPr kumimoji="1" lang="ja-JP" altLang="en-US" sz="1600"/>
          </a:p>
        </p:txBody>
      </p:sp>
      <p:sp>
        <p:nvSpPr>
          <p:cNvPr id="2" name="角丸四角形 1">
            <a:extLst>
              <a:ext uri="{FF2B5EF4-FFF2-40B4-BE49-F238E27FC236}">
                <a16:creationId xmlns:a16="http://schemas.microsoft.com/office/drawing/2014/main" id="{39D772BE-E25D-7FFD-0072-64328977595F}"/>
              </a:ext>
            </a:extLst>
          </p:cNvPr>
          <p:cNvSpPr/>
          <p:nvPr/>
        </p:nvSpPr>
        <p:spPr>
          <a:xfrm>
            <a:off x="5755424" y="2089597"/>
            <a:ext cx="630476" cy="3939865"/>
          </a:xfrm>
          <a:prstGeom prst="roundRect">
            <a:avLst/>
          </a:prstGeom>
          <a:noFill/>
          <a:ln w="1905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5" name="テキスト ボックス 4">
                <a:extLst>
                  <a:ext uri="{FF2B5EF4-FFF2-40B4-BE49-F238E27FC236}">
                    <a16:creationId xmlns:a16="http://schemas.microsoft.com/office/drawing/2014/main" id="{27B8E448-70DB-0E80-0777-B7439BB53EE1}"/>
                  </a:ext>
                </a:extLst>
              </p:cNvPr>
              <p:cNvSpPr txBox="1"/>
              <p:nvPr/>
            </p:nvSpPr>
            <p:spPr>
              <a:xfrm>
                <a:off x="5662456" y="1545629"/>
                <a:ext cx="853760"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C00000"/>
                              </a:solidFill>
                              <a:latin typeface="Cambria Math" panose="02040503050406030204" pitchFamily="18" charset="0"/>
                            </a:rPr>
                          </m:ctrlPr>
                        </m:sSubPr>
                        <m:e>
                          <m:r>
                            <a:rPr kumimoji="1" lang="en-US" altLang="ja-JP" b="0" i="1" smtClean="0">
                              <a:solidFill>
                                <a:srgbClr val="C00000"/>
                              </a:solidFill>
                              <a:latin typeface="Cambria Math" panose="02040503050406030204" pitchFamily="18" charset="0"/>
                            </a:rPr>
                            <m:t>𝑠</m:t>
                          </m:r>
                        </m:e>
                        <m:sub>
                          <m:r>
                            <a:rPr kumimoji="1" lang="en-US" altLang="ja-JP" b="0" i="1" smtClean="0">
                              <a:solidFill>
                                <a:srgbClr val="C00000"/>
                              </a:solidFill>
                              <a:latin typeface="Cambria Math" panose="02040503050406030204" pitchFamily="18" charset="0"/>
                            </a:rPr>
                            <m:t>𝑘</m:t>
                          </m:r>
                          <m:r>
                            <a:rPr kumimoji="1" lang="en-US" altLang="ja-JP" b="0" i="1" smtClean="0">
                              <a:solidFill>
                                <a:srgbClr val="C00000"/>
                              </a:solidFill>
                              <a:latin typeface="Cambria Math" panose="02040503050406030204" pitchFamily="18" charset="0"/>
                            </a:rPr>
                            <m:t>−1</m:t>
                          </m:r>
                        </m:sub>
                      </m:sSub>
                    </m:oMath>
                  </m:oMathPara>
                </a14:m>
                <a:endParaRPr kumimoji="1" lang="ja-JP" altLang="en-US">
                  <a:solidFill>
                    <a:srgbClr val="C00000"/>
                  </a:solidFill>
                </a:endParaRPr>
              </a:p>
            </p:txBody>
          </p:sp>
        </mc:Choice>
        <mc:Fallback>
          <p:sp>
            <p:nvSpPr>
              <p:cNvPr id="5" name="テキスト ボックス 4">
                <a:extLst>
                  <a:ext uri="{FF2B5EF4-FFF2-40B4-BE49-F238E27FC236}">
                    <a16:creationId xmlns:a16="http://schemas.microsoft.com/office/drawing/2014/main" id="{27B8E448-70DB-0E80-0777-B7439BB53EE1}"/>
                  </a:ext>
                </a:extLst>
              </p:cNvPr>
              <p:cNvSpPr txBox="1">
                <a:spLocks noRot="1" noChangeAspect="1" noMove="1" noResize="1" noEditPoints="1" noAdjustHandles="1" noChangeArrowheads="1" noChangeShapeType="1" noTextEdit="1"/>
              </p:cNvSpPr>
              <p:nvPr/>
            </p:nvSpPr>
            <p:spPr>
              <a:xfrm>
                <a:off x="5662456" y="1545629"/>
                <a:ext cx="853760" cy="461665"/>
              </a:xfrm>
              <a:prstGeom prst="rect">
                <a:avLst/>
              </a:prstGeom>
              <a:blipFill>
                <a:blip r:embed="rId5"/>
                <a:stretch>
                  <a:fillRect b="-5405"/>
                </a:stretch>
              </a:blipFill>
            </p:spPr>
            <p:txBody>
              <a:bodyPr/>
              <a:lstStyle/>
              <a:p>
                <a:r>
                  <a:rPr lang="ja-JP" altLang="en-US">
                    <a:noFill/>
                  </a:rPr>
                  <a:t> </a:t>
                </a:r>
              </a:p>
            </p:txBody>
          </p:sp>
        </mc:Fallback>
      </mc:AlternateContent>
      <p:sp>
        <p:nvSpPr>
          <p:cNvPr id="8" name="角丸四角形 7">
            <a:extLst>
              <a:ext uri="{FF2B5EF4-FFF2-40B4-BE49-F238E27FC236}">
                <a16:creationId xmlns:a16="http://schemas.microsoft.com/office/drawing/2014/main" id="{A98D6420-87B0-D054-CA04-38E9F0C7B560}"/>
              </a:ext>
            </a:extLst>
          </p:cNvPr>
          <p:cNvSpPr/>
          <p:nvPr/>
        </p:nvSpPr>
        <p:spPr>
          <a:xfrm>
            <a:off x="7438701" y="2007294"/>
            <a:ext cx="630476" cy="3939865"/>
          </a:xfrm>
          <a:prstGeom prst="roundRect">
            <a:avLst/>
          </a:prstGeom>
          <a:noFill/>
          <a:ln w="1905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85E32AEC-2F2D-32F8-EFA1-ABC89E675F9B}"/>
                  </a:ext>
                </a:extLst>
              </p:cNvPr>
              <p:cNvSpPr txBox="1"/>
              <p:nvPr/>
            </p:nvSpPr>
            <p:spPr>
              <a:xfrm>
                <a:off x="7473734" y="1497553"/>
                <a:ext cx="560410"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kumimoji="1" lang="en-US" altLang="ja-JP" b="0" i="1" smtClean="0">
                              <a:solidFill>
                                <a:srgbClr val="C00000"/>
                              </a:solidFill>
                              <a:latin typeface="Cambria Math" panose="02040503050406030204" pitchFamily="18" charset="0"/>
                            </a:rPr>
                          </m:ctrlPr>
                        </m:sSubPr>
                        <m:e>
                          <m:r>
                            <a:rPr kumimoji="1" lang="en-US" altLang="ja-JP" b="0" i="1" smtClean="0">
                              <a:solidFill>
                                <a:srgbClr val="C00000"/>
                              </a:solidFill>
                              <a:latin typeface="Cambria Math" panose="02040503050406030204" pitchFamily="18" charset="0"/>
                            </a:rPr>
                            <m:t>𝑠</m:t>
                          </m:r>
                        </m:e>
                        <m:sub>
                          <m:r>
                            <a:rPr kumimoji="1" lang="en-US" altLang="ja-JP" b="0" i="1" smtClean="0">
                              <a:solidFill>
                                <a:srgbClr val="C00000"/>
                              </a:solidFill>
                              <a:latin typeface="Cambria Math" panose="02040503050406030204" pitchFamily="18" charset="0"/>
                            </a:rPr>
                            <m:t>𝑘</m:t>
                          </m:r>
                        </m:sub>
                      </m:sSub>
                    </m:oMath>
                  </m:oMathPara>
                </a14:m>
                <a:endParaRPr kumimoji="1" lang="ja-JP" altLang="en-US">
                  <a:solidFill>
                    <a:srgbClr val="C00000"/>
                  </a:solidFill>
                </a:endParaRPr>
              </a:p>
            </p:txBody>
          </p:sp>
        </mc:Choice>
        <mc:Fallback>
          <p:sp>
            <p:nvSpPr>
              <p:cNvPr id="10" name="テキスト ボックス 9">
                <a:extLst>
                  <a:ext uri="{FF2B5EF4-FFF2-40B4-BE49-F238E27FC236}">
                    <a16:creationId xmlns:a16="http://schemas.microsoft.com/office/drawing/2014/main" id="{85E32AEC-2F2D-32F8-EFA1-ABC89E675F9B}"/>
                  </a:ext>
                </a:extLst>
              </p:cNvPr>
              <p:cNvSpPr txBox="1">
                <a:spLocks noRot="1" noChangeAspect="1" noMove="1" noResize="1" noEditPoints="1" noAdjustHandles="1" noChangeArrowheads="1" noChangeShapeType="1" noTextEdit="1"/>
              </p:cNvSpPr>
              <p:nvPr/>
            </p:nvSpPr>
            <p:spPr>
              <a:xfrm>
                <a:off x="7473734" y="1497553"/>
                <a:ext cx="560410" cy="461665"/>
              </a:xfrm>
              <a:prstGeom prst="rect">
                <a:avLst/>
              </a:prstGeom>
              <a:blipFill>
                <a:blip r:embed="rId6"/>
                <a:stretch>
                  <a:fillRect b="-270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056849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8" name="直線コネクタ 357">
            <a:extLst>
              <a:ext uri="{FF2B5EF4-FFF2-40B4-BE49-F238E27FC236}">
                <a16:creationId xmlns:a16="http://schemas.microsoft.com/office/drawing/2014/main" id="{AFB7E46F-DF6F-55C7-14BF-24DB1ACE7254}"/>
              </a:ext>
            </a:extLst>
          </p:cNvPr>
          <p:cNvCxnSpPr>
            <a:cxnSpLocks/>
          </p:cNvCxnSpPr>
          <p:nvPr/>
        </p:nvCxnSpPr>
        <p:spPr>
          <a:xfrm>
            <a:off x="7740352"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59" name="直線コネクタ 358">
            <a:extLst>
              <a:ext uri="{FF2B5EF4-FFF2-40B4-BE49-F238E27FC236}">
                <a16:creationId xmlns:a16="http://schemas.microsoft.com/office/drawing/2014/main" id="{66DA8667-F533-45C5-A367-B431275A6611}"/>
              </a:ext>
            </a:extLst>
          </p:cNvPr>
          <p:cNvCxnSpPr>
            <a:cxnSpLocks/>
          </p:cNvCxnSpPr>
          <p:nvPr/>
        </p:nvCxnSpPr>
        <p:spPr>
          <a:xfrm>
            <a:off x="6048421" y="410846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0" name="直線コネクタ 359">
            <a:extLst>
              <a:ext uri="{FF2B5EF4-FFF2-40B4-BE49-F238E27FC236}">
                <a16:creationId xmlns:a16="http://schemas.microsoft.com/office/drawing/2014/main" id="{76844B47-ECB3-3415-B430-AF2C4F1CEB4A}"/>
              </a:ext>
            </a:extLst>
          </p:cNvPr>
          <p:cNvCxnSpPr>
            <a:cxnSpLocks/>
          </p:cNvCxnSpPr>
          <p:nvPr/>
        </p:nvCxnSpPr>
        <p:spPr>
          <a:xfrm>
            <a:off x="4363626"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1" name="直線コネクタ 360">
            <a:extLst>
              <a:ext uri="{FF2B5EF4-FFF2-40B4-BE49-F238E27FC236}">
                <a16:creationId xmlns:a16="http://schemas.microsoft.com/office/drawing/2014/main" id="{351AC383-544F-1023-FB1F-9261A2B4FA0D}"/>
              </a:ext>
            </a:extLst>
          </p:cNvPr>
          <p:cNvCxnSpPr>
            <a:cxnSpLocks/>
          </p:cNvCxnSpPr>
          <p:nvPr/>
        </p:nvCxnSpPr>
        <p:spPr>
          <a:xfrm>
            <a:off x="2691437"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2" name="直線コネクタ 361">
            <a:extLst>
              <a:ext uri="{FF2B5EF4-FFF2-40B4-BE49-F238E27FC236}">
                <a16:creationId xmlns:a16="http://schemas.microsoft.com/office/drawing/2014/main" id="{9B14F7A6-8039-9B7C-0641-964C0DEBFEDF}"/>
              </a:ext>
            </a:extLst>
          </p:cNvPr>
          <p:cNvCxnSpPr>
            <a:cxnSpLocks/>
          </p:cNvCxnSpPr>
          <p:nvPr/>
        </p:nvCxnSpPr>
        <p:spPr>
          <a:xfrm>
            <a:off x="1004690" y="4088681"/>
            <a:ext cx="0" cy="791864"/>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5" name="直線矢印コネクタ 14">
            <a:extLst>
              <a:ext uri="{FF2B5EF4-FFF2-40B4-BE49-F238E27FC236}">
                <a16:creationId xmlns:a16="http://schemas.microsoft.com/office/drawing/2014/main" id="{EB4CCDB6-3150-9428-1096-D7D4E92168AC}"/>
              </a:ext>
            </a:extLst>
          </p:cNvPr>
          <p:cNvCxnSpPr>
            <a:cxnSpLocks/>
          </p:cNvCxnSpPr>
          <p:nvPr/>
        </p:nvCxnSpPr>
        <p:spPr>
          <a:xfrm>
            <a:off x="7850482" y="5579379"/>
            <a:ext cx="1052574" cy="1"/>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42A2B93D-CA35-54A6-8B6B-21742B4DA0D0}"/>
              </a:ext>
            </a:extLst>
          </p:cNvPr>
          <p:cNvCxnSpPr>
            <a:cxnSpLocks/>
          </p:cNvCxnSpPr>
          <p:nvPr/>
        </p:nvCxnSpPr>
        <p:spPr>
          <a:xfrm>
            <a:off x="7852883" y="4796926"/>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709996C1-FAD1-044F-3C14-33379FE1284E}"/>
              </a:ext>
            </a:extLst>
          </p:cNvPr>
          <p:cNvCxnSpPr>
            <a:cxnSpLocks/>
          </p:cNvCxnSpPr>
          <p:nvPr/>
        </p:nvCxnSpPr>
        <p:spPr>
          <a:xfrm>
            <a:off x="7850482" y="4023773"/>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FA5810F1-99F3-0C84-C5F1-95538B380994}"/>
              </a:ext>
            </a:extLst>
          </p:cNvPr>
          <p:cNvCxnSpPr>
            <a:cxnSpLocks/>
          </p:cNvCxnSpPr>
          <p:nvPr/>
        </p:nvCxnSpPr>
        <p:spPr>
          <a:xfrm>
            <a:off x="7850482" y="3249735"/>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C2ED444E-831F-A8ED-760F-7221B5C6CDF6}"/>
              </a:ext>
            </a:extLst>
          </p:cNvPr>
          <p:cNvCxnSpPr>
            <a:cxnSpLocks/>
          </p:cNvCxnSpPr>
          <p:nvPr/>
        </p:nvCxnSpPr>
        <p:spPr>
          <a:xfrm>
            <a:off x="7850482" y="2452844"/>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FF6AC884-549A-6E83-4735-DB4206DFB82D}"/>
              </a:ext>
            </a:extLst>
          </p:cNvPr>
          <p:cNvCxnSpPr>
            <a:cxnSpLocks/>
          </p:cNvCxnSpPr>
          <p:nvPr/>
        </p:nvCxnSpPr>
        <p:spPr>
          <a:xfrm>
            <a:off x="2683439" y="2457871"/>
            <a:ext cx="0" cy="791864"/>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08" name="直線コネクタ 107">
            <a:extLst>
              <a:ext uri="{FF2B5EF4-FFF2-40B4-BE49-F238E27FC236}">
                <a16:creationId xmlns:a16="http://schemas.microsoft.com/office/drawing/2014/main" id="{15E77718-E981-3C67-32AC-47D83806DC6D}"/>
              </a:ext>
            </a:extLst>
          </p:cNvPr>
          <p:cNvCxnSpPr>
            <a:cxnSpLocks/>
          </p:cNvCxnSpPr>
          <p:nvPr/>
        </p:nvCxnSpPr>
        <p:spPr>
          <a:xfrm>
            <a:off x="1003443" y="2447480"/>
            <a:ext cx="0" cy="791864"/>
          </a:xfrm>
          <a:prstGeom prst="line">
            <a:avLst/>
          </a:prstGeom>
          <a:ln w="25400">
            <a:solidFill>
              <a:schemeClr val="tx1"/>
            </a:solidFill>
          </a:ln>
        </p:spPr>
        <p:style>
          <a:lnRef idx="1">
            <a:schemeClr val="dk1"/>
          </a:lnRef>
          <a:fillRef idx="0">
            <a:schemeClr val="dk1"/>
          </a:fillRef>
          <a:effectRef idx="0">
            <a:schemeClr val="dk1"/>
          </a:effectRef>
          <a:fontRef idx="minor">
            <a:schemeClr val="tx1"/>
          </a:fontRef>
        </p:style>
      </p:cxnSp>
      <p:cxnSp>
        <p:nvCxnSpPr>
          <p:cNvPr id="133" name="直線コネクタ 132">
            <a:extLst>
              <a:ext uri="{FF2B5EF4-FFF2-40B4-BE49-F238E27FC236}">
                <a16:creationId xmlns:a16="http://schemas.microsoft.com/office/drawing/2014/main" id="{CF67ACA6-E658-E796-DB01-1938F4E70EF5}"/>
              </a:ext>
            </a:extLst>
          </p:cNvPr>
          <p:cNvCxnSpPr>
            <a:cxnSpLocks/>
          </p:cNvCxnSpPr>
          <p:nvPr/>
        </p:nvCxnSpPr>
        <p:spPr>
          <a:xfrm>
            <a:off x="7752082"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32" name="直線コネクタ 131">
            <a:extLst>
              <a:ext uri="{FF2B5EF4-FFF2-40B4-BE49-F238E27FC236}">
                <a16:creationId xmlns:a16="http://schemas.microsoft.com/office/drawing/2014/main" id="{0587A512-761F-7F43-6E8A-2C920C5A56BC}"/>
              </a:ext>
            </a:extLst>
          </p:cNvPr>
          <p:cNvCxnSpPr>
            <a:cxnSpLocks/>
          </p:cNvCxnSpPr>
          <p:nvPr/>
        </p:nvCxnSpPr>
        <p:spPr>
          <a:xfrm>
            <a:off x="6047174" y="3160978"/>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77616CD1-E0B2-DED2-5500-D4D57E5B6F0B}"/>
              </a:ext>
            </a:extLst>
          </p:cNvPr>
          <p:cNvCxnSpPr>
            <a:cxnSpLocks/>
          </p:cNvCxnSpPr>
          <p:nvPr/>
        </p:nvCxnSpPr>
        <p:spPr>
          <a:xfrm>
            <a:off x="4362379"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29" name="直線コネクタ 128">
            <a:extLst>
              <a:ext uri="{FF2B5EF4-FFF2-40B4-BE49-F238E27FC236}">
                <a16:creationId xmlns:a16="http://schemas.microsoft.com/office/drawing/2014/main" id="{75A781BF-BD61-98F8-7B7D-A501FCA30BA8}"/>
              </a:ext>
            </a:extLst>
          </p:cNvPr>
          <p:cNvCxnSpPr>
            <a:cxnSpLocks/>
          </p:cNvCxnSpPr>
          <p:nvPr/>
        </p:nvCxnSpPr>
        <p:spPr>
          <a:xfrm>
            <a:off x="2690190"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89" name="直線コネクタ 88">
            <a:extLst>
              <a:ext uri="{FF2B5EF4-FFF2-40B4-BE49-F238E27FC236}">
                <a16:creationId xmlns:a16="http://schemas.microsoft.com/office/drawing/2014/main" id="{289AACC5-7EFD-C799-53B8-18AC31B60095}"/>
              </a:ext>
            </a:extLst>
          </p:cNvPr>
          <p:cNvCxnSpPr>
            <a:cxnSpLocks/>
          </p:cNvCxnSpPr>
          <p:nvPr/>
        </p:nvCxnSpPr>
        <p:spPr>
          <a:xfrm>
            <a:off x="1003443" y="3141192"/>
            <a:ext cx="0" cy="791864"/>
          </a:xfrm>
          <a:prstGeom prst="line">
            <a:avLst/>
          </a:prstGeom>
          <a:ln w="254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24" name="直線矢印コネクタ 123">
            <a:extLst>
              <a:ext uri="{FF2B5EF4-FFF2-40B4-BE49-F238E27FC236}">
                <a16:creationId xmlns:a16="http://schemas.microsoft.com/office/drawing/2014/main" id="{2A3EBCF0-1445-7ED8-E555-EB44BA034973}"/>
              </a:ext>
            </a:extLst>
          </p:cNvPr>
          <p:cNvCxnSpPr>
            <a:cxnSpLocks/>
          </p:cNvCxnSpPr>
          <p:nvPr/>
        </p:nvCxnSpPr>
        <p:spPr>
          <a:xfrm flipV="1">
            <a:off x="1010545" y="1628800"/>
            <a:ext cx="0" cy="82798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 name="直線コネクタ 2">
            <a:extLst>
              <a:ext uri="{FF2B5EF4-FFF2-40B4-BE49-F238E27FC236}">
                <a16:creationId xmlns:a16="http://schemas.microsoft.com/office/drawing/2014/main" id="{1579362F-C260-760A-0CE8-338C31EC0B97}"/>
              </a:ext>
            </a:extLst>
          </p:cNvPr>
          <p:cNvCxnSpPr>
            <a:cxnSpLocks/>
          </p:cNvCxnSpPr>
          <p:nvPr/>
        </p:nvCxnSpPr>
        <p:spPr>
          <a:xfrm>
            <a:off x="987505" y="5579380"/>
            <a:ext cx="1692689" cy="0"/>
          </a:xfrm>
          <a:prstGeom prst="line">
            <a:avLst/>
          </a:prstGeom>
          <a:ln w="25400">
            <a:solidFill>
              <a:srgbClr val="0070C0"/>
            </a:solidFill>
          </a:ln>
        </p:spPr>
        <p:style>
          <a:lnRef idx="1">
            <a:schemeClr val="dk1"/>
          </a:lnRef>
          <a:fillRef idx="0">
            <a:schemeClr val="dk1"/>
          </a:fillRef>
          <a:effectRef idx="0">
            <a:schemeClr val="dk1"/>
          </a:effectRef>
          <a:fontRef idx="minor">
            <a:schemeClr val="tx1"/>
          </a:fontRef>
        </p:style>
      </p:cxnSp>
      <p:cxnSp>
        <p:nvCxnSpPr>
          <p:cNvPr id="4" name="直線コネクタ 3">
            <a:extLst>
              <a:ext uri="{FF2B5EF4-FFF2-40B4-BE49-F238E27FC236}">
                <a16:creationId xmlns:a16="http://schemas.microsoft.com/office/drawing/2014/main" id="{F372C915-9CEE-A3A9-73B6-A1025F98EE0B}"/>
              </a:ext>
            </a:extLst>
          </p:cNvPr>
          <p:cNvCxnSpPr>
            <a:cxnSpLocks/>
          </p:cNvCxnSpPr>
          <p:nvPr/>
        </p:nvCxnSpPr>
        <p:spPr>
          <a:xfrm flipH="1">
            <a:off x="1005001" y="4785257"/>
            <a:ext cx="5544" cy="798058"/>
          </a:xfrm>
          <a:prstGeom prst="line">
            <a:avLst/>
          </a:prstGeom>
          <a:ln w="25400">
            <a:solidFill>
              <a:schemeClr val="tx1"/>
            </a:solidFill>
          </a:ln>
        </p:spPr>
        <p:style>
          <a:lnRef idx="1">
            <a:schemeClr val="dk1"/>
          </a:lnRef>
          <a:fillRef idx="0">
            <a:schemeClr val="dk1"/>
          </a:fillRef>
          <a:effectRef idx="0">
            <a:schemeClr val="dk1"/>
          </a:effectRef>
          <a:fontRef idx="minor">
            <a:schemeClr val="tx1"/>
          </a:fontRef>
        </p:style>
      </p:cxnSp>
      <p:cxnSp>
        <p:nvCxnSpPr>
          <p:cNvPr id="6" name="直線コネクタ 5">
            <a:extLst>
              <a:ext uri="{FF2B5EF4-FFF2-40B4-BE49-F238E27FC236}">
                <a16:creationId xmlns:a16="http://schemas.microsoft.com/office/drawing/2014/main" id="{544C497C-CBF8-6493-5A29-F4E8940FB375}"/>
              </a:ext>
            </a:extLst>
          </p:cNvPr>
          <p:cNvCxnSpPr>
            <a:cxnSpLocks/>
          </p:cNvCxnSpPr>
          <p:nvPr/>
        </p:nvCxnSpPr>
        <p:spPr>
          <a:xfrm>
            <a:off x="2675008" y="5579380"/>
            <a:ext cx="169268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3B54743F-8F88-64DA-4CC7-DA0F090086FF}"/>
              </a:ext>
            </a:extLst>
          </p:cNvPr>
          <p:cNvCxnSpPr>
            <a:cxnSpLocks/>
          </p:cNvCxnSpPr>
          <p:nvPr/>
        </p:nvCxnSpPr>
        <p:spPr>
          <a:xfrm>
            <a:off x="4354485" y="5579380"/>
            <a:ext cx="1692689" cy="0"/>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C687E105-0230-7CDA-9266-1214676A3C11}"/>
              </a:ext>
            </a:extLst>
          </p:cNvPr>
          <p:cNvCxnSpPr>
            <a:cxnSpLocks/>
          </p:cNvCxnSpPr>
          <p:nvPr/>
        </p:nvCxnSpPr>
        <p:spPr>
          <a:xfrm>
            <a:off x="5951011" y="5579380"/>
            <a:ext cx="1692689" cy="0"/>
          </a:xfrm>
          <a:prstGeom prst="line">
            <a:avLst/>
          </a:prstGeom>
          <a:ln w="25400"/>
        </p:spPr>
        <p:style>
          <a:lnRef idx="1">
            <a:schemeClr val="dk1"/>
          </a:lnRef>
          <a:fillRef idx="0">
            <a:schemeClr val="dk1"/>
          </a:fillRef>
          <a:effectRef idx="0">
            <a:schemeClr val="dk1"/>
          </a:effectRef>
          <a:fontRef idx="minor">
            <a:schemeClr val="tx1"/>
          </a:fontRef>
        </p:style>
      </p:cxnSp>
      <p:sp>
        <p:nvSpPr>
          <p:cNvPr id="13" name="テキスト ボックス 12">
            <a:extLst>
              <a:ext uri="{FF2B5EF4-FFF2-40B4-BE49-F238E27FC236}">
                <a16:creationId xmlns:a16="http://schemas.microsoft.com/office/drawing/2014/main" id="{A76312F1-DE1B-D804-E663-5C70A57E9FD0}"/>
              </a:ext>
            </a:extLst>
          </p:cNvPr>
          <p:cNvSpPr txBox="1"/>
          <p:nvPr/>
        </p:nvSpPr>
        <p:spPr>
          <a:xfrm>
            <a:off x="534708" y="5805264"/>
            <a:ext cx="918473" cy="318482"/>
          </a:xfrm>
          <a:prstGeom prst="rect">
            <a:avLst/>
          </a:prstGeom>
          <a:noFill/>
        </p:spPr>
        <p:txBody>
          <a:bodyPr wrap="none" rtlCol="0">
            <a:spAutoFit/>
          </a:bodyPr>
          <a:lstStyle/>
          <a:p>
            <a:r>
              <a:rPr lang="en-US" altLang="ja-JP" sz="1400" dirty="0"/>
              <a:t>0</a:t>
            </a:r>
            <a:r>
              <a:rPr kumimoji="1" lang="en-US" altLang="ja-JP" sz="1400" dirty="0"/>
              <a:t>0:00</a:t>
            </a:r>
            <a:endParaRPr kumimoji="1" lang="ja-JP" altLang="en-US" sz="1400"/>
          </a:p>
        </p:txBody>
      </p:sp>
      <p:sp>
        <p:nvSpPr>
          <p:cNvPr id="16" name="テキスト ボックス 15">
            <a:extLst>
              <a:ext uri="{FF2B5EF4-FFF2-40B4-BE49-F238E27FC236}">
                <a16:creationId xmlns:a16="http://schemas.microsoft.com/office/drawing/2014/main" id="{303E4011-C011-8D0C-5871-A8FC9326DEB5}"/>
              </a:ext>
            </a:extLst>
          </p:cNvPr>
          <p:cNvSpPr txBox="1"/>
          <p:nvPr/>
        </p:nvSpPr>
        <p:spPr>
          <a:xfrm>
            <a:off x="2228984" y="5828826"/>
            <a:ext cx="918473" cy="318482"/>
          </a:xfrm>
          <a:prstGeom prst="rect">
            <a:avLst/>
          </a:prstGeom>
          <a:noFill/>
        </p:spPr>
        <p:txBody>
          <a:bodyPr wrap="none" rtlCol="0">
            <a:spAutoFit/>
          </a:bodyPr>
          <a:lstStyle/>
          <a:p>
            <a:r>
              <a:rPr lang="en-US" altLang="ja-JP" sz="1400" dirty="0"/>
              <a:t>0</a:t>
            </a:r>
            <a:r>
              <a:rPr kumimoji="1" lang="en-US" altLang="ja-JP" sz="1400" dirty="0"/>
              <a:t>0:01</a:t>
            </a:r>
            <a:endParaRPr kumimoji="1" lang="ja-JP" altLang="en-US" sz="1400"/>
          </a:p>
        </p:txBody>
      </p:sp>
      <p:sp>
        <p:nvSpPr>
          <p:cNvPr id="17" name="テキスト ボックス 16">
            <a:extLst>
              <a:ext uri="{FF2B5EF4-FFF2-40B4-BE49-F238E27FC236}">
                <a16:creationId xmlns:a16="http://schemas.microsoft.com/office/drawing/2014/main" id="{95002409-A62C-66A2-FBEE-BBCE9BCA06EF}"/>
              </a:ext>
            </a:extLst>
          </p:cNvPr>
          <p:cNvSpPr txBox="1"/>
          <p:nvPr/>
        </p:nvSpPr>
        <p:spPr>
          <a:xfrm>
            <a:off x="3908460" y="5828826"/>
            <a:ext cx="918473" cy="318482"/>
          </a:xfrm>
          <a:prstGeom prst="rect">
            <a:avLst/>
          </a:prstGeom>
          <a:noFill/>
        </p:spPr>
        <p:txBody>
          <a:bodyPr wrap="none" rtlCol="0">
            <a:spAutoFit/>
          </a:bodyPr>
          <a:lstStyle/>
          <a:p>
            <a:r>
              <a:rPr lang="en-US" altLang="ja-JP" sz="1400" dirty="0"/>
              <a:t>0</a:t>
            </a:r>
            <a:r>
              <a:rPr kumimoji="1" lang="en-US" altLang="ja-JP" sz="1400" dirty="0"/>
              <a:t>0:02</a:t>
            </a:r>
            <a:endParaRPr kumimoji="1" lang="ja-JP" altLang="en-US" sz="1400"/>
          </a:p>
        </p:txBody>
      </p:sp>
      <p:sp>
        <p:nvSpPr>
          <p:cNvPr id="18" name="テキスト ボックス 17">
            <a:extLst>
              <a:ext uri="{FF2B5EF4-FFF2-40B4-BE49-F238E27FC236}">
                <a16:creationId xmlns:a16="http://schemas.microsoft.com/office/drawing/2014/main" id="{714D3584-2591-9A64-B5B7-0C6FF54748C2}"/>
              </a:ext>
            </a:extLst>
          </p:cNvPr>
          <p:cNvSpPr txBox="1"/>
          <p:nvPr/>
        </p:nvSpPr>
        <p:spPr>
          <a:xfrm>
            <a:off x="1428265" y="5661248"/>
            <a:ext cx="848574" cy="414027"/>
          </a:xfrm>
          <a:prstGeom prst="rect">
            <a:avLst/>
          </a:prstGeom>
          <a:noFill/>
        </p:spPr>
        <p:txBody>
          <a:bodyPr wrap="none" rtlCol="0">
            <a:spAutoFit/>
          </a:bodyPr>
          <a:lstStyle/>
          <a:p>
            <a:r>
              <a:rPr lang="en-US" altLang="ja-JP" sz="2000" dirty="0"/>
              <a:t>1</a:t>
            </a:r>
            <a:r>
              <a:rPr lang="ja-JP" altLang="en-US" sz="2000"/>
              <a:t>期</a:t>
            </a:r>
            <a:endParaRPr kumimoji="1" lang="ja-JP" altLang="en-US" sz="2000"/>
          </a:p>
        </p:txBody>
      </p:sp>
      <p:sp>
        <p:nvSpPr>
          <p:cNvPr id="19" name="テキスト ボックス 18">
            <a:extLst>
              <a:ext uri="{FF2B5EF4-FFF2-40B4-BE49-F238E27FC236}">
                <a16:creationId xmlns:a16="http://schemas.microsoft.com/office/drawing/2014/main" id="{F3383439-76AE-4FC5-E8B5-4B72DC42F9C5}"/>
              </a:ext>
            </a:extLst>
          </p:cNvPr>
          <p:cNvSpPr txBox="1"/>
          <p:nvPr/>
        </p:nvSpPr>
        <p:spPr>
          <a:xfrm>
            <a:off x="3144672" y="5661248"/>
            <a:ext cx="848574" cy="414027"/>
          </a:xfrm>
          <a:prstGeom prst="rect">
            <a:avLst/>
          </a:prstGeom>
          <a:noFill/>
        </p:spPr>
        <p:txBody>
          <a:bodyPr wrap="none" rtlCol="0">
            <a:spAutoFit/>
          </a:bodyPr>
          <a:lstStyle/>
          <a:p>
            <a:r>
              <a:rPr lang="en-US" altLang="ja-JP" sz="2000" dirty="0"/>
              <a:t>2</a:t>
            </a:r>
            <a:r>
              <a:rPr lang="ja-JP" altLang="en-US" sz="2000"/>
              <a:t>期</a:t>
            </a:r>
            <a:endParaRPr kumimoji="1" lang="ja-JP" altLang="en-US" sz="2000"/>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B14685E-213B-1578-9FAE-DB2F452B5C5C}"/>
                  </a:ext>
                </a:extLst>
              </p:cNvPr>
              <p:cNvSpPr txBox="1"/>
              <p:nvPr/>
            </p:nvSpPr>
            <p:spPr>
              <a:xfrm>
                <a:off x="6387484" y="5661248"/>
                <a:ext cx="857149" cy="414027"/>
              </a:xfrm>
              <a:prstGeom prst="rect">
                <a:avLst/>
              </a:prstGeom>
              <a:noFill/>
            </p:spPr>
            <p:txBody>
              <a:bodyPr wrap="none" rtlCol="0">
                <a:spAutoFit/>
              </a:bodyPr>
              <a:lstStyle/>
              <a:p>
                <a14:m>
                  <m:oMath xmlns:m="http://schemas.openxmlformats.org/officeDocument/2006/math">
                    <m:r>
                      <a:rPr lang="en-US" altLang="ja-JP" sz="2000" b="0" i="1" smtClean="0">
                        <a:latin typeface="Cambria Math" panose="02040503050406030204" pitchFamily="18" charset="0"/>
                      </a:rPr>
                      <m:t>𝑘</m:t>
                    </m:r>
                  </m:oMath>
                </a14:m>
                <a:r>
                  <a:rPr lang="ja-JP" altLang="en-US" sz="2000"/>
                  <a:t>期</a:t>
                </a:r>
                <a:endParaRPr kumimoji="1" lang="ja-JP" altLang="en-US" sz="2000"/>
              </a:p>
            </p:txBody>
          </p:sp>
        </mc:Choice>
        <mc:Fallback xmlns="">
          <p:sp>
            <p:nvSpPr>
              <p:cNvPr id="20" name="テキスト ボックス 19">
                <a:extLst>
                  <a:ext uri="{FF2B5EF4-FFF2-40B4-BE49-F238E27FC236}">
                    <a16:creationId xmlns:a16="http://schemas.microsoft.com/office/drawing/2014/main" id="{BB14685E-213B-1578-9FAE-DB2F452B5C5C}"/>
                  </a:ext>
                </a:extLst>
              </p:cNvPr>
              <p:cNvSpPr txBox="1">
                <a:spLocks noRot="1" noChangeAspect="1" noMove="1" noResize="1" noEditPoints="1" noAdjustHandles="1" noChangeArrowheads="1" noChangeShapeType="1" noTextEdit="1"/>
              </p:cNvSpPr>
              <p:nvPr/>
            </p:nvSpPr>
            <p:spPr>
              <a:xfrm>
                <a:off x="6387484" y="5661248"/>
                <a:ext cx="857149" cy="414027"/>
              </a:xfrm>
              <a:prstGeom prst="rect">
                <a:avLst/>
              </a:prstGeom>
              <a:blipFill>
                <a:blip r:embed="rId3"/>
                <a:stretch>
                  <a:fillRect t="-8824" b="-17647"/>
                </a:stretch>
              </a:blipFill>
            </p:spPr>
            <p:txBody>
              <a:bodyPr/>
              <a:lstStyle/>
              <a:p>
                <a:r>
                  <a:rPr lang="ja-JP" altLang="en-US">
                    <a:noFill/>
                  </a:rPr>
                  <a:t> </a:t>
                </a:r>
              </a:p>
            </p:txBody>
          </p:sp>
        </mc:Fallback>
      </mc:AlternateContent>
      <p:sp>
        <p:nvSpPr>
          <p:cNvPr id="21" name="円/楕円 20">
            <a:extLst>
              <a:ext uri="{FF2B5EF4-FFF2-40B4-BE49-F238E27FC236}">
                <a16:creationId xmlns:a16="http://schemas.microsoft.com/office/drawing/2014/main" id="{A79A9B97-663D-E8AF-ED9C-AA0ABF72E1F6}"/>
              </a:ext>
            </a:extLst>
          </p:cNvPr>
          <p:cNvSpPr/>
          <p:nvPr/>
        </p:nvSpPr>
        <p:spPr bwMode="auto">
          <a:xfrm>
            <a:off x="851554"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4" name="円/楕円 23">
            <a:extLst>
              <a:ext uri="{FF2B5EF4-FFF2-40B4-BE49-F238E27FC236}">
                <a16:creationId xmlns:a16="http://schemas.microsoft.com/office/drawing/2014/main" id="{F787588C-4873-F125-D320-6226B55CDA41}"/>
              </a:ext>
            </a:extLst>
          </p:cNvPr>
          <p:cNvSpPr/>
          <p:nvPr/>
        </p:nvSpPr>
        <p:spPr bwMode="auto">
          <a:xfrm>
            <a:off x="2531199"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5" name="円/楕円 24">
            <a:extLst>
              <a:ext uri="{FF2B5EF4-FFF2-40B4-BE49-F238E27FC236}">
                <a16:creationId xmlns:a16="http://schemas.microsoft.com/office/drawing/2014/main" id="{6F8BA33B-408E-5630-7D65-1B6F8D03970F}"/>
              </a:ext>
            </a:extLst>
          </p:cNvPr>
          <p:cNvSpPr/>
          <p:nvPr/>
        </p:nvSpPr>
        <p:spPr bwMode="auto">
          <a:xfrm>
            <a:off x="4206633"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6" name="円/楕円 25">
            <a:extLst>
              <a:ext uri="{FF2B5EF4-FFF2-40B4-BE49-F238E27FC236}">
                <a16:creationId xmlns:a16="http://schemas.microsoft.com/office/drawing/2014/main" id="{D263BC6E-077E-CEEC-B05A-FA247B29AE85}"/>
              </a:ext>
            </a:extLst>
          </p:cNvPr>
          <p:cNvSpPr/>
          <p:nvPr/>
        </p:nvSpPr>
        <p:spPr bwMode="auto">
          <a:xfrm>
            <a:off x="5894476" y="54240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7" name="円/楕円 26">
            <a:extLst>
              <a:ext uri="{FF2B5EF4-FFF2-40B4-BE49-F238E27FC236}">
                <a16:creationId xmlns:a16="http://schemas.microsoft.com/office/drawing/2014/main" id="{2E545822-BB0F-240B-5A5B-B490CC881374}"/>
              </a:ext>
            </a:extLst>
          </p:cNvPr>
          <p:cNvSpPr/>
          <p:nvPr/>
        </p:nvSpPr>
        <p:spPr bwMode="auto">
          <a:xfrm>
            <a:off x="7596336"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8" name="テキスト ボックス 27">
            <a:extLst>
              <a:ext uri="{FF2B5EF4-FFF2-40B4-BE49-F238E27FC236}">
                <a16:creationId xmlns:a16="http://schemas.microsoft.com/office/drawing/2014/main" id="{B56ACF71-2F82-19D8-8FC6-E8BAC8878589}"/>
              </a:ext>
            </a:extLst>
          </p:cNvPr>
          <p:cNvSpPr txBox="1"/>
          <p:nvPr/>
        </p:nvSpPr>
        <p:spPr>
          <a:xfrm>
            <a:off x="8390165" y="5660131"/>
            <a:ext cx="646331" cy="369332"/>
          </a:xfrm>
          <a:prstGeom prst="rect">
            <a:avLst/>
          </a:prstGeom>
          <a:noFill/>
        </p:spPr>
        <p:txBody>
          <a:bodyPr wrap="none" rtlCol="0">
            <a:spAutoFit/>
          </a:bodyPr>
          <a:lstStyle/>
          <a:p>
            <a:r>
              <a:rPr kumimoji="1" lang="ja-JP" altLang="en-US" sz="1800"/>
              <a:t>時刻</a:t>
            </a:r>
          </a:p>
        </p:txBody>
      </p:sp>
      <p:cxnSp>
        <p:nvCxnSpPr>
          <p:cNvPr id="52" name="直線コネクタ 51">
            <a:extLst>
              <a:ext uri="{FF2B5EF4-FFF2-40B4-BE49-F238E27FC236}">
                <a16:creationId xmlns:a16="http://schemas.microsoft.com/office/drawing/2014/main" id="{C239F143-F470-2B3F-A0F8-D67BCA6FBBC8}"/>
              </a:ext>
            </a:extLst>
          </p:cNvPr>
          <p:cNvCxnSpPr>
            <a:cxnSpLocks/>
          </p:cNvCxnSpPr>
          <p:nvPr/>
        </p:nvCxnSpPr>
        <p:spPr>
          <a:xfrm>
            <a:off x="990750" y="4796927"/>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54" name="直線コネクタ 53">
            <a:extLst>
              <a:ext uri="{FF2B5EF4-FFF2-40B4-BE49-F238E27FC236}">
                <a16:creationId xmlns:a16="http://schemas.microsoft.com/office/drawing/2014/main" id="{9A956D77-0682-BA05-F2FE-94253C94DAE9}"/>
              </a:ext>
            </a:extLst>
          </p:cNvPr>
          <p:cNvCxnSpPr>
            <a:cxnSpLocks/>
            <a:stCxn id="66" idx="4"/>
            <a:endCxn id="24" idx="0"/>
          </p:cNvCxnSpPr>
          <p:nvPr/>
        </p:nvCxnSpPr>
        <p:spPr>
          <a:xfrm flipH="1">
            <a:off x="2686946" y="4950803"/>
            <a:ext cx="3245" cy="46397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0768325A-6A73-2165-6FA7-BE2089ED7E53}"/>
              </a:ext>
            </a:extLst>
          </p:cNvPr>
          <p:cNvCxnSpPr>
            <a:cxnSpLocks/>
          </p:cNvCxnSpPr>
          <p:nvPr/>
        </p:nvCxnSpPr>
        <p:spPr>
          <a:xfrm>
            <a:off x="2678253"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6" name="直線コネクタ 55">
            <a:extLst>
              <a:ext uri="{FF2B5EF4-FFF2-40B4-BE49-F238E27FC236}">
                <a16:creationId xmlns:a16="http://schemas.microsoft.com/office/drawing/2014/main" id="{4F1C5796-1899-19A8-6CCB-A7321B84F286}"/>
              </a:ext>
            </a:extLst>
          </p:cNvPr>
          <p:cNvCxnSpPr>
            <a:cxnSpLocks/>
            <a:endCxn id="25" idx="0"/>
          </p:cNvCxnSpPr>
          <p:nvPr/>
        </p:nvCxnSpPr>
        <p:spPr>
          <a:xfrm flipH="1">
            <a:off x="4362380" y="4785257"/>
            <a:ext cx="8562" cy="629517"/>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57" name="直線コネクタ 56">
            <a:extLst>
              <a:ext uri="{FF2B5EF4-FFF2-40B4-BE49-F238E27FC236}">
                <a16:creationId xmlns:a16="http://schemas.microsoft.com/office/drawing/2014/main" id="{8DBC5FAA-8A4C-2733-870B-95BA6309F290}"/>
              </a:ext>
            </a:extLst>
          </p:cNvPr>
          <p:cNvCxnSpPr>
            <a:cxnSpLocks/>
          </p:cNvCxnSpPr>
          <p:nvPr/>
        </p:nvCxnSpPr>
        <p:spPr>
          <a:xfrm>
            <a:off x="4357730" y="4796927"/>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06082C1B-8654-6272-FE7F-115CB8EEC412}"/>
              </a:ext>
            </a:extLst>
          </p:cNvPr>
          <p:cNvCxnSpPr>
            <a:cxnSpLocks/>
            <a:endCxn id="26" idx="0"/>
          </p:cNvCxnSpPr>
          <p:nvPr/>
        </p:nvCxnSpPr>
        <p:spPr>
          <a:xfrm>
            <a:off x="6050223" y="4827447"/>
            <a:ext cx="0" cy="596627"/>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直線コネクタ 58">
            <a:extLst>
              <a:ext uri="{FF2B5EF4-FFF2-40B4-BE49-F238E27FC236}">
                <a16:creationId xmlns:a16="http://schemas.microsoft.com/office/drawing/2014/main" id="{34ABE551-A655-F979-75E6-234B40E95B2F}"/>
              </a:ext>
            </a:extLst>
          </p:cNvPr>
          <p:cNvCxnSpPr>
            <a:cxnSpLocks/>
          </p:cNvCxnSpPr>
          <p:nvPr/>
        </p:nvCxnSpPr>
        <p:spPr>
          <a:xfrm>
            <a:off x="5954256"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0" name="直線コネクタ 59">
            <a:extLst>
              <a:ext uri="{FF2B5EF4-FFF2-40B4-BE49-F238E27FC236}">
                <a16:creationId xmlns:a16="http://schemas.microsoft.com/office/drawing/2014/main" id="{9FE46E60-A039-47AD-5A61-C1EB9BB95B03}"/>
              </a:ext>
            </a:extLst>
          </p:cNvPr>
          <p:cNvCxnSpPr>
            <a:cxnSpLocks/>
            <a:endCxn id="27" idx="0"/>
          </p:cNvCxnSpPr>
          <p:nvPr/>
        </p:nvCxnSpPr>
        <p:spPr>
          <a:xfrm>
            <a:off x="7752083" y="4785257"/>
            <a:ext cx="0" cy="629517"/>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65" name="円/楕円 64">
            <a:extLst>
              <a:ext uri="{FF2B5EF4-FFF2-40B4-BE49-F238E27FC236}">
                <a16:creationId xmlns:a16="http://schemas.microsoft.com/office/drawing/2014/main" id="{10F40672-79DF-392B-4017-695748652416}"/>
              </a:ext>
            </a:extLst>
          </p:cNvPr>
          <p:cNvSpPr/>
          <p:nvPr/>
        </p:nvSpPr>
        <p:spPr bwMode="auto">
          <a:xfrm>
            <a:off x="854799"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6" name="円/楕円 65">
            <a:extLst>
              <a:ext uri="{FF2B5EF4-FFF2-40B4-BE49-F238E27FC236}">
                <a16:creationId xmlns:a16="http://schemas.microsoft.com/office/drawing/2014/main" id="{3A477A80-5982-B37E-DCE5-30F7ECB3AEEF}"/>
              </a:ext>
            </a:extLst>
          </p:cNvPr>
          <p:cNvSpPr/>
          <p:nvPr/>
        </p:nvSpPr>
        <p:spPr bwMode="auto">
          <a:xfrm>
            <a:off x="2534444"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7" name="円/楕円 66">
            <a:extLst>
              <a:ext uri="{FF2B5EF4-FFF2-40B4-BE49-F238E27FC236}">
                <a16:creationId xmlns:a16="http://schemas.microsoft.com/office/drawing/2014/main" id="{18763791-B1D8-5DB2-91D9-6C06B625C27F}"/>
              </a:ext>
            </a:extLst>
          </p:cNvPr>
          <p:cNvSpPr/>
          <p:nvPr/>
        </p:nvSpPr>
        <p:spPr bwMode="auto">
          <a:xfrm>
            <a:off x="4209878"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8" name="円/楕円 67">
            <a:extLst>
              <a:ext uri="{FF2B5EF4-FFF2-40B4-BE49-F238E27FC236}">
                <a16:creationId xmlns:a16="http://schemas.microsoft.com/office/drawing/2014/main" id="{7D294EFB-E308-3022-B1C0-1220B57D041F}"/>
              </a:ext>
            </a:extLst>
          </p:cNvPr>
          <p:cNvSpPr/>
          <p:nvPr/>
        </p:nvSpPr>
        <p:spPr bwMode="auto">
          <a:xfrm>
            <a:off x="5897721" y="46416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9" name="円/楕円 68">
            <a:extLst>
              <a:ext uri="{FF2B5EF4-FFF2-40B4-BE49-F238E27FC236}">
                <a16:creationId xmlns:a16="http://schemas.microsoft.com/office/drawing/2014/main" id="{E79E03C3-F3B3-6C87-FF78-6E3B9B30F370}"/>
              </a:ext>
            </a:extLst>
          </p:cNvPr>
          <p:cNvSpPr/>
          <p:nvPr/>
        </p:nvSpPr>
        <p:spPr bwMode="auto">
          <a:xfrm>
            <a:off x="7599581"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70" name="直線コネクタ 69">
            <a:extLst>
              <a:ext uri="{FF2B5EF4-FFF2-40B4-BE49-F238E27FC236}">
                <a16:creationId xmlns:a16="http://schemas.microsoft.com/office/drawing/2014/main" id="{5C2918DB-99C2-0187-DB2E-C3AC1BD9E6FE}"/>
              </a:ext>
            </a:extLst>
          </p:cNvPr>
          <p:cNvCxnSpPr>
            <a:cxnSpLocks/>
          </p:cNvCxnSpPr>
          <p:nvPr/>
        </p:nvCxnSpPr>
        <p:spPr>
          <a:xfrm>
            <a:off x="987505" y="4023774"/>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73" name="直線コネクタ 72">
            <a:extLst>
              <a:ext uri="{FF2B5EF4-FFF2-40B4-BE49-F238E27FC236}">
                <a16:creationId xmlns:a16="http://schemas.microsoft.com/office/drawing/2014/main" id="{F02C0952-3591-10C2-1C57-3F75A8236EC4}"/>
              </a:ext>
            </a:extLst>
          </p:cNvPr>
          <p:cNvCxnSpPr>
            <a:cxnSpLocks/>
          </p:cNvCxnSpPr>
          <p:nvPr/>
        </p:nvCxnSpPr>
        <p:spPr>
          <a:xfrm>
            <a:off x="2675008" y="4023774"/>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70FCA2E3-1CC0-8609-E103-8A777D6AF87D}"/>
              </a:ext>
            </a:extLst>
          </p:cNvPr>
          <p:cNvCxnSpPr>
            <a:cxnSpLocks/>
          </p:cNvCxnSpPr>
          <p:nvPr/>
        </p:nvCxnSpPr>
        <p:spPr>
          <a:xfrm>
            <a:off x="4354485" y="4023774"/>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0FC34DF7-09F0-A389-AECC-B3D3DE080AC4}"/>
              </a:ext>
            </a:extLst>
          </p:cNvPr>
          <p:cNvCxnSpPr>
            <a:cxnSpLocks/>
          </p:cNvCxnSpPr>
          <p:nvPr/>
        </p:nvCxnSpPr>
        <p:spPr>
          <a:xfrm>
            <a:off x="5951011" y="4023774"/>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83" name="円/楕円 82">
            <a:extLst>
              <a:ext uri="{FF2B5EF4-FFF2-40B4-BE49-F238E27FC236}">
                <a16:creationId xmlns:a16="http://schemas.microsoft.com/office/drawing/2014/main" id="{CC807AF3-BB35-EC4B-8BD5-4D1ECA05CDAE}"/>
              </a:ext>
            </a:extLst>
          </p:cNvPr>
          <p:cNvSpPr/>
          <p:nvPr/>
        </p:nvSpPr>
        <p:spPr bwMode="auto">
          <a:xfrm>
            <a:off x="851554"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4" name="円/楕円 83">
            <a:extLst>
              <a:ext uri="{FF2B5EF4-FFF2-40B4-BE49-F238E27FC236}">
                <a16:creationId xmlns:a16="http://schemas.microsoft.com/office/drawing/2014/main" id="{27FFCFB3-908B-39C7-5625-47CC6ADB5002}"/>
              </a:ext>
            </a:extLst>
          </p:cNvPr>
          <p:cNvSpPr/>
          <p:nvPr/>
        </p:nvSpPr>
        <p:spPr bwMode="auto">
          <a:xfrm>
            <a:off x="2531199"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5" name="円/楕円 84">
            <a:extLst>
              <a:ext uri="{FF2B5EF4-FFF2-40B4-BE49-F238E27FC236}">
                <a16:creationId xmlns:a16="http://schemas.microsoft.com/office/drawing/2014/main" id="{EC63C3B5-3B39-BDA7-7F9C-6C4B2133112C}"/>
              </a:ext>
            </a:extLst>
          </p:cNvPr>
          <p:cNvSpPr/>
          <p:nvPr/>
        </p:nvSpPr>
        <p:spPr bwMode="auto">
          <a:xfrm>
            <a:off x="4206633"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6" name="円/楕円 85">
            <a:extLst>
              <a:ext uri="{FF2B5EF4-FFF2-40B4-BE49-F238E27FC236}">
                <a16:creationId xmlns:a16="http://schemas.microsoft.com/office/drawing/2014/main" id="{3337589E-44F9-17ED-4100-5931B4F980C1}"/>
              </a:ext>
            </a:extLst>
          </p:cNvPr>
          <p:cNvSpPr/>
          <p:nvPr/>
        </p:nvSpPr>
        <p:spPr bwMode="auto">
          <a:xfrm>
            <a:off x="5894476" y="38684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7" name="円/楕円 86">
            <a:extLst>
              <a:ext uri="{FF2B5EF4-FFF2-40B4-BE49-F238E27FC236}">
                <a16:creationId xmlns:a16="http://schemas.microsoft.com/office/drawing/2014/main" id="{621D7B0F-16E0-0252-33A4-102F6F760CB0}"/>
              </a:ext>
            </a:extLst>
          </p:cNvPr>
          <p:cNvSpPr/>
          <p:nvPr/>
        </p:nvSpPr>
        <p:spPr bwMode="auto">
          <a:xfrm>
            <a:off x="7596336"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88" name="直線コネクタ 87">
            <a:extLst>
              <a:ext uri="{FF2B5EF4-FFF2-40B4-BE49-F238E27FC236}">
                <a16:creationId xmlns:a16="http://schemas.microsoft.com/office/drawing/2014/main" id="{3F20D8FE-B588-A54C-2981-D3946492B476}"/>
              </a:ext>
            </a:extLst>
          </p:cNvPr>
          <p:cNvCxnSpPr>
            <a:cxnSpLocks/>
          </p:cNvCxnSpPr>
          <p:nvPr/>
        </p:nvCxnSpPr>
        <p:spPr>
          <a:xfrm>
            <a:off x="987505" y="3249736"/>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91" name="直線コネクタ 90">
            <a:extLst>
              <a:ext uri="{FF2B5EF4-FFF2-40B4-BE49-F238E27FC236}">
                <a16:creationId xmlns:a16="http://schemas.microsoft.com/office/drawing/2014/main" id="{B6A5EA67-497D-DF41-E67C-CA10D1867330}"/>
              </a:ext>
            </a:extLst>
          </p:cNvPr>
          <p:cNvCxnSpPr>
            <a:cxnSpLocks/>
          </p:cNvCxnSpPr>
          <p:nvPr/>
        </p:nvCxnSpPr>
        <p:spPr>
          <a:xfrm>
            <a:off x="2675008" y="3249736"/>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3" name="直線コネクタ 92">
            <a:extLst>
              <a:ext uri="{FF2B5EF4-FFF2-40B4-BE49-F238E27FC236}">
                <a16:creationId xmlns:a16="http://schemas.microsoft.com/office/drawing/2014/main" id="{04C465A0-9294-2DCE-90F3-C026EA75B99E}"/>
              </a:ext>
            </a:extLst>
          </p:cNvPr>
          <p:cNvCxnSpPr>
            <a:cxnSpLocks/>
          </p:cNvCxnSpPr>
          <p:nvPr/>
        </p:nvCxnSpPr>
        <p:spPr>
          <a:xfrm>
            <a:off x="4354485" y="3249736"/>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95" name="直線コネクタ 94">
            <a:extLst>
              <a:ext uri="{FF2B5EF4-FFF2-40B4-BE49-F238E27FC236}">
                <a16:creationId xmlns:a16="http://schemas.microsoft.com/office/drawing/2014/main" id="{32258E12-3185-B032-8E4E-14F3880C1320}"/>
              </a:ext>
            </a:extLst>
          </p:cNvPr>
          <p:cNvCxnSpPr>
            <a:cxnSpLocks/>
          </p:cNvCxnSpPr>
          <p:nvPr/>
        </p:nvCxnSpPr>
        <p:spPr>
          <a:xfrm>
            <a:off x="5951011" y="3249736"/>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101" name="円/楕円 100">
            <a:extLst>
              <a:ext uri="{FF2B5EF4-FFF2-40B4-BE49-F238E27FC236}">
                <a16:creationId xmlns:a16="http://schemas.microsoft.com/office/drawing/2014/main" id="{92561C02-5A75-CC85-738D-2503A8351A21}"/>
              </a:ext>
            </a:extLst>
          </p:cNvPr>
          <p:cNvSpPr/>
          <p:nvPr/>
        </p:nvSpPr>
        <p:spPr bwMode="auto">
          <a:xfrm>
            <a:off x="851554"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2" name="円/楕円 101">
            <a:extLst>
              <a:ext uri="{FF2B5EF4-FFF2-40B4-BE49-F238E27FC236}">
                <a16:creationId xmlns:a16="http://schemas.microsoft.com/office/drawing/2014/main" id="{FD059308-B2A5-7504-862B-187874BE5943}"/>
              </a:ext>
            </a:extLst>
          </p:cNvPr>
          <p:cNvSpPr/>
          <p:nvPr/>
        </p:nvSpPr>
        <p:spPr bwMode="auto">
          <a:xfrm>
            <a:off x="2531199"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3" name="円/楕円 102">
            <a:extLst>
              <a:ext uri="{FF2B5EF4-FFF2-40B4-BE49-F238E27FC236}">
                <a16:creationId xmlns:a16="http://schemas.microsoft.com/office/drawing/2014/main" id="{09048BEE-8B52-89DC-A224-4DEED00E6C29}"/>
              </a:ext>
            </a:extLst>
          </p:cNvPr>
          <p:cNvSpPr/>
          <p:nvPr/>
        </p:nvSpPr>
        <p:spPr bwMode="auto">
          <a:xfrm>
            <a:off x="4206633"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4" name="円/楕円 103">
            <a:extLst>
              <a:ext uri="{FF2B5EF4-FFF2-40B4-BE49-F238E27FC236}">
                <a16:creationId xmlns:a16="http://schemas.microsoft.com/office/drawing/2014/main" id="{82207B07-822D-4158-E6AF-43C5F2B5E8AC}"/>
              </a:ext>
            </a:extLst>
          </p:cNvPr>
          <p:cNvSpPr/>
          <p:nvPr/>
        </p:nvSpPr>
        <p:spPr bwMode="auto">
          <a:xfrm>
            <a:off x="5894476" y="30944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5" name="円/楕円 104">
            <a:extLst>
              <a:ext uri="{FF2B5EF4-FFF2-40B4-BE49-F238E27FC236}">
                <a16:creationId xmlns:a16="http://schemas.microsoft.com/office/drawing/2014/main" id="{361B3580-1D19-9BCA-FBA4-022F2E2EB6AB}"/>
              </a:ext>
            </a:extLst>
          </p:cNvPr>
          <p:cNvSpPr/>
          <p:nvPr/>
        </p:nvSpPr>
        <p:spPr bwMode="auto">
          <a:xfrm>
            <a:off x="7596336"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106" name="直線コネクタ 105">
            <a:extLst>
              <a:ext uri="{FF2B5EF4-FFF2-40B4-BE49-F238E27FC236}">
                <a16:creationId xmlns:a16="http://schemas.microsoft.com/office/drawing/2014/main" id="{029F738F-7FAB-FC43-402B-12851E3A01AC}"/>
              </a:ext>
            </a:extLst>
          </p:cNvPr>
          <p:cNvCxnSpPr>
            <a:cxnSpLocks/>
          </p:cNvCxnSpPr>
          <p:nvPr/>
        </p:nvCxnSpPr>
        <p:spPr>
          <a:xfrm>
            <a:off x="987505" y="2452845"/>
            <a:ext cx="1692689"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09" name="直線コネクタ 108">
            <a:extLst>
              <a:ext uri="{FF2B5EF4-FFF2-40B4-BE49-F238E27FC236}">
                <a16:creationId xmlns:a16="http://schemas.microsoft.com/office/drawing/2014/main" id="{A6FF9033-5100-4E6D-A2E0-95FCE5B1E5D7}"/>
              </a:ext>
            </a:extLst>
          </p:cNvPr>
          <p:cNvCxnSpPr>
            <a:cxnSpLocks/>
          </p:cNvCxnSpPr>
          <p:nvPr/>
        </p:nvCxnSpPr>
        <p:spPr>
          <a:xfrm>
            <a:off x="2675008"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0" name="直線コネクタ 109">
            <a:extLst>
              <a:ext uri="{FF2B5EF4-FFF2-40B4-BE49-F238E27FC236}">
                <a16:creationId xmlns:a16="http://schemas.microsoft.com/office/drawing/2014/main" id="{2260B6C8-858F-D6ED-A5D3-39606847FD55}"/>
              </a:ext>
            </a:extLst>
          </p:cNvPr>
          <p:cNvCxnSpPr>
            <a:cxnSpLocks/>
            <a:stCxn id="121" idx="0"/>
            <a:endCxn id="103" idx="0"/>
          </p:cNvCxnSpPr>
          <p:nvPr/>
        </p:nvCxnSpPr>
        <p:spPr>
          <a:xfrm>
            <a:off x="4362380" y="2288239"/>
            <a:ext cx="0" cy="79689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11" name="直線コネクタ 110">
            <a:extLst>
              <a:ext uri="{FF2B5EF4-FFF2-40B4-BE49-F238E27FC236}">
                <a16:creationId xmlns:a16="http://schemas.microsoft.com/office/drawing/2014/main" id="{4D59DE2B-0382-1B19-98AE-5A5C19CAF527}"/>
              </a:ext>
            </a:extLst>
          </p:cNvPr>
          <p:cNvCxnSpPr>
            <a:cxnSpLocks/>
          </p:cNvCxnSpPr>
          <p:nvPr/>
        </p:nvCxnSpPr>
        <p:spPr>
          <a:xfrm>
            <a:off x="4354485" y="2452845"/>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12" name="直線コネクタ 111">
            <a:extLst>
              <a:ext uri="{FF2B5EF4-FFF2-40B4-BE49-F238E27FC236}">
                <a16:creationId xmlns:a16="http://schemas.microsoft.com/office/drawing/2014/main" id="{1CEC0E74-5C21-0613-66CF-1BD2BF64B78A}"/>
              </a:ext>
            </a:extLst>
          </p:cNvPr>
          <p:cNvCxnSpPr>
            <a:cxnSpLocks/>
            <a:endCxn id="104" idx="0"/>
          </p:cNvCxnSpPr>
          <p:nvPr/>
        </p:nvCxnSpPr>
        <p:spPr>
          <a:xfrm>
            <a:off x="6047174" y="2447480"/>
            <a:ext cx="3049" cy="646950"/>
          </a:xfrm>
          <a:prstGeom prst="line">
            <a:avLst/>
          </a:prstGeom>
          <a:ln w="12700"/>
        </p:spPr>
        <p:style>
          <a:lnRef idx="1">
            <a:schemeClr val="dk1"/>
          </a:lnRef>
          <a:fillRef idx="0">
            <a:schemeClr val="dk1"/>
          </a:fillRef>
          <a:effectRef idx="0">
            <a:schemeClr val="dk1"/>
          </a:effectRef>
          <a:fontRef idx="minor">
            <a:schemeClr val="tx1"/>
          </a:fontRef>
        </p:style>
      </p:cxnSp>
      <p:cxnSp>
        <p:nvCxnSpPr>
          <p:cNvPr id="113" name="直線コネクタ 112">
            <a:extLst>
              <a:ext uri="{FF2B5EF4-FFF2-40B4-BE49-F238E27FC236}">
                <a16:creationId xmlns:a16="http://schemas.microsoft.com/office/drawing/2014/main" id="{B322A16F-2C39-8752-3EF8-162005FFD30E}"/>
              </a:ext>
            </a:extLst>
          </p:cNvPr>
          <p:cNvCxnSpPr>
            <a:cxnSpLocks/>
          </p:cNvCxnSpPr>
          <p:nvPr/>
        </p:nvCxnSpPr>
        <p:spPr>
          <a:xfrm>
            <a:off x="5951011"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5D03903C-73C2-5BF8-5447-6D5B40162EC9}"/>
              </a:ext>
            </a:extLst>
          </p:cNvPr>
          <p:cNvCxnSpPr/>
          <p:nvPr/>
        </p:nvCxnSpPr>
        <p:spPr>
          <a:xfrm>
            <a:off x="7752082" y="2288239"/>
            <a:ext cx="0" cy="791864"/>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19" name="円/楕円 118">
            <a:extLst>
              <a:ext uri="{FF2B5EF4-FFF2-40B4-BE49-F238E27FC236}">
                <a16:creationId xmlns:a16="http://schemas.microsoft.com/office/drawing/2014/main" id="{DC3E5324-350B-96C8-7E5E-D6AE7B9A0321}"/>
              </a:ext>
            </a:extLst>
          </p:cNvPr>
          <p:cNvSpPr/>
          <p:nvPr/>
        </p:nvSpPr>
        <p:spPr bwMode="auto">
          <a:xfrm>
            <a:off x="851554"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0" name="円/楕円 119">
            <a:extLst>
              <a:ext uri="{FF2B5EF4-FFF2-40B4-BE49-F238E27FC236}">
                <a16:creationId xmlns:a16="http://schemas.microsoft.com/office/drawing/2014/main" id="{A25A3AB3-5600-548E-EB76-E4A4C23D2E8D}"/>
              </a:ext>
            </a:extLst>
          </p:cNvPr>
          <p:cNvSpPr/>
          <p:nvPr/>
        </p:nvSpPr>
        <p:spPr bwMode="auto">
          <a:xfrm>
            <a:off x="2531199"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1" name="円/楕円 120">
            <a:extLst>
              <a:ext uri="{FF2B5EF4-FFF2-40B4-BE49-F238E27FC236}">
                <a16:creationId xmlns:a16="http://schemas.microsoft.com/office/drawing/2014/main" id="{F114083B-F936-0C49-5A1E-F09872F68F9F}"/>
              </a:ext>
            </a:extLst>
          </p:cNvPr>
          <p:cNvSpPr/>
          <p:nvPr/>
        </p:nvSpPr>
        <p:spPr bwMode="auto">
          <a:xfrm>
            <a:off x="4206633"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2" name="円/楕円 121">
            <a:extLst>
              <a:ext uri="{FF2B5EF4-FFF2-40B4-BE49-F238E27FC236}">
                <a16:creationId xmlns:a16="http://schemas.microsoft.com/office/drawing/2014/main" id="{158D5AAC-438B-741E-197C-1969112036E0}"/>
              </a:ext>
            </a:extLst>
          </p:cNvPr>
          <p:cNvSpPr/>
          <p:nvPr/>
        </p:nvSpPr>
        <p:spPr bwMode="auto">
          <a:xfrm>
            <a:off x="5894476" y="22975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3" name="円/楕円 122">
            <a:extLst>
              <a:ext uri="{FF2B5EF4-FFF2-40B4-BE49-F238E27FC236}">
                <a16:creationId xmlns:a16="http://schemas.microsoft.com/office/drawing/2014/main" id="{DA1574F4-A7B0-1935-DB58-0E8787F0F98A}"/>
              </a:ext>
            </a:extLst>
          </p:cNvPr>
          <p:cNvSpPr/>
          <p:nvPr/>
        </p:nvSpPr>
        <p:spPr bwMode="auto">
          <a:xfrm>
            <a:off x="7596336"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8" name="テキスト ボックス 127">
            <a:extLst>
              <a:ext uri="{FF2B5EF4-FFF2-40B4-BE49-F238E27FC236}">
                <a16:creationId xmlns:a16="http://schemas.microsoft.com/office/drawing/2014/main" id="{34A01B17-473A-BB95-6900-30D1B44F88EF}"/>
              </a:ext>
            </a:extLst>
          </p:cNvPr>
          <p:cNvSpPr txBox="1"/>
          <p:nvPr/>
        </p:nvSpPr>
        <p:spPr>
          <a:xfrm>
            <a:off x="456547" y="960351"/>
            <a:ext cx="1107996" cy="646331"/>
          </a:xfrm>
          <a:prstGeom prst="rect">
            <a:avLst/>
          </a:prstGeom>
          <a:noFill/>
        </p:spPr>
        <p:txBody>
          <a:bodyPr wrap="none" rtlCol="0">
            <a:spAutoFit/>
          </a:bodyPr>
          <a:lstStyle/>
          <a:p>
            <a:r>
              <a:rPr kumimoji="1" lang="ja-JP" altLang="en-US" sz="1800"/>
              <a:t>蓄電池の</a:t>
            </a:r>
            <a:endParaRPr kumimoji="1" lang="en-US" altLang="ja-JP" sz="1800" dirty="0"/>
          </a:p>
          <a:p>
            <a:r>
              <a:rPr kumimoji="1" lang="ja-JP" altLang="en-US" sz="1800"/>
              <a:t>残量</a:t>
            </a:r>
          </a:p>
        </p:txBody>
      </p:sp>
      <p:sp>
        <p:nvSpPr>
          <p:cNvPr id="162" name="テキスト ボックス 161">
            <a:extLst>
              <a:ext uri="{FF2B5EF4-FFF2-40B4-BE49-F238E27FC236}">
                <a16:creationId xmlns:a16="http://schemas.microsoft.com/office/drawing/2014/main" id="{5AF5393A-8480-BC87-6DF9-C20BD6B51FCA}"/>
              </a:ext>
            </a:extLst>
          </p:cNvPr>
          <p:cNvSpPr txBox="1"/>
          <p:nvPr/>
        </p:nvSpPr>
        <p:spPr>
          <a:xfrm>
            <a:off x="127667" y="5420363"/>
            <a:ext cx="708848" cy="338554"/>
          </a:xfrm>
          <a:prstGeom prst="rect">
            <a:avLst/>
          </a:prstGeom>
          <a:noFill/>
        </p:spPr>
        <p:txBody>
          <a:bodyPr wrap="none" rtlCol="0">
            <a:spAutoFit/>
          </a:bodyPr>
          <a:lstStyle/>
          <a:p>
            <a:r>
              <a:rPr lang="en-US" altLang="ja-JP" sz="1600" dirty="0"/>
              <a:t>0kWh</a:t>
            </a:r>
            <a:endParaRPr kumimoji="1" lang="ja-JP" altLang="en-US" sz="1600"/>
          </a:p>
        </p:txBody>
      </p:sp>
      <p:sp>
        <p:nvSpPr>
          <p:cNvPr id="163" name="テキスト ボックス 162">
            <a:extLst>
              <a:ext uri="{FF2B5EF4-FFF2-40B4-BE49-F238E27FC236}">
                <a16:creationId xmlns:a16="http://schemas.microsoft.com/office/drawing/2014/main" id="{9C31A22A-AA2F-25DA-2517-D519CACA3756}"/>
              </a:ext>
            </a:extLst>
          </p:cNvPr>
          <p:cNvSpPr txBox="1"/>
          <p:nvPr/>
        </p:nvSpPr>
        <p:spPr>
          <a:xfrm>
            <a:off x="-20374" y="4634594"/>
            <a:ext cx="880370" cy="338554"/>
          </a:xfrm>
          <a:prstGeom prst="rect">
            <a:avLst/>
          </a:prstGeom>
          <a:noFill/>
        </p:spPr>
        <p:txBody>
          <a:bodyPr wrap="none" rtlCol="0">
            <a:spAutoFit/>
          </a:bodyPr>
          <a:lstStyle/>
          <a:p>
            <a:r>
              <a:rPr lang="en-US" altLang="ja-JP" sz="1600" dirty="0"/>
              <a:t>0.2kWh</a:t>
            </a:r>
            <a:endParaRPr kumimoji="1" lang="ja-JP" altLang="en-US" sz="1600"/>
          </a:p>
        </p:txBody>
      </p:sp>
      <p:sp>
        <p:nvSpPr>
          <p:cNvPr id="167" name="テキスト ボックス 166">
            <a:extLst>
              <a:ext uri="{FF2B5EF4-FFF2-40B4-BE49-F238E27FC236}">
                <a16:creationId xmlns:a16="http://schemas.microsoft.com/office/drawing/2014/main" id="{A036959C-CDB0-CB64-E69F-AD29D8116D35}"/>
              </a:ext>
            </a:extLst>
          </p:cNvPr>
          <p:cNvSpPr txBox="1"/>
          <p:nvPr/>
        </p:nvSpPr>
        <p:spPr>
          <a:xfrm>
            <a:off x="183367" y="2155092"/>
            <a:ext cx="639919" cy="584775"/>
          </a:xfrm>
          <a:prstGeom prst="rect">
            <a:avLst/>
          </a:prstGeom>
          <a:noFill/>
        </p:spPr>
        <p:txBody>
          <a:bodyPr wrap="none" rtlCol="0">
            <a:spAutoFit/>
          </a:bodyPr>
          <a:lstStyle/>
          <a:p>
            <a:r>
              <a:rPr lang="en-US" altLang="ja-JP" sz="1600" dirty="0"/>
              <a:t>2742</a:t>
            </a:r>
          </a:p>
          <a:p>
            <a:r>
              <a:rPr lang="en-US" altLang="ja-JP" sz="1600" dirty="0"/>
              <a:t>kWh</a:t>
            </a:r>
            <a:endParaRPr kumimoji="1" lang="ja-JP" altLang="en-US" sz="1600"/>
          </a:p>
        </p:txBody>
      </p:sp>
      <p:sp>
        <p:nvSpPr>
          <p:cNvPr id="168" name="テキスト ボックス 167">
            <a:extLst>
              <a:ext uri="{FF2B5EF4-FFF2-40B4-BE49-F238E27FC236}">
                <a16:creationId xmlns:a16="http://schemas.microsoft.com/office/drawing/2014/main" id="{465C91B9-1B54-5FBA-74B5-809A374CE0C0}"/>
              </a:ext>
            </a:extLst>
          </p:cNvPr>
          <p:cNvSpPr txBox="1"/>
          <p:nvPr/>
        </p:nvSpPr>
        <p:spPr>
          <a:xfrm>
            <a:off x="88151" y="2926748"/>
            <a:ext cx="811441" cy="584775"/>
          </a:xfrm>
          <a:prstGeom prst="rect">
            <a:avLst/>
          </a:prstGeom>
          <a:noFill/>
        </p:spPr>
        <p:txBody>
          <a:bodyPr wrap="none" rtlCol="0">
            <a:spAutoFit/>
          </a:bodyPr>
          <a:lstStyle/>
          <a:p>
            <a:r>
              <a:rPr lang="en-US" altLang="ja-JP" sz="1600" dirty="0"/>
              <a:t>2741.8</a:t>
            </a:r>
          </a:p>
          <a:p>
            <a:r>
              <a:rPr lang="en-US" altLang="ja-JP" sz="1600" dirty="0"/>
              <a:t>kWh</a:t>
            </a:r>
            <a:endParaRPr kumimoji="1" lang="ja-JP" altLang="en-US" sz="1600"/>
          </a:p>
        </p:txBody>
      </p:sp>
      <p:cxnSp>
        <p:nvCxnSpPr>
          <p:cNvPr id="2" name="直線コネクタ 1">
            <a:extLst>
              <a:ext uri="{FF2B5EF4-FFF2-40B4-BE49-F238E27FC236}">
                <a16:creationId xmlns:a16="http://schemas.microsoft.com/office/drawing/2014/main" id="{C55E2E1B-F79D-9E74-39C7-1C8F460DA3E2}"/>
              </a:ext>
            </a:extLst>
          </p:cNvPr>
          <p:cNvCxnSpPr>
            <a:cxnSpLocks/>
            <a:stCxn id="83" idx="6"/>
          </p:cNvCxnSpPr>
          <p:nvPr/>
        </p:nvCxnSpPr>
        <p:spPr>
          <a:xfrm>
            <a:off x="1163047" y="4018409"/>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7C5A9BB5-1762-EF45-C907-5AE35066F44F}"/>
              </a:ext>
            </a:extLst>
          </p:cNvPr>
          <p:cNvCxnSpPr>
            <a:cxnSpLocks/>
            <a:endCxn id="102" idx="2"/>
          </p:cNvCxnSpPr>
          <p:nvPr/>
        </p:nvCxnSpPr>
        <p:spPr>
          <a:xfrm>
            <a:off x="1191394" y="2463238"/>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9" name="直線コネクタ 28">
            <a:extLst>
              <a:ext uri="{FF2B5EF4-FFF2-40B4-BE49-F238E27FC236}">
                <a16:creationId xmlns:a16="http://schemas.microsoft.com/office/drawing/2014/main" id="{225CCB82-10AD-673C-DB1F-ED781A07C2A1}"/>
              </a:ext>
            </a:extLst>
          </p:cNvPr>
          <p:cNvCxnSpPr>
            <a:cxnSpLocks/>
            <a:endCxn id="120" idx="2"/>
          </p:cNvCxnSpPr>
          <p:nvPr/>
        </p:nvCxnSpPr>
        <p:spPr>
          <a:xfrm flipV="1">
            <a:off x="1183972" y="2447480"/>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64C18977-DB53-FAA6-FAF2-4F86DBDF7362}"/>
              </a:ext>
            </a:extLst>
          </p:cNvPr>
          <p:cNvCxnSpPr>
            <a:cxnSpLocks/>
            <a:stCxn id="101" idx="6"/>
            <a:endCxn id="102" idx="2"/>
          </p:cNvCxnSpPr>
          <p:nvPr/>
        </p:nvCxnSpPr>
        <p:spPr>
          <a:xfrm>
            <a:off x="1163047" y="3244371"/>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B4D00D44-85F0-528F-3967-60B9B112FB29}"/>
              </a:ext>
            </a:extLst>
          </p:cNvPr>
          <p:cNvCxnSpPr>
            <a:cxnSpLocks/>
            <a:stCxn id="83" idx="6"/>
            <a:endCxn id="84" idx="2"/>
          </p:cNvCxnSpPr>
          <p:nvPr/>
        </p:nvCxnSpPr>
        <p:spPr>
          <a:xfrm>
            <a:off x="1163047" y="4018409"/>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64" name="直線コネクタ 63">
            <a:extLst>
              <a:ext uri="{FF2B5EF4-FFF2-40B4-BE49-F238E27FC236}">
                <a16:creationId xmlns:a16="http://schemas.microsoft.com/office/drawing/2014/main" id="{8EE824F6-931B-1530-E263-D01D09B045D0}"/>
              </a:ext>
            </a:extLst>
          </p:cNvPr>
          <p:cNvCxnSpPr>
            <a:cxnSpLocks/>
            <a:stCxn id="83" idx="6"/>
            <a:endCxn id="24" idx="2"/>
          </p:cNvCxnSpPr>
          <p:nvPr/>
        </p:nvCxnSpPr>
        <p:spPr>
          <a:xfrm>
            <a:off x="1163047" y="4018409"/>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76" name="直線コネクタ 75">
            <a:extLst>
              <a:ext uri="{FF2B5EF4-FFF2-40B4-BE49-F238E27FC236}">
                <a16:creationId xmlns:a16="http://schemas.microsoft.com/office/drawing/2014/main" id="{6B8C24D7-BA10-4174-DCC9-E551F678BD36}"/>
              </a:ext>
            </a:extLst>
          </p:cNvPr>
          <p:cNvCxnSpPr>
            <a:cxnSpLocks/>
          </p:cNvCxnSpPr>
          <p:nvPr/>
        </p:nvCxnSpPr>
        <p:spPr>
          <a:xfrm>
            <a:off x="1169511" y="4791562"/>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DC2FC703-7098-2413-BECA-F24133301D03}"/>
              </a:ext>
            </a:extLst>
          </p:cNvPr>
          <p:cNvCxnSpPr>
            <a:cxnSpLocks/>
          </p:cNvCxnSpPr>
          <p:nvPr/>
        </p:nvCxnSpPr>
        <p:spPr>
          <a:xfrm flipV="1">
            <a:off x="1169511" y="4017524"/>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99C9367D-8D0E-B741-C342-3B77C0D556BC}"/>
              </a:ext>
            </a:extLst>
          </p:cNvPr>
          <p:cNvCxnSpPr>
            <a:cxnSpLocks/>
          </p:cNvCxnSpPr>
          <p:nvPr/>
        </p:nvCxnSpPr>
        <p:spPr>
          <a:xfrm>
            <a:off x="1169511" y="4791562"/>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4" name="直線コネクタ 93">
            <a:extLst>
              <a:ext uri="{FF2B5EF4-FFF2-40B4-BE49-F238E27FC236}">
                <a16:creationId xmlns:a16="http://schemas.microsoft.com/office/drawing/2014/main" id="{22A6B0F8-C3D0-A99B-3549-BAE28D2C771C}"/>
              </a:ext>
            </a:extLst>
          </p:cNvPr>
          <p:cNvCxnSpPr>
            <a:cxnSpLocks/>
          </p:cNvCxnSpPr>
          <p:nvPr/>
        </p:nvCxnSpPr>
        <p:spPr>
          <a:xfrm flipV="1">
            <a:off x="1168646" y="3999340"/>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6" name="直線コネクタ 95">
            <a:extLst>
              <a:ext uri="{FF2B5EF4-FFF2-40B4-BE49-F238E27FC236}">
                <a16:creationId xmlns:a16="http://schemas.microsoft.com/office/drawing/2014/main" id="{0C3645D5-AA3E-D053-37DF-8C0938179586}"/>
              </a:ext>
            </a:extLst>
          </p:cNvPr>
          <p:cNvCxnSpPr>
            <a:cxnSpLocks/>
          </p:cNvCxnSpPr>
          <p:nvPr/>
        </p:nvCxnSpPr>
        <p:spPr>
          <a:xfrm flipV="1">
            <a:off x="1168646" y="4796231"/>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8" name="直線コネクタ 97">
            <a:extLst>
              <a:ext uri="{FF2B5EF4-FFF2-40B4-BE49-F238E27FC236}">
                <a16:creationId xmlns:a16="http://schemas.microsoft.com/office/drawing/2014/main" id="{379737EC-55CE-A020-0C70-4F6AC4CB303C}"/>
              </a:ext>
            </a:extLst>
          </p:cNvPr>
          <p:cNvCxnSpPr>
            <a:cxnSpLocks/>
          </p:cNvCxnSpPr>
          <p:nvPr/>
        </p:nvCxnSpPr>
        <p:spPr>
          <a:xfrm>
            <a:off x="1168646" y="5570269"/>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1" name="直線コネクタ 190">
            <a:extLst>
              <a:ext uri="{FF2B5EF4-FFF2-40B4-BE49-F238E27FC236}">
                <a16:creationId xmlns:a16="http://schemas.microsoft.com/office/drawing/2014/main" id="{8E3A1003-7E17-0247-5E28-90DE20C431CD}"/>
              </a:ext>
            </a:extLst>
          </p:cNvPr>
          <p:cNvCxnSpPr>
            <a:cxnSpLocks/>
          </p:cNvCxnSpPr>
          <p:nvPr/>
        </p:nvCxnSpPr>
        <p:spPr>
          <a:xfrm flipV="1">
            <a:off x="4530535" y="2447480"/>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3" name="直線コネクタ 192">
            <a:extLst>
              <a:ext uri="{FF2B5EF4-FFF2-40B4-BE49-F238E27FC236}">
                <a16:creationId xmlns:a16="http://schemas.microsoft.com/office/drawing/2014/main" id="{9C771DF8-D2F7-E9F4-1DED-92308A28D267}"/>
              </a:ext>
            </a:extLst>
          </p:cNvPr>
          <p:cNvCxnSpPr>
            <a:cxnSpLocks/>
          </p:cNvCxnSpPr>
          <p:nvPr/>
        </p:nvCxnSpPr>
        <p:spPr>
          <a:xfrm>
            <a:off x="4522980" y="2451603"/>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5" name="直線コネクタ 194">
            <a:extLst>
              <a:ext uri="{FF2B5EF4-FFF2-40B4-BE49-F238E27FC236}">
                <a16:creationId xmlns:a16="http://schemas.microsoft.com/office/drawing/2014/main" id="{1A39E250-8D07-C2DF-E017-C4CB02F50192}"/>
              </a:ext>
            </a:extLst>
          </p:cNvPr>
          <p:cNvCxnSpPr>
            <a:cxnSpLocks/>
          </p:cNvCxnSpPr>
          <p:nvPr/>
        </p:nvCxnSpPr>
        <p:spPr>
          <a:xfrm>
            <a:off x="4534415" y="246299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9" name="直線コネクタ 198">
            <a:extLst>
              <a:ext uri="{FF2B5EF4-FFF2-40B4-BE49-F238E27FC236}">
                <a16:creationId xmlns:a16="http://schemas.microsoft.com/office/drawing/2014/main" id="{344F5A4B-FABD-AB88-787B-45B6FE883A25}"/>
              </a:ext>
            </a:extLst>
          </p:cNvPr>
          <p:cNvCxnSpPr>
            <a:cxnSpLocks/>
          </p:cNvCxnSpPr>
          <p:nvPr/>
        </p:nvCxnSpPr>
        <p:spPr>
          <a:xfrm>
            <a:off x="1172254" y="2444831"/>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1" name="直線コネクタ 200">
            <a:extLst>
              <a:ext uri="{FF2B5EF4-FFF2-40B4-BE49-F238E27FC236}">
                <a16:creationId xmlns:a16="http://schemas.microsoft.com/office/drawing/2014/main" id="{DC2B6FCB-AB0D-B766-8EEA-8DB7D75738BD}"/>
              </a:ext>
            </a:extLst>
          </p:cNvPr>
          <p:cNvCxnSpPr>
            <a:cxnSpLocks/>
            <a:stCxn id="101" idx="6"/>
          </p:cNvCxnSpPr>
          <p:nvPr/>
        </p:nvCxnSpPr>
        <p:spPr>
          <a:xfrm>
            <a:off x="1163047" y="3244371"/>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6" name="直線コネクタ 205">
            <a:extLst>
              <a:ext uri="{FF2B5EF4-FFF2-40B4-BE49-F238E27FC236}">
                <a16:creationId xmlns:a16="http://schemas.microsoft.com/office/drawing/2014/main" id="{24EB5354-4003-D095-F777-67A05C17B6E2}"/>
              </a:ext>
            </a:extLst>
          </p:cNvPr>
          <p:cNvCxnSpPr>
            <a:cxnSpLocks/>
            <a:stCxn id="83" idx="6"/>
          </p:cNvCxnSpPr>
          <p:nvPr/>
        </p:nvCxnSpPr>
        <p:spPr>
          <a:xfrm flipV="1">
            <a:off x="1163047" y="3558965"/>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9" name="直線コネクタ 208">
            <a:extLst>
              <a:ext uri="{FF2B5EF4-FFF2-40B4-BE49-F238E27FC236}">
                <a16:creationId xmlns:a16="http://schemas.microsoft.com/office/drawing/2014/main" id="{21D250C2-4430-AC62-DB36-15EF7DA35911}"/>
              </a:ext>
            </a:extLst>
          </p:cNvPr>
          <p:cNvCxnSpPr>
            <a:cxnSpLocks/>
            <a:stCxn id="65" idx="6"/>
          </p:cNvCxnSpPr>
          <p:nvPr/>
        </p:nvCxnSpPr>
        <p:spPr>
          <a:xfrm flipV="1">
            <a:off x="1166292" y="3675352"/>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2" name="直線コネクタ 211">
            <a:extLst>
              <a:ext uri="{FF2B5EF4-FFF2-40B4-BE49-F238E27FC236}">
                <a16:creationId xmlns:a16="http://schemas.microsoft.com/office/drawing/2014/main" id="{8FDFC686-DE62-3454-BEC3-88B0FABFB2E1}"/>
              </a:ext>
            </a:extLst>
          </p:cNvPr>
          <p:cNvCxnSpPr>
            <a:cxnSpLocks/>
            <a:stCxn id="21" idx="6"/>
          </p:cNvCxnSpPr>
          <p:nvPr/>
        </p:nvCxnSpPr>
        <p:spPr>
          <a:xfrm flipV="1">
            <a:off x="1163047" y="3788687"/>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5" name="直線コネクタ 214">
            <a:extLst>
              <a:ext uri="{FF2B5EF4-FFF2-40B4-BE49-F238E27FC236}">
                <a16:creationId xmlns:a16="http://schemas.microsoft.com/office/drawing/2014/main" id="{40833FB2-3E43-7386-3B9C-31B9859AE85C}"/>
              </a:ext>
            </a:extLst>
          </p:cNvPr>
          <p:cNvCxnSpPr>
            <a:cxnSpLocks/>
          </p:cNvCxnSpPr>
          <p:nvPr/>
        </p:nvCxnSpPr>
        <p:spPr>
          <a:xfrm>
            <a:off x="2835672" y="4012104"/>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6" name="直線コネクタ 215">
            <a:extLst>
              <a:ext uri="{FF2B5EF4-FFF2-40B4-BE49-F238E27FC236}">
                <a16:creationId xmlns:a16="http://schemas.microsoft.com/office/drawing/2014/main" id="{829A71E8-A3D8-2A3D-AFD3-A87C8CE06919}"/>
              </a:ext>
            </a:extLst>
          </p:cNvPr>
          <p:cNvCxnSpPr>
            <a:cxnSpLocks/>
          </p:cNvCxnSpPr>
          <p:nvPr/>
        </p:nvCxnSpPr>
        <p:spPr>
          <a:xfrm>
            <a:off x="2864019" y="2456933"/>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7" name="直線コネクタ 216">
            <a:extLst>
              <a:ext uri="{FF2B5EF4-FFF2-40B4-BE49-F238E27FC236}">
                <a16:creationId xmlns:a16="http://schemas.microsoft.com/office/drawing/2014/main" id="{301EC00E-29FD-3C66-26DA-3C91BC37F2D1}"/>
              </a:ext>
            </a:extLst>
          </p:cNvPr>
          <p:cNvCxnSpPr>
            <a:cxnSpLocks/>
          </p:cNvCxnSpPr>
          <p:nvPr/>
        </p:nvCxnSpPr>
        <p:spPr>
          <a:xfrm flipV="1">
            <a:off x="2856597" y="2441175"/>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8" name="直線コネクタ 217">
            <a:extLst>
              <a:ext uri="{FF2B5EF4-FFF2-40B4-BE49-F238E27FC236}">
                <a16:creationId xmlns:a16="http://schemas.microsoft.com/office/drawing/2014/main" id="{609CC452-77EF-4154-53D3-9C90C9D29107}"/>
              </a:ext>
            </a:extLst>
          </p:cNvPr>
          <p:cNvCxnSpPr>
            <a:cxnSpLocks/>
          </p:cNvCxnSpPr>
          <p:nvPr/>
        </p:nvCxnSpPr>
        <p:spPr>
          <a:xfrm>
            <a:off x="2835672" y="3238066"/>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9" name="直線コネクタ 218">
            <a:extLst>
              <a:ext uri="{FF2B5EF4-FFF2-40B4-BE49-F238E27FC236}">
                <a16:creationId xmlns:a16="http://schemas.microsoft.com/office/drawing/2014/main" id="{62865C6D-DC3D-89F3-F069-F6052AA11DD3}"/>
              </a:ext>
            </a:extLst>
          </p:cNvPr>
          <p:cNvCxnSpPr>
            <a:cxnSpLocks/>
          </p:cNvCxnSpPr>
          <p:nvPr/>
        </p:nvCxnSpPr>
        <p:spPr>
          <a:xfrm>
            <a:off x="2835672" y="4012104"/>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0" name="直線コネクタ 219">
            <a:extLst>
              <a:ext uri="{FF2B5EF4-FFF2-40B4-BE49-F238E27FC236}">
                <a16:creationId xmlns:a16="http://schemas.microsoft.com/office/drawing/2014/main" id="{360F3DE2-1397-08F4-49CC-523DEEAE3AB9}"/>
              </a:ext>
            </a:extLst>
          </p:cNvPr>
          <p:cNvCxnSpPr>
            <a:cxnSpLocks/>
          </p:cNvCxnSpPr>
          <p:nvPr/>
        </p:nvCxnSpPr>
        <p:spPr>
          <a:xfrm>
            <a:off x="2835672" y="4012104"/>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1" name="直線コネクタ 220">
            <a:extLst>
              <a:ext uri="{FF2B5EF4-FFF2-40B4-BE49-F238E27FC236}">
                <a16:creationId xmlns:a16="http://schemas.microsoft.com/office/drawing/2014/main" id="{9CCFFEFF-A095-E935-493A-37D1F24035F2}"/>
              </a:ext>
            </a:extLst>
          </p:cNvPr>
          <p:cNvCxnSpPr>
            <a:cxnSpLocks/>
          </p:cNvCxnSpPr>
          <p:nvPr/>
        </p:nvCxnSpPr>
        <p:spPr>
          <a:xfrm>
            <a:off x="2842136" y="4785257"/>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2" name="直線コネクタ 221">
            <a:extLst>
              <a:ext uri="{FF2B5EF4-FFF2-40B4-BE49-F238E27FC236}">
                <a16:creationId xmlns:a16="http://schemas.microsoft.com/office/drawing/2014/main" id="{B408A9C3-0007-4F98-EEAE-1A425392220D}"/>
              </a:ext>
            </a:extLst>
          </p:cNvPr>
          <p:cNvCxnSpPr>
            <a:cxnSpLocks/>
          </p:cNvCxnSpPr>
          <p:nvPr/>
        </p:nvCxnSpPr>
        <p:spPr>
          <a:xfrm flipV="1">
            <a:off x="2842136" y="4011219"/>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3" name="直線コネクタ 222">
            <a:extLst>
              <a:ext uri="{FF2B5EF4-FFF2-40B4-BE49-F238E27FC236}">
                <a16:creationId xmlns:a16="http://schemas.microsoft.com/office/drawing/2014/main" id="{C7FD53B7-0598-FCB8-EF1D-C885927F49BD}"/>
              </a:ext>
            </a:extLst>
          </p:cNvPr>
          <p:cNvCxnSpPr>
            <a:cxnSpLocks/>
          </p:cNvCxnSpPr>
          <p:nvPr/>
        </p:nvCxnSpPr>
        <p:spPr>
          <a:xfrm>
            <a:off x="2842136" y="478525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4" name="直線コネクタ 223">
            <a:extLst>
              <a:ext uri="{FF2B5EF4-FFF2-40B4-BE49-F238E27FC236}">
                <a16:creationId xmlns:a16="http://schemas.microsoft.com/office/drawing/2014/main" id="{C031A7C5-9C75-5625-11E4-1A2756A122F3}"/>
              </a:ext>
            </a:extLst>
          </p:cNvPr>
          <p:cNvCxnSpPr>
            <a:cxnSpLocks/>
          </p:cNvCxnSpPr>
          <p:nvPr/>
        </p:nvCxnSpPr>
        <p:spPr>
          <a:xfrm flipV="1">
            <a:off x="2841271" y="3993035"/>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5" name="直線コネクタ 224">
            <a:extLst>
              <a:ext uri="{FF2B5EF4-FFF2-40B4-BE49-F238E27FC236}">
                <a16:creationId xmlns:a16="http://schemas.microsoft.com/office/drawing/2014/main" id="{DD621401-6063-F40E-C2B5-899F7310F0E5}"/>
              </a:ext>
            </a:extLst>
          </p:cNvPr>
          <p:cNvCxnSpPr>
            <a:cxnSpLocks/>
          </p:cNvCxnSpPr>
          <p:nvPr/>
        </p:nvCxnSpPr>
        <p:spPr>
          <a:xfrm flipV="1">
            <a:off x="2841271" y="4789926"/>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6" name="直線コネクタ 225">
            <a:extLst>
              <a:ext uri="{FF2B5EF4-FFF2-40B4-BE49-F238E27FC236}">
                <a16:creationId xmlns:a16="http://schemas.microsoft.com/office/drawing/2014/main" id="{8A32F552-1EF5-DE40-D243-F1A26C660658}"/>
              </a:ext>
            </a:extLst>
          </p:cNvPr>
          <p:cNvCxnSpPr>
            <a:cxnSpLocks/>
          </p:cNvCxnSpPr>
          <p:nvPr/>
        </p:nvCxnSpPr>
        <p:spPr>
          <a:xfrm>
            <a:off x="2841271" y="5563964"/>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7" name="直線コネクタ 226">
            <a:extLst>
              <a:ext uri="{FF2B5EF4-FFF2-40B4-BE49-F238E27FC236}">
                <a16:creationId xmlns:a16="http://schemas.microsoft.com/office/drawing/2014/main" id="{C23076EC-6E9A-BE41-0F30-C852F37C9EF5}"/>
              </a:ext>
            </a:extLst>
          </p:cNvPr>
          <p:cNvCxnSpPr>
            <a:cxnSpLocks/>
          </p:cNvCxnSpPr>
          <p:nvPr/>
        </p:nvCxnSpPr>
        <p:spPr>
          <a:xfrm>
            <a:off x="2844879" y="2438526"/>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8" name="直線コネクタ 227">
            <a:extLst>
              <a:ext uri="{FF2B5EF4-FFF2-40B4-BE49-F238E27FC236}">
                <a16:creationId xmlns:a16="http://schemas.microsoft.com/office/drawing/2014/main" id="{6FDCF801-6631-F8EA-A750-78738056C70F}"/>
              </a:ext>
            </a:extLst>
          </p:cNvPr>
          <p:cNvCxnSpPr>
            <a:cxnSpLocks/>
          </p:cNvCxnSpPr>
          <p:nvPr/>
        </p:nvCxnSpPr>
        <p:spPr>
          <a:xfrm>
            <a:off x="2835672" y="3238066"/>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9" name="直線コネクタ 228">
            <a:extLst>
              <a:ext uri="{FF2B5EF4-FFF2-40B4-BE49-F238E27FC236}">
                <a16:creationId xmlns:a16="http://schemas.microsoft.com/office/drawing/2014/main" id="{3A1D3D85-DD85-3C10-C1D1-7871BA21D6AA}"/>
              </a:ext>
            </a:extLst>
          </p:cNvPr>
          <p:cNvCxnSpPr>
            <a:cxnSpLocks/>
          </p:cNvCxnSpPr>
          <p:nvPr/>
        </p:nvCxnSpPr>
        <p:spPr>
          <a:xfrm flipV="1">
            <a:off x="2835672" y="3552660"/>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0" name="直線コネクタ 229">
            <a:extLst>
              <a:ext uri="{FF2B5EF4-FFF2-40B4-BE49-F238E27FC236}">
                <a16:creationId xmlns:a16="http://schemas.microsoft.com/office/drawing/2014/main" id="{81C51E54-44C3-0A16-2FC7-1344A94DF972}"/>
              </a:ext>
            </a:extLst>
          </p:cNvPr>
          <p:cNvCxnSpPr>
            <a:cxnSpLocks/>
          </p:cNvCxnSpPr>
          <p:nvPr/>
        </p:nvCxnSpPr>
        <p:spPr>
          <a:xfrm flipV="1">
            <a:off x="2838917" y="3669047"/>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1" name="直線コネクタ 230">
            <a:extLst>
              <a:ext uri="{FF2B5EF4-FFF2-40B4-BE49-F238E27FC236}">
                <a16:creationId xmlns:a16="http://schemas.microsoft.com/office/drawing/2014/main" id="{AD8F39FE-52DC-EC4C-BBAD-A17274C5E2B8}"/>
              </a:ext>
            </a:extLst>
          </p:cNvPr>
          <p:cNvCxnSpPr>
            <a:cxnSpLocks/>
          </p:cNvCxnSpPr>
          <p:nvPr/>
        </p:nvCxnSpPr>
        <p:spPr>
          <a:xfrm flipV="1">
            <a:off x="2835672" y="3782382"/>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2" name="直線コネクタ 231">
            <a:extLst>
              <a:ext uri="{FF2B5EF4-FFF2-40B4-BE49-F238E27FC236}">
                <a16:creationId xmlns:a16="http://schemas.microsoft.com/office/drawing/2014/main" id="{7A90DF23-A819-FC3C-4A94-B9468EC5E878}"/>
              </a:ext>
            </a:extLst>
          </p:cNvPr>
          <p:cNvCxnSpPr>
            <a:cxnSpLocks/>
            <a:endCxn id="121" idx="2"/>
          </p:cNvCxnSpPr>
          <p:nvPr/>
        </p:nvCxnSpPr>
        <p:spPr>
          <a:xfrm>
            <a:off x="2825437" y="2438526"/>
            <a:ext cx="1381196" cy="895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4" name="直線コネクタ 233">
            <a:extLst>
              <a:ext uri="{FF2B5EF4-FFF2-40B4-BE49-F238E27FC236}">
                <a16:creationId xmlns:a16="http://schemas.microsoft.com/office/drawing/2014/main" id="{DC343941-5A72-C9FE-8109-4C669770BF5E}"/>
              </a:ext>
            </a:extLst>
          </p:cNvPr>
          <p:cNvCxnSpPr>
            <a:cxnSpLocks/>
          </p:cNvCxnSpPr>
          <p:nvPr/>
        </p:nvCxnSpPr>
        <p:spPr>
          <a:xfrm>
            <a:off x="6229443" y="4032095"/>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5" name="直線コネクタ 234">
            <a:extLst>
              <a:ext uri="{FF2B5EF4-FFF2-40B4-BE49-F238E27FC236}">
                <a16:creationId xmlns:a16="http://schemas.microsoft.com/office/drawing/2014/main" id="{4F3AB2DE-8D1A-083F-6F48-8AB83BA7ED70}"/>
              </a:ext>
            </a:extLst>
          </p:cNvPr>
          <p:cNvCxnSpPr>
            <a:cxnSpLocks/>
          </p:cNvCxnSpPr>
          <p:nvPr/>
        </p:nvCxnSpPr>
        <p:spPr>
          <a:xfrm>
            <a:off x="6257790" y="2476924"/>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6" name="直線コネクタ 235">
            <a:extLst>
              <a:ext uri="{FF2B5EF4-FFF2-40B4-BE49-F238E27FC236}">
                <a16:creationId xmlns:a16="http://schemas.microsoft.com/office/drawing/2014/main" id="{4C762E53-6421-5DC0-9A5F-64AAB1EC0BA5}"/>
              </a:ext>
            </a:extLst>
          </p:cNvPr>
          <p:cNvCxnSpPr>
            <a:cxnSpLocks/>
          </p:cNvCxnSpPr>
          <p:nvPr/>
        </p:nvCxnSpPr>
        <p:spPr>
          <a:xfrm flipV="1">
            <a:off x="6250368" y="2461166"/>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7" name="直線コネクタ 236">
            <a:extLst>
              <a:ext uri="{FF2B5EF4-FFF2-40B4-BE49-F238E27FC236}">
                <a16:creationId xmlns:a16="http://schemas.microsoft.com/office/drawing/2014/main" id="{0B3FB891-5AB8-904D-31FA-3A3132F72129}"/>
              </a:ext>
            </a:extLst>
          </p:cNvPr>
          <p:cNvCxnSpPr>
            <a:cxnSpLocks/>
          </p:cNvCxnSpPr>
          <p:nvPr/>
        </p:nvCxnSpPr>
        <p:spPr>
          <a:xfrm>
            <a:off x="6229443" y="325805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8" name="直線コネクタ 237">
            <a:extLst>
              <a:ext uri="{FF2B5EF4-FFF2-40B4-BE49-F238E27FC236}">
                <a16:creationId xmlns:a16="http://schemas.microsoft.com/office/drawing/2014/main" id="{1B10F415-953F-B04E-3EAE-7D3B34123B86}"/>
              </a:ext>
            </a:extLst>
          </p:cNvPr>
          <p:cNvCxnSpPr>
            <a:cxnSpLocks/>
          </p:cNvCxnSpPr>
          <p:nvPr/>
        </p:nvCxnSpPr>
        <p:spPr>
          <a:xfrm>
            <a:off x="6229443" y="4032095"/>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9" name="直線コネクタ 238">
            <a:extLst>
              <a:ext uri="{FF2B5EF4-FFF2-40B4-BE49-F238E27FC236}">
                <a16:creationId xmlns:a16="http://schemas.microsoft.com/office/drawing/2014/main" id="{AAFFFE9F-D19B-3103-4867-AE51BC9CA0F6}"/>
              </a:ext>
            </a:extLst>
          </p:cNvPr>
          <p:cNvCxnSpPr>
            <a:cxnSpLocks/>
          </p:cNvCxnSpPr>
          <p:nvPr/>
        </p:nvCxnSpPr>
        <p:spPr>
          <a:xfrm>
            <a:off x="6229443" y="4032095"/>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0" name="直線コネクタ 239">
            <a:extLst>
              <a:ext uri="{FF2B5EF4-FFF2-40B4-BE49-F238E27FC236}">
                <a16:creationId xmlns:a16="http://schemas.microsoft.com/office/drawing/2014/main" id="{AB6185C5-1111-B62E-972E-244996A1CC78}"/>
              </a:ext>
            </a:extLst>
          </p:cNvPr>
          <p:cNvCxnSpPr>
            <a:cxnSpLocks/>
          </p:cNvCxnSpPr>
          <p:nvPr/>
        </p:nvCxnSpPr>
        <p:spPr>
          <a:xfrm>
            <a:off x="6235907" y="4805248"/>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1" name="直線コネクタ 240">
            <a:extLst>
              <a:ext uri="{FF2B5EF4-FFF2-40B4-BE49-F238E27FC236}">
                <a16:creationId xmlns:a16="http://schemas.microsoft.com/office/drawing/2014/main" id="{CBC96477-560C-1BA2-0BD3-9F34ADE34703}"/>
              </a:ext>
            </a:extLst>
          </p:cNvPr>
          <p:cNvCxnSpPr>
            <a:cxnSpLocks/>
          </p:cNvCxnSpPr>
          <p:nvPr/>
        </p:nvCxnSpPr>
        <p:spPr>
          <a:xfrm flipV="1">
            <a:off x="6235907" y="4031210"/>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2" name="直線コネクタ 241">
            <a:extLst>
              <a:ext uri="{FF2B5EF4-FFF2-40B4-BE49-F238E27FC236}">
                <a16:creationId xmlns:a16="http://schemas.microsoft.com/office/drawing/2014/main" id="{166D07A6-1814-F653-DEBA-506616330334}"/>
              </a:ext>
            </a:extLst>
          </p:cNvPr>
          <p:cNvCxnSpPr>
            <a:cxnSpLocks/>
          </p:cNvCxnSpPr>
          <p:nvPr/>
        </p:nvCxnSpPr>
        <p:spPr>
          <a:xfrm>
            <a:off x="6235907" y="4805248"/>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3" name="直線コネクタ 242">
            <a:extLst>
              <a:ext uri="{FF2B5EF4-FFF2-40B4-BE49-F238E27FC236}">
                <a16:creationId xmlns:a16="http://schemas.microsoft.com/office/drawing/2014/main" id="{0C103958-2453-BCF2-0C9F-4B2B84B1065C}"/>
              </a:ext>
            </a:extLst>
          </p:cNvPr>
          <p:cNvCxnSpPr>
            <a:cxnSpLocks/>
          </p:cNvCxnSpPr>
          <p:nvPr/>
        </p:nvCxnSpPr>
        <p:spPr>
          <a:xfrm flipV="1">
            <a:off x="6235042" y="4013026"/>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4" name="直線コネクタ 243">
            <a:extLst>
              <a:ext uri="{FF2B5EF4-FFF2-40B4-BE49-F238E27FC236}">
                <a16:creationId xmlns:a16="http://schemas.microsoft.com/office/drawing/2014/main" id="{EFCC5FCB-FFDF-2A78-0CA4-5672FD6FCC58}"/>
              </a:ext>
            </a:extLst>
          </p:cNvPr>
          <p:cNvCxnSpPr>
            <a:cxnSpLocks/>
          </p:cNvCxnSpPr>
          <p:nvPr/>
        </p:nvCxnSpPr>
        <p:spPr>
          <a:xfrm flipV="1">
            <a:off x="6235042" y="4809917"/>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5" name="直線コネクタ 244">
            <a:extLst>
              <a:ext uri="{FF2B5EF4-FFF2-40B4-BE49-F238E27FC236}">
                <a16:creationId xmlns:a16="http://schemas.microsoft.com/office/drawing/2014/main" id="{B5E3FAF2-0B30-AA3C-0A7E-748429354F32}"/>
              </a:ext>
            </a:extLst>
          </p:cNvPr>
          <p:cNvCxnSpPr>
            <a:cxnSpLocks/>
          </p:cNvCxnSpPr>
          <p:nvPr/>
        </p:nvCxnSpPr>
        <p:spPr>
          <a:xfrm>
            <a:off x="6235042" y="5583955"/>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6" name="直線コネクタ 245">
            <a:extLst>
              <a:ext uri="{FF2B5EF4-FFF2-40B4-BE49-F238E27FC236}">
                <a16:creationId xmlns:a16="http://schemas.microsoft.com/office/drawing/2014/main" id="{DC77A170-2479-8116-D0E2-6836EE753807}"/>
              </a:ext>
            </a:extLst>
          </p:cNvPr>
          <p:cNvCxnSpPr>
            <a:cxnSpLocks/>
          </p:cNvCxnSpPr>
          <p:nvPr/>
        </p:nvCxnSpPr>
        <p:spPr>
          <a:xfrm>
            <a:off x="6238650" y="2458517"/>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7" name="直線コネクタ 246">
            <a:extLst>
              <a:ext uri="{FF2B5EF4-FFF2-40B4-BE49-F238E27FC236}">
                <a16:creationId xmlns:a16="http://schemas.microsoft.com/office/drawing/2014/main" id="{11AA8F27-0FE3-263E-0B12-8AA176DE00B4}"/>
              </a:ext>
            </a:extLst>
          </p:cNvPr>
          <p:cNvCxnSpPr>
            <a:cxnSpLocks/>
          </p:cNvCxnSpPr>
          <p:nvPr/>
        </p:nvCxnSpPr>
        <p:spPr>
          <a:xfrm>
            <a:off x="6229443" y="3258057"/>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8" name="直線コネクタ 247">
            <a:extLst>
              <a:ext uri="{FF2B5EF4-FFF2-40B4-BE49-F238E27FC236}">
                <a16:creationId xmlns:a16="http://schemas.microsoft.com/office/drawing/2014/main" id="{C3DB9E10-B9C4-2F87-73D4-A81A95FD74E0}"/>
              </a:ext>
            </a:extLst>
          </p:cNvPr>
          <p:cNvCxnSpPr>
            <a:cxnSpLocks/>
          </p:cNvCxnSpPr>
          <p:nvPr/>
        </p:nvCxnSpPr>
        <p:spPr>
          <a:xfrm flipV="1">
            <a:off x="6229443" y="3572651"/>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9" name="直線コネクタ 248">
            <a:extLst>
              <a:ext uri="{FF2B5EF4-FFF2-40B4-BE49-F238E27FC236}">
                <a16:creationId xmlns:a16="http://schemas.microsoft.com/office/drawing/2014/main" id="{3AA0EB1D-B145-A699-A303-85ED8D870B38}"/>
              </a:ext>
            </a:extLst>
          </p:cNvPr>
          <p:cNvCxnSpPr>
            <a:cxnSpLocks/>
          </p:cNvCxnSpPr>
          <p:nvPr/>
        </p:nvCxnSpPr>
        <p:spPr>
          <a:xfrm flipV="1">
            <a:off x="6232688" y="3689038"/>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0" name="直線コネクタ 249">
            <a:extLst>
              <a:ext uri="{FF2B5EF4-FFF2-40B4-BE49-F238E27FC236}">
                <a16:creationId xmlns:a16="http://schemas.microsoft.com/office/drawing/2014/main" id="{3D2AB864-F03C-FDE3-D35D-6B3FB8B278D7}"/>
              </a:ext>
            </a:extLst>
          </p:cNvPr>
          <p:cNvCxnSpPr>
            <a:cxnSpLocks/>
          </p:cNvCxnSpPr>
          <p:nvPr/>
        </p:nvCxnSpPr>
        <p:spPr>
          <a:xfrm flipV="1">
            <a:off x="6229443" y="3802373"/>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1" name="直線コネクタ 250">
            <a:extLst>
              <a:ext uri="{FF2B5EF4-FFF2-40B4-BE49-F238E27FC236}">
                <a16:creationId xmlns:a16="http://schemas.microsoft.com/office/drawing/2014/main" id="{5216363A-0C5F-40AC-B4B8-E373D7BE0173}"/>
              </a:ext>
            </a:extLst>
          </p:cNvPr>
          <p:cNvCxnSpPr>
            <a:cxnSpLocks/>
          </p:cNvCxnSpPr>
          <p:nvPr/>
        </p:nvCxnSpPr>
        <p:spPr>
          <a:xfrm>
            <a:off x="6219208" y="2458517"/>
            <a:ext cx="1381196" cy="895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2" name="直線コネクタ 251">
            <a:extLst>
              <a:ext uri="{FF2B5EF4-FFF2-40B4-BE49-F238E27FC236}">
                <a16:creationId xmlns:a16="http://schemas.microsoft.com/office/drawing/2014/main" id="{C4058955-3B69-6BBB-D8B4-08EBEB86B6F0}"/>
              </a:ext>
            </a:extLst>
          </p:cNvPr>
          <p:cNvCxnSpPr>
            <a:cxnSpLocks/>
            <a:stCxn id="121" idx="2"/>
          </p:cNvCxnSpPr>
          <p:nvPr/>
        </p:nvCxnSpPr>
        <p:spPr>
          <a:xfrm flipH="1">
            <a:off x="2882650" y="2447480"/>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5" name="直線コネクタ 254">
            <a:extLst>
              <a:ext uri="{FF2B5EF4-FFF2-40B4-BE49-F238E27FC236}">
                <a16:creationId xmlns:a16="http://schemas.microsoft.com/office/drawing/2014/main" id="{97BC05BA-3388-19AA-EC23-EA672388BB0A}"/>
              </a:ext>
            </a:extLst>
          </p:cNvPr>
          <p:cNvCxnSpPr>
            <a:cxnSpLocks/>
            <a:stCxn id="103" idx="2"/>
          </p:cNvCxnSpPr>
          <p:nvPr/>
        </p:nvCxnSpPr>
        <p:spPr>
          <a:xfrm flipH="1">
            <a:off x="2898861" y="3244371"/>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8" name="直線コネクタ 257">
            <a:extLst>
              <a:ext uri="{FF2B5EF4-FFF2-40B4-BE49-F238E27FC236}">
                <a16:creationId xmlns:a16="http://schemas.microsoft.com/office/drawing/2014/main" id="{8C7281CF-2A22-BA20-B628-0D2D1473DFAD}"/>
              </a:ext>
            </a:extLst>
          </p:cNvPr>
          <p:cNvCxnSpPr>
            <a:cxnSpLocks/>
            <a:stCxn id="85" idx="2"/>
          </p:cNvCxnSpPr>
          <p:nvPr/>
        </p:nvCxnSpPr>
        <p:spPr>
          <a:xfrm flipH="1" flipV="1">
            <a:off x="2905198" y="3579483"/>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63" name="直線コネクタ 262">
            <a:extLst>
              <a:ext uri="{FF2B5EF4-FFF2-40B4-BE49-F238E27FC236}">
                <a16:creationId xmlns:a16="http://schemas.microsoft.com/office/drawing/2014/main" id="{2904CE05-B813-4D01-615B-0D887C8D8F12}"/>
              </a:ext>
            </a:extLst>
          </p:cNvPr>
          <p:cNvCxnSpPr>
            <a:cxnSpLocks/>
            <a:endCxn id="67" idx="2"/>
          </p:cNvCxnSpPr>
          <p:nvPr/>
        </p:nvCxnSpPr>
        <p:spPr>
          <a:xfrm>
            <a:off x="2898861" y="3683297"/>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69" name="直線コネクタ 268">
            <a:extLst>
              <a:ext uri="{FF2B5EF4-FFF2-40B4-BE49-F238E27FC236}">
                <a16:creationId xmlns:a16="http://schemas.microsoft.com/office/drawing/2014/main" id="{712F1EF4-79FF-3680-473C-1B9799A8F7BD}"/>
              </a:ext>
            </a:extLst>
          </p:cNvPr>
          <p:cNvCxnSpPr>
            <a:cxnSpLocks/>
            <a:stCxn id="25" idx="2"/>
          </p:cNvCxnSpPr>
          <p:nvPr/>
        </p:nvCxnSpPr>
        <p:spPr>
          <a:xfrm flipH="1" flipV="1">
            <a:off x="2888501" y="3798946"/>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2" name="直線コネクタ 271">
            <a:extLst>
              <a:ext uri="{FF2B5EF4-FFF2-40B4-BE49-F238E27FC236}">
                <a16:creationId xmlns:a16="http://schemas.microsoft.com/office/drawing/2014/main" id="{1FB7D274-95F0-A4BE-D778-6417DDECA841}"/>
              </a:ext>
            </a:extLst>
          </p:cNvPr>
          <p:cNvCxnSpPr>
            <a:cxnSpLocks/>
          </p:cNvCxnSpPr>
          <p:nvPr/>
        </p:nvCxnSpPr>
        <p:spPr>
          <a:xfrm flipH="1">
            <a:off x="1206249" y="2449344"/>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3" name="直線コネクタ 272">
            <a:extLst>
              <a:ext uri="{FF2B5EF4-FFF2-40B4-BE49-F238E27FC236}">
                <a16:creationId xmlns:a16="http://schemas.microsoft.com/office/drawing/2014/main" id="{A6B957E1-5496-A2A5-AEF4-1F9EA94E4FA9}"/>
              </a:ext>
            </a:extLst>
          </p:cNvPr>
          <p:cNvCxnSpPr>
            <a:cxnSpLocks/>
          </p:cNvCxnSpPr>
          <p:nvPr/>
        </p:nvCxnSpPr>
        <p:spPr>
          <a:xfrm flipH="1">
            <a:off x="1222460" y="3246235"/>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4" name="直線コネクタ 273">
            <a:extLst>
              <a:ext uri="{FF2B5EF4-FFF2-40B4-BE49-F238E27FC236}">
                <a16:creationId xmlns:a16="http://schemas.microsoft.com/office/drawing/2014/main" id="{F03EA6DE-1B7F-C2EE-6941-E28B236B2F56}"/>
              </a:ext>
            </a:extLst>
          </p:cNvPr>
          <p:cNvCxnSpPr>
            <a:cxnSpLocks/>
          </p:cNvCxnSpPr>
          <p:nvPr/>
        </p:nvCxnSpPr>
        <p:spPr>
          <a:xfrm flipH="1" flipV="1">
            <a:off x="1228797" y="3581347"/>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5" name="直線コネクタ 274">
            <a:extLst>
              <a:ext uri="{FF2B5EF4-FFF2-40B4-BE49-F238E27FC236}">
                <a16:creationId xmlns:a16="http://schemas.microsoft.com/office/drawing/2014/main" id="{79E81ECE-9EE7-09AC-BE10-E3A08642E637}"/>
              </a:ext>
            </a:extLst>
          </p:cNvPr>
          <p:cNvCxnSpPr>
            <a:cxnSpLocks/>
          </p:cNvCxnSpPr>
          <p:nvPr/>
        </p:nvCxnSpPr>
        <p:spPr>
          <a:xfrm>
            <a:off x="1222460" y="3685161"/>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6" name="直線コネクタ 275">
            <a:extLst>
              <a:ext uri="{FF2B5EF4-FFF2-40B4-BE49-F238E27FC236}">
                <a16:creationId xmlns:a16="http://schemas.microsoft.com/office/drawing/2014/main" id="{187111E3-3062-62E8-45B7-E64029397D0C}"/>
              </a:ext>
            </a:extLst>
          </p:cNvPr>
          <p:cNvCxnSpPr>
            <a:cxnSpLocks/>
          </p:cNvCxnSpPr>
          <p:nvPr/>
        </p:nvCxnSpPr>
        <p:spPr>
          <a:xfrm flipH="1" flipV="1">
            <a:off x="1212100" y="3800810"/>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7" name="直線コネクタ 276">
            <a:extLst>
              <a:ext uri="{FF2B5EF4-FFF2-40B4-BE49-F238E27FC236}">
                <a16:creationId xmlns:a16="http://schemas.microsoft.com/office/drawing/2014/main" id="{23EDBF1C-E2F7-9F6F-45CD-45CAF37E0500}"/>
              </a:ext>
            </a:extLst>
          </p:cNvPr>
          <p:cNvCxnSpPr>
            <a:cxnSpLocks/>
          </p:cNvCxnSpPr>
          <p:nvPr/>
        </p:nvCxnSpPr>
        <p:spPr>
          <a:xfrm flipH="1">
            <a:off x="6249733" y="2485234"/>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8" name="直線コネクタ 277">
            <a:extLst>
              <a:ext uri="{FF2B5EF4-FFF2-40B4-BE49-F238E27FC236}">
                <a16:creationId xmlns:a16="http://schemas.microsoft.com/office/drawing/2014/main" id="{4B041EBC-763F-D4F2-718E-B23661679135}"/>
              </a:ext>
            </a:extLst>
          </p:cNvPr>
          <p:cNvCxnSpPr>
            <a:cxnSpLocks/>
          </p:cNvCxnSpPr>
          <p:nvPr/>
        </p:nvCxnSpPr>
        <p:spPr>
          <a:xfrm flipH="1">
            <a:off x="6265944" y="3282125"/>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9" name="直線コネクタ 278">
            <a:extLst>
              <a:ext uri="{FF2B5EF4-FFF2-40B4-BE49-F238E27FC236}">
                <a16:creationId xmlns:a16="http://schemas.microsoft.com/office/drawing/2014/main" id="{F5E685C1-371D-FD94-9F69-1645AE641009}"/>
              </a:ext>
            </a:extLst>
          </p:cNvPr>
          <p:cNvCxnSpPr>
            <a:cxnSpLocks/>
          </p:cNvCxnSpPr>
          <p:nvPr/>
        </p:nvCxnSpPr>
        <p:spPr>
          <a:xfrm flipH="1" flipV="1">
            <a:off x="6272281" y="3617237"/>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0" name="直線コネクタ 279">
            <a:extLst>
              <a:ext uri="{FF2B5EF4-FFF2-40B4-BE49-F238E27FC236}">
                <a16:creationId xmlns:a16="http://schemas.microsoft.com/office/drawing/2014/main" id="{98D6027C-231C-1633-8071-0836604A7B41}"/>
              </a:ext>
            </a:extLst>
          </p:cNvPr>
          <p:cNvCxnSpPr>
            <a:cxnSpLocks/>
          </p:cNvCxnSpPr>
          <p:nvPr/>
        </p:nvCxnSpPr>
        <p:spPr>
          <a:xfrm>
            <a:off x="6265944" y="3721051"/>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1" name="直線コネクタ 280">
            <a:extLst>
              <a:ext uri="{FF2B5EF4-FFF2-40B4-BE49-F238E27FC236}">
                <a16:creationId xmlns:a16="http://schemas.microsoft.com/office/drawing/2014/main" id="{EE83CB53-AFBE-077A-D746-8B6338CD4DCE}"/>
              </a:ext>
            </a:extLst>
          </p:cNvPr>
          <p:cNvCxnSpPr>
            <a:cxnSpLocks/>
          </p:cNvCxnSpPr>
          <p:nvPr/>
        </p:nvCxnSpPr>
        <p:spPr>
          <a:xfrm flipH="1" flipV="1">
            <a:off x="6255584" y="3836700"/>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2" name="直線コネクタ 281">
            <a:extLst>
              <a:ext uri="{FF2B5EF4-FFF2-40B4-BE49-F238E27FC236}">
                <a16:creationId xmlns:a16="http://schemas.microsoft.com/office/drawing/2014/main" id="{9F623417-3B4C-7DFE-CF28-F69196EF299E}"/>
              </a:ext>
            </a:extLst>
          </p:cNvPr>
          <p:cNvCxnSpPr>
            <a:cxnSpLocks/>
          </p:cNvCxnSpPr>
          <p:nvPr/>
        </p:nvCxnSpPr>
        <p:spPr>
          <a:xfrm flipV="1">
            <a:off x="4527989" y="3240248"/>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3" name="直線コネクタ 282">
            <a:extLst>
              <a:ext uri="{FF2B5EF4-FFF2-40B4-BE49-F238E27FC236}">
                <a16:creationId xmlns:a16="http://schemas.microsoft.com/office/drawing/2014/main" id="{7A6A6799-68B9-2613-7391-7313012E72BC}"/>
              </a:ext>
            </a:extLst>
          </p:cNvPr>
          <p:cNvCxnSpPr>
            <a:cxnSpLocks/>
          </p:cNvCxnSpPr>
          <p:nvPr/>
        </p:nvCxnSpPr>
        <p:spPr>
          <a:xfrm>
            <a:off x="4520434" y="3244371"/>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4" name="直線コネクタ 283">
            <a:extLst>
              <a:ext uri="{FF2B5EF4-FFF2-40B4-BE49-F238E27FC236}">
                <a16:creationId xmlns:a16="http://schemas.microsoft.com/office/drawing/2014/main" id="{841DF851-3529-9ECE-3931-561331A8BE64}"/>
              </a:ext>
            </a:extLst>
          </p:cNvPr>
          <p:cNvCxnSpPr>
            <a:cxnSpLocks/>
          </p:cNvCxnSpPr>
          <p:nvPr/>
        </p:nvCxnSpPr>
        <p:spPr>
          <a:xfrm>
            <a:off x="4531869" y="3255762"/>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8" name="直線コネクタ 287">
            <a:extLst>
              <a:ext uri="{FF2B5EF4-FFF2-40B4-BE49-F238E27FC236}">
                <a16:creationId xmlns:a16="http://schemas.microsoft.com/office/drawing/2014/main" id="{68BA5A2C-8A92-F98C-3631-C49E1FC1F8D2}"/>
              </a:ext>
            </a:extLst>
          </p:cNvPr>
          <p:cNvCxnSpPr>
            <a:cxnSpLocks/>
          </p:cNvCxnSpPr>
          <p:nvPr/>
        </p:nvCxnSpPr>
        <p:spPr>
          <a:xfrm flipV="1">
            <a:off x="4535390" y="4790985"/>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9" name="直線コネクタ 288">
            <a:extLst>
              <a:ext uri="{FF2B5EF4-FFF2-40B4-BE49-F238E27FC236}">
                <a16:creationId xmlns:a16="http://schemas.microsoft.com/office/drawing/2014/main" id="{A94981C3-5866-B022-7D13-59011E6996AF}"/>
              </a:ext>
            </a:extLst>
          </p:cNvPr>
          <p:cNvCxnSpPr>
            <a:cxnSpLocks/>
          </p:cNvCxnSpPr>
          <p:nvPr/>
        </p:nvCxnSpPr>
        <p:spPr>
          <a:xfrm>
            <a:off x="4527835" y="479510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91" name="直線コネクタ 290">
            <a:extLst>
              <a:ext uri="{FF2B5EF4-FFF2-40B4-BE49-F238E27FC236}">
                <a16:creationId xmlns:a16="http://schemas.microsoft.com/office/drawing/2014/main" id="{10EB9B9B-0491-F0FC-A7D0-31F27A43468F}"/>
              </a:ext>
            </a:extLst>
          </p:cNvPr>
          <p:cNvCxnSpPr>
            <a:cxnSpLocks/>
          </p:cNvCxnSpPr>
          <p:nvPr/>
        </p:nvCxnSpPr>
        <p:spPr>
          <a:xfrm flipV="1">
            <a:off x="4527835" y="5581391"/>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6" name="直線コネクタ 305">
            <a:extLst>
              <a:ext uri="{FF2B5EF4-FFF2-40B4-BE49-F238E27FC236}">
                <a16:creationId xmlns:a16="http://schemas.microsoft.com/office/drawing/2014/main" id="{502BEA02-A7E0-52B5-98C2-C785FC2D7D57}"/>
              </a:ext>
            </a:extLst>
          </p:cNvPr>
          <p:cNvCxnSpPr>
            <a:cxnSpLocks/>
          </p:cNvCxnSpPr>
          <p:nvPr/>
        </p:nvCxnSpPr>
        <p:spPr>
          <a:xfrm flipV="1">
            <a:off x="4522532" y="5464349"/>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7" name="直線コネクタ 306">
            <a:extLst>
              <a:ext uri="{FF2B5EF4-FFF2-40B4-BE49-F238E27FC236}">
                <a16:creationId xmlns:a16="http://schemas.microsoft.com/office/drawing/2014/main" id="{B9F1A21E-9380-6519-71E9-19A2731A9811}"/>
              </a:ext>
            </a:extLst>
          </p:cNvPr>
          <p:cNvCxnSpPr>
            <a:cxnSpLocks/>
          </p:cNvCxnSpPr>
          <p:nvPr/>
        </p:nvCxnSpPr>
        <p:spPr>
          <a:xfrm flipV="1">
            <a:off x="4509485" y="5341595"/>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8" name="直線コネクタ 307">
            <a:extLst>
              <a:ext uri="{FF2B5EF4-FFF2-40B4-BE49-F238E27FC236}">
                <a16:creationId xmlns:a16="http://schemas.microsoft.com/office/drawing/2014/main" id="{A357552F-26C3-78BF-7BE6-2D026BAAF388}"/>
              </a:ext>
            </a:extLst>
          </p:cNvPr>
          <p:cNvCxnSpPr>
            <a:cxnSpLocks/>
          </p:cNvCxnSpPr>
          <p:nvPr/>
        </p:nvCxnSpPr>
        <p:spPr>
          <a:xfrm flipV="1">
            <a:off x="4530637" y="4687998"/>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9" name="直線コネクタ 308">
            <a:extLst>
              <a:ext uri="{FF2B5EF4-FFF2-40B4-BE49-F238E27FC236}">
                <a16:creationId xmlns:a16="http://schemas.microsoft.com/office/drawing/2014/main" id="{135CD58E-ACB7-FD17-B3AF-F109C7D807FF}"/>
              </a:ext>
            </a:extLst>
          </p:cNvPr>
          <p:cNvCxnSpPr>
            <a:cxnSpLocks/>
          </p:cNvCxnSpPr>
          <p:nvPr/>
        </p:nvCxnSpPr>
        <p:spPr>
          <a:xfrm flipV="1">
            <a:off x="4517590" y="4565244"/>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nvGrpSpPr>
          <p:cNvPr id="315" name="グループ化 314">
            <a:extLst>
              <a:ext uri="{FF2B5EF4-FFF2-40B4-BE49-F238E27FC236}">
                <a16:creationId xmlns:a16="http://schemas.microsoft.com/office/drawing/2014/main" id="{179AC669-3ED0-9DE3-FE59-A35C277D783A}"/>
              </a:ext>
            </a:extLst>
          </p:cNvPr>
          <p:cNvGrpSpPr/>
          <p:nvPr/>
        </p:nvGrpSpPr>
        <p:grpSpPr>
          <a:xfrm>
            <a:off x="4527486" y="3796253"/>
            <a:ext cx="482573" cy="468207"/>
            <a:chOff x="4527486" y="3796253"/>
            <a:chExt cx="482573" cy="468207"/>
          </a:xfrm>
        </p:grpSpPr>
        <p:cxnSp>
          <p:nvCxnSpPr>
            <p:cNvPr id="285" name="直線コネクタ 284">
              <a:extLst>
                <a:ext uri="{FF2B5EF4-FFF2-40B4-BE49-F238E27FC236}">
                  <a16:creationId xmlns:a16="http://schemas.microsoft.com/office/drawing/2014/main" id="{2339B217-4B9D-6CBA-7D03-B224636B16BD}"/>
                </a:ext>
              </a:extLst>
            </p:cNvPr>
            <p:cNvCxnSpPr>
              <a:cxnSpLocks/>
            </p:cNvCxnSpPr>
            <p:nvPr/>
          </p:nvCxnSpPr>
          <p:spPr>
            <a:xfrm flipV="1">
              <a:off x="4536546" y="4015742"/>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6" name="直線コネクタ 285">
              <a:extLst>
                <a:ext uri="{FF2B5EF4-FFF2-40B4-BE49-F238E27FC236}">
                  <a16:creationId xmlns:a16="http://schemas.microsoft.com/office/drawing/2014/main" id="{3C4AC7A2-B586-F8A3-C34C-0E017B743B28}"/>
                </a:ext>
              </a:extLst>
            </p:cNvPr>
            <p:cNvCxnSpPr>
              <a:cxnSpLocks/>
            </p:cNvCxnSpPr>
            <p:nvPr/>
          </p:nvCxnSpPr>
          <p:spPr>
            <a:xfrm>
              <a:off x="4528991" y="4019865"/>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7" name="直線コネクタ 286">
              <a:extLst>
                <a:ext uri="{FF2B5EF4-FFF2-40B4-BE49-F238E27FC236}">
                  <a16:creationId xmlns:a16="http://schemas.microsoft.com/office/drawing/2014/main" id="{4F531D49-8BD6-D941-6E8B-B020208375D9}"/>
                </a:ext>
              </a:extLst>
            </p:cNvPr>
            <p:cNvCxnSpPr>
              <a:cxnSpLocks/>
            </p:cNvCxnSpPr>
            <p:nvPr/>
          </p:nvCxnSpPr>
          <p:spPr>
            <a:xfrm>
              <a:off x="4540426" y="4031256"/>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0" name="直線コネクタ 309">
              <a:extLst>
                <a:ext uri="{FF2B5EF4-FFF2-40B4-BE49-F238E27FC236}">
                  <a16:creationId xmlns:a16="http://schemas.microsoft.com/office/drawing/2014/main" id="{A4FFEC9A-B67A-A106-5945-87E60280B96A}"/>
                </a:ext>
              </a:extLst>
            </p:cNvPr>
            <p:cNvCxnSpPr>
              <a:cxnSpLocks/>
            </p:cNvCxnSpPr>
            <p:nvPr/>
          </p:nvCxnSpPr>
          <p:spPr>
            <a:xfrm flipV="1">
              <a:off x="4540533" y="3919007"/>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1" name="直線コネクタ 310">
              <a:extLst>
                <a:ext uri="{FF2B5EF4-FFF2-40B4-BE49-F238E27FC236}">
                  <a16:creationId xmlns:a16="http://schemas.microsoft.com/office/drawing/2014/main" id="{D158E32B-2C13-6E39-1166-2F8DE3CA91C6}"/>
                </a:ext>
              </a:extLst>
            </p:cNvPr>
            <p:cNvCxnSpPr>
              <a:cxnSpLocks/>
            </p:cNvCxnSpPr>
            <p:nvPr/>
          </p:nvCxnSpPr>
          <p:spPr>
            <a:xfrm flipV="1">
              <a:off x="4527486" y="3796253"/>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cxnSp>
        <p:nvCxnSpPr>
          <p:cNvPr id="312" name="直線コネクタ 311">
            <a:extLst>
              <a:ext uri="{FF2B5EF4-FFF2-40B4-BE49-F238E27FC236}">
                <a16:creationId xmlns:a16="http://schemas.microsoft.com/office/drawing/2014/main" id="{DF49A140-7F3C-5458-852A-CC6CCDDF7C9D}"/>
              </a:ext>
            </a:extLst>
          </p:cNvPr>
          <p:cNvCxnSpPr>
            <a:cxnSpLocks/>
            <a:stCxn id="103" idx="6"/>
          </p:cNvCxnSpPr>
          <p:nvPr/>
        </p:nvCxnSpPr>
        <p:spPr>
          <a:xfrm flipV="1">
            <a:off x="4518126" y="3151782"/>
            <a:ext cx="463418" cy="9258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7" name="直線コネクタ 316">
            <a:extLst>
              <a:ext uri="{FF2B5EF4-FFF2-40B4-BE49-F238E27FC236}">
                <a16:creationId xmlns:a16="http://schemas.microsoft.com/office/drawing/2014/main" id="{B4DAC1FD-DE50-ED8F-913C-86A940879104}"/>
              </a:ext>
            </a:extLst>
          </p:cNvPr>
          <p:cNvCxnSpPr>
            <a:cxnSpLocks/>
          </p:cNvCxnSpPr>
          <p:nvPr/>
        </p:nvCxnSpPr>
        <p:spPr>
          <a:xfrm rot="10800000" flipV="1">
            <a:off x="5397914" y="4036722"/>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8" name="直線コネクタ 317">
            <a:extLst>
              <a:ext uri="{FF2B5EF4-FFF2-40B4-BE49-F238E27FC236}">
                <a16:creationId xmlns:a16="http://schemas.microsoft.com/office/drawing/2014/main" id="{B3104478-4042-870F-D2FC-6CF2C50A18BC}"/>
              </a:ext>
            </a:extLst>
          </p:cNvPr>
          <p:cNvCxnSpPr>
            <a:cxnSpLocks/>
          </p:cNvCxnSpPr>
          <p:nvPr/>
        </p:nvCxnSpPr>
        <p:spPr>
          <a:xfrm rot="10800000">
            <a:off x="5432418" y="3919007"/>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9" name="直線コネクタ 318">
            <a:extLst>
              <a:ext uri="{FF2B5EF4-FFF2-40B4-BE49-F238E27FC236}">
                <a16:creationId xmlns:a16="http://schemas.microsoft.com/office/drawing/2014/main" id="{219201E8-2697-5076-D309-67B013FA2829}"/>
              </a:ext>
            </a:extLst>
          </p:cNvPr>
          <p:cNvCxnSpPr>
            <a:cxnSpLocks/>
          </p:cNvCxnSpPr>
          <p:nvPr/>
        </p:nvCxnSpPr>
        <p:spPr>
          <a:xfrm rot="10800000">
            <a:off x="5432418" y="3796253"/>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0" name="直線コネクタ 319">
            <a:extLst>
              <a:ext uri="{FF2B5EF4-FFF2-40B4-BE49-F238E27FC236}">
                <a16:creationId xmlns:a16="http://schemas.microsoft.com/office/drawing/2014/main" id="{2DAD7F2A-0605-553E-20A4-457B6994FBE5}"/>
              </a:ext>
            </a:extLst>
          </p:cNvPr>
          <p:cNvCxnSpPr>
            <a:cxnSpLocks/>
          </p:cNvCxnSpPr>
          <p:nvPr/>
        </p:nvCxnSpPr>
        <p:spPr>
          <a:xfrm rot="10800000" flipV="1">
            <a:off x="5426276" y="4019184"/>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1" name="直線コネクタ 320">
            <a:extLst>
              <a:ext uri="{FF2B5EF4-FFF2-40B4-BE49-F238E27FC236}">
                <a16:creationId xmlns:a16="http://schemas.microsoft.com/office/drawing/2014/main" id="{7670BB25-67C6-74DC-E612-9F7C0B0D25CB}"/>
              </a:ext>
            </a:extLst>
          </p:cNvPr>
          <p:cNvCxnSpPr>
            <a:cxnSpLocks/>
          </p:cNvCxnSpPr>
          <p:nvPr/>
        </p:nvCxnSpPr>
        <p:spPr>
          <a:xfrm rot="10800000" flipV="1">
            <a:off x="5421222" y="4025446"/>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2" name="直線コネクタ 321">
            <a:extLst>
              <a:ext uri="{FF2B5EF4-FFF2-40B4-BE49-F238E27FC236}">
                <a16:creationId xmlns:a16="http://schemas.microsoft.com/office/drawing/2014/main" id="{7E3152AC-00EF-B2E2-2EC9-0932DAD5F2A7}"/>
              </a:ext>
            </a:extLst>
          </p:cNvPr>
          <p:cNvCxnSpPr>
            <a:cxnSpLocks/>
          </p:cNvCxnSpPr>
          <p:nvPr/>
        </p:nvCxnSpPr>
        <p:spPr>
          <a:xfrm rot="10800000" flipV="1">
            <a:off x="5401134" y="4805713"/>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3" name="直線コネクタ 322">
            <a:extLst>
              <a:ext uri="{FF2B5EF4-FFF2-40B4-BE49-F238E27FC236}">
                <a16:creationId xmlns:a16="http://schemas.microsoft.com/office/drawing/2014/main" id="{D21B47FA-53EB-CD73-B247-525E74D9C315}"/>
              </a:ext>
            </a:extLst>
          </p:cNvPr>
          <p:cNvCxnSpPr>
            <a:cxnSpLocks/>
          </p:cNvCxnSpPr>
          <p:nvPr/>
        </p:nvCxnSpPr>
        <p:spPr>
          <a:xfrm rot="10800000">
            <a:off x="5435638" y="468799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4" name="直線コネクタ 323">
            <a:extLst>
              <a:ext uri="{FF2B5EF4-FFF2-40B4-BE49-F238E27FC236}">
                <a16:creationId xmlns:a16="http://schemas.microsoft.com/office/drawing/2014/main" id="{2B820D64-CC27-24BC-8C94-E836204453AA}"/>
              </a:ext>
            </a:extLst>
          </p:cNvPr>
          <p:cNvCxnSpPr>
            <a:cxnSpLocks/>
          </p:cNvCxnSpPr>
          <p:nvPr/>
        </p:nvCxnSpPr>
        <p:spPr>
          <a:xfrm rot="10800000">
            <a:off x="5435638" y="456524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5" name="直線コネクタ 324">
            <a:extLst>
              <a:ext uri="{FF2B5EF4-FFF2-40B4-BE49-F238E27FC236}">
                <a16:creationId xmlns:a16="http://schemas.microsoft.com/office/drawing/2014/main" id="{8C3EA039-2235-A65F-AD37-D4AD8ED2A9B5}"/>
              </a:ext>
            </a:extLst>
          </p:cNvPr>
          <p:cNvCxnSpPr>
            <a:cxnSpLocks/>
          </p:cNvCxnSpPr>
          <p:nvPr/>
        </p:nvCxnSpPr>
        <p:spPr>
          <a:xfrm rot="10800000" flipV="1">
            <a:off x="5429496" y="4788175"/>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7" name="直線コネクタ 326">
            <a:extLst>
              <a:ext uri="{FF2B5EF4-FFF2-40B4-BE49-F238E27FC236}">
                <a16:creationId xmlns:a16="http://schemas.microsoft.com/office/drawing/2014/main" id="{7E34B9B2-81B9-173D-0BC8-6F8ECE62C864}"/>
              </a:ext>
            </a:extLst>
          </p:cNvPr>
          <p:cNvCxnSpPr>
            <a:cxnSpLocks/>
          </p:cNvCxnSpPr>
          <p:nvPr/>
        </p:nvCxnSpPr>
        <p:spPr>
          <a:xfrm rot="10800000" flipV="1">
            <a:off x="5393990" y="5579333"/>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8" name="直線コネクタ 327">
            <a:extLst>
              <a:ext uri="{FF2B5EF4-FFF2-40B4-BE49-F238E27FC236}">
                <a16:creationId xmlns:a16="http://schemas.microsoft.com/office/drawing/2014/main" id="{34A3EF29-E064-CCD9-D20F-F5CAC7D8AD2B}"/>
              </a:ext>
            </a:extLst>
          </p:cNvPr>
          <p:cNvCxnSpPr>
            <a:cxnSpLocks/>
          </p:cNvCxnSpPr>
          <p:nvPr/>
        </p:nvCxnSpPr>
        <p:spPr>
          <a:xfrm rot="10800000">
            <a:off x="5428494" y="546161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9" name="直線コネクタ 328">
            <a:extLst>
              <a:ext uri="{FF2B5EF4-FFF2-40B4-BE49-F238E27FC236}">
                <a16:creationId xmlns:a16="http://schemas.microsoft.com/office/drawing/2014/main" id="{4DD0738F-23DA-714A-6C79-03129C8AF449}"/>
              </a:ext>
            </a:extLst>
          </p:cNvPr>
          <p:cNvCxnSpPr>
            <a:cxnSpLocks/>
          </p:cNvCxnSpPr>
          <p:nvPr/>
        </p:nvCxnSpPr>
        <p:spPr>
          <a:xfrm rot="10800000">
            <a:off x="5428494" y="533886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37" name="直線コネクタ 336">
            <a:extLst>
              <a:ext uri="{FF2B5EF4-FFF2-40B4-BE49-F238E27FC236}">
                <a16:creationId xmlns:a16="http://schemas.microsoft.com/office/drawing/2014/main" id="{597E4C6A-20DD-0993-9D13-78BD0BE6E10E}"/>
              </a:ext>
            </a:extLst>
          </p:cNvPr>
          <p:cNvCxnSpPr>
            <a:cxnSpLocks/>
          </p:cNvCxnSpPr>
          <p:nvPr/>
        </p:nvCxnSpPr>
        <p:spPr>
          <a:xfrm rot="10800000" flipV="1">
            <a:off x="5394390" y="3244268"/>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38" name="直線コネクタ 337">
            <a:extLst>
              <a:ext uri="{FF2B5EF4-FFF2-40B4-BE49-F238E27FC236}">
                <a16:creationId xmlns:a16="http://schemas.microsoft.com/office/drawing/2014/main" id="{4C0197D7-7893-594A-24B1-F7D141F3B9C8}"/>
              </a:ext>
            </a:extLst>
          </p:cNvPr>
          <p:cNvCxnSpPr>
            <a:cxnSpLocks/>
          </p:cNvCxnSpPr>
          <p:nvPr/>
        </p:nvCxnSpPr>
        <p:spPr>
          <a:xfrm rot="10800000">
            <a:off x="5428894" y="3126553"/>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0" name="直線コネクタ 339">
            <a:extLst>
              <a:ext uri="{FF2B5EF4-FFF2-40B4-BE49-F238E27FC236}">
                <a16:creationId xmlns:a16="http://schemas.microsoft.com/office/drawing/2014/main" id="{F1B91F23-2DDE-FE45-E128-4D8F96F59731}"/>
              </a:ext>
            </a:extLst>
          </p:cNvPr>
          <p:cNvCxnSpPr>
            <a:cxnSpLocks/>
          </p:cNvCxnSpPr>
          <p:nvPr/>
        </p:nvCxnSpPr>
        <p:spPr>
          <a:xfrm rot="10800000" flipV="1">
            <a:off x="5422752" y="3226730"/>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1" name="直線コネクタ 340">
            <a:extLst>
              <a:ext uri="{FF2B5EF4-FFF2-40B4-BE49-F238E27FC236}">
                <a16:creationId xmlns:a16="http://schemas.microsoft.com/office/drawing/2014/main" id="{18DD26BB-5C32-7390-0DE4-FB2FE83FCDE6}"/>
              </a:ext>
            </a:extLst>
          </p:cNvPr>
          <p:cNvCxnSpPr>
            <a:cxnSpLocks/>
          </p:cNvCxnSpPr>
          <p:nvPr/>
        </p:nvCxnSpPr>
        <p:spPr>
          <a:xfrm rot="10800000" flipV="1">
            <a:off x="5417698" y="3232992"/>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2" name="直線コネクタ 341">
            <a:extLst>
              <a:ext uri="{FF2B5EF4-FFF2-40B4-BE49-F238E27FC236}">
                <a16:creationId xmlns:a16="http://schemas.microsoft.com/office/drawing/2014/main" id="{D04C7513-2018-85B4-63A1-50723A00E14A}"/>
              </a:ext>
            </a:extLst>
          </p:cNvPr>
          <p:cNvCxnSpPr>
            <a:cxnSpLocks/>
          </p:cNvCxnSpPr>
          <p:nvPr/>
        </p:nvCxnSpPr>
        <p:spPr>
          <a:xfrm rot="10800000" flipV="1">
            <a:off x="5402593" y="2457526"/>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5" name="直線コネクタ 344">
            <a:extLst>
              <a:ext uri="{FF2B5EF4-FFF2-40B4-BE49-F238E27FC236}">
                <a16:creationId xmlns:a16="http://schemas.microsoft.com/office/drawing/2014/main" id="{B487C472-01B4-95D2-8B1C-F9A73BF218BB}"/>
              </a:ext>
            </a:extLst>
          </p:cNvPr>
          <p:cNvCxnSpPr>
            <a:cxnSpLocks/>
          </p:cNvCxnSpPr>
          <p:nvPr/>
        </p:nvCxnSpPr>
        <p:spPr>
          <a:xfrm rot="10800000" flipV="1">
            <a:off x="5430955" y="2439988"/>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6" name="直線コネクタ 345">
            <a:extLst>
              <a:ext uri="{FF2B5EF4-FFF2-40B4-BE49-F238E27FC236}">
                <a16:creationId xmlns:a16="http://schemas.microsoft.com/office/drawing/2014/main" id="{2560A074-A950-A381-EE80-DF750CCE187E}"/>
              </a:ext>
            </a:extLst>
          </p:cNvPr>
          <p:cNvCxnSpPr>
            <a:cxnSpLocks/>
          </p:cNvCxnSpPr>
          <p:nvPr/>
        </p:nvCxnSpPr>
        <p:spPr>
          <a:xfrm rot="10800000" flipV="1">
            <a:off x="5425901" y="2446250"/>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47" name="テキスト ボックス 346">
                <a:extLst>
                  <a:ext uri="{FF2B5EF4-FFF2-40B4-BE49-F238E27FC236}">
                    <a16:creationId xmlns:a16="http://schemas.microsoft.com/office/drawing/2014/main" id="{D2D105F2-AAEE-8D1F-4782-241B41AD626F}"/>
                  </a:ext>
                </a:extLst>
              </p:cNvPr>
              <p:cNvSpPr txBox="1"/>
              <p:nvPr/>
            </p:nvSpPr>
            <p:spPr>
              <a:xfrm>
                <a:off x="-68417" y="3863813"/>
                <a:ext cx="1000915" cy="338554"/>
              </a:xfrm>
              <a:prstGeom prst="rect">
                <a:avLst/>
              </a:prstGeom>
              <a:noFill/>
            </p:spPr>
            <p:txBody>
              <a:bodyPr wrap="none" rtlCol="0">
                <a:spAutoFit/>
              </a:bodyPr>
              <a:lstStyle/>
              <a:p>
                <a:r>
                  <a:rPr lang="en-US" altLang="ja-JP" sz="1600" dirty="0"/>
                  <a:t>0.2</a:t>
                </a:r>
                <a14:m>
                  <m:oMath xmlns:m="http://schemas.openxmlformats.org/officeDocument/2006/math">
                    <m:r>
                      <a:rPr lang="en-US" altLang="ja-JP" sz="1600" b="0" i="1" smtClean="0">
                        <a:latin typeface="Cambria Math" panose="02040503050406030204" pitchFamily="18" charset="0"/>
                      </a:rPr>
                      <m:t>𝑛</m:t>
                    </m:r>
                  </m:oMath>
                </a14:m>
                <a:r>
                  <a:rPr lang="en-US" altLang="ja-JP" sz="1600" dirty="0"/>
                  <a:t>kWh</a:t>
                </a:r>
                <a:endParaRPr kumimoji="1" lang="ja-JP" altLang="en-US" sz="1600"/>
              </a:p>
            </p:txBody>
          </p:sp>
        </mc:Choice>
        <mc:Fallback xmlns="">
          <p:sp>
            <p:nvSpPr>
              <p:cNvPr id="347" name="テキスト ボックス 346">
                <a:extLst>
                  <a:ext uri="{FF2B5EF4-FFF2-40B4-BE49-F238E27FC236}">
                    <a16:creationId xmlns:a16="http://schemas.microsoft.com/office/drawing/2014/main" id="{D2D105F2-AAEE-8D1F-4782-241B41AD626F}"/>
                  </a:ext>
                </a:extLst>
              </p:cNvPr>
              <p:cNvSpPr txBox="1">
                <a:spLocks noRot="1" noChangeAspect="1" noMove="1" noResize="1" noEditPoints="1" noAdjustHandles="1" noChangeArrowheads="1" noChangeShapeType="1" noTextEdit="1"/>
              </p:cNvSpPr>
              <p:nvPr/>
            </p:nvSpPr>
            <p:spPr>
              <a:xfrm>
                <a:off x="-68417" y="3863813"/>
                <a:ext cx="1000915" cy="338554"/>
              </a:xfrm>
              <a:prstGeom prst="rect">
                <a:avLst/>
              </a:prstGeom>
              <a:blipFill>
                <a:blip r:embed="rId4"/>
                <a:stretch>
                  <a:fillRect l="-2500" t="-7407" r="-2500" b="-25926"/>
                </a:stretch>
              </a:blipFill>
            </p:spPr>
            <p:txBody>
              <a:bodyPr/>
              <a:lstStyle/>
              <a:p>
                <a:r>
                  <a:rPr lang="ja-JP" altLang="en-US">
                    <a:noFill/>
                  </a:rPr>
                  <a:t> </a:t>
                </a:r>
              </a:p>
            </p:txBody>
          </p:sp>
        </mc:Fallback>
      </mc:AlternateContent>
      <p:sp>
        <p:nvSpPr>
          <p:cNvPr id="5" name="円弧 4">
            <a:extLst>
              <a:ext uri="{FF2B5EF4-FFF2-40B4-BE49-F238E27FC236}">
                <a16:creationId xmlns:a16="http://schemas.microsoft.com/office/drawing/2014/main" id="{08E1BCB3-DE18-EAA9-BFA0-72DC7DEFA888}"/>
              </a:ext>
            </a:extLst>
          </p:cNvPr>
          <p:cNvSpPr/>
          <p:nvPr/>
        </p:nvSpPr>
        <p:spPr bwMode="auto">
          <a:xfrm rot="1518185" flipH="1">
            <a:off x="1536770" y="1730012"/>
            <a:ext cx="981163" cy="1800032"/>
          </a:xfrm>
          <a:prstGeom prst="arc">
            <a:avLst>
              <a:gd name="adj1" fmla="val 17333451"/>
              <a:gd name="adj2" fmla="val 0"/>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effectLst/>
              <a:latin typeface="Arial" charset="0"/>
              <a:ea typeface="ＭＳ Ｐゴシック" pitchFamily="50" charset="-128"/>
            </a:endParaRPr>
          </a:p>
        </p:txBody>
      </p:sp>
      <p:sp>
        <p:nvSpPr>
          <p:cNvPr id="23" name="テキスト ボックス 22">
            <a:extLst>
              <a:ext uri="{FF2B5EF4-FFF2-40B4-BE49-F238E27FC236}">
                <a16:creationId xmlns:a16="http://schemas.microsoft.com/office/drawing/2014/main" id="{0B563BA5-49CB-C103-8E44-65FCC89E95C7}"/>
              </a:ext>
            </a:extLst>
          </p:cNvPr>
          <p:cNvSpPr txBox="1"/>
          <p:nvPr/>
        </p:nvSpPr>
        <p:spPr>
          <a:xfrm>
            <a:off x="2123979" y="1235475"/>
            <a:ext cx="6266186" cy="923330"/>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rgbClr val="0070C0"/>
                </a:solidFill>
                <a:effectLst/>
                <a:latin typeface="Arial" charset="0"/>
                <a:ea typeface="ＭＳ Ｐゴシック" pitchFamily="50" charset="-128"/>
              </a:rPr>
              <a:t>・最大</a:t>
            </a:r>
            <a:r>
              <a:rPr kumimoji="1" lang="ja-JP" altLang="en-US" sz="1800" i="0" u="none" strike="noStrike" cap="none" normalizeH="0" baseline="0">
                <a:ln>
                  <a:noFill/>
                </a:ln>
                <a:solidFill>
                  <a:srgbClr val="0070C0"/>
                </a:solidFill>
                <a:effectLst/>
                <a:latin typeface="Arial" charset="0"/>
                <a:ea typeface="ＭＳ Ｐゴシック" pitchFamily="50" charset="-128"/>
              </a:rPr>
              <a:t>買電力量</a:t>
            </a:r>
            <a:r>
              <a:rPr lang="ja-JP" altLang="en-US" sz="1800">
                <a:solidFill>
                  <a:srgbClr val="0070C0"/>
                </a:solidFill>
                <a:ea typeface="ＭＳ Ｐゴシック" pitchFamily="50" charset="-128"/>
              </a:rPr>
              <a:t>はある値以下となること</a:t>
            </a:r>
            <a:endParaRPr kumimoji="1" lang="en-US" altLang="ja-JP" sz="1800" b="0" i="0" u="none" strike="noStrike" cap="none" normalizeH="0" baseline="0" dirty="0">
              <a:ln>
                <a:noFill/>
              </a:ln>
              <a:solidFill>
                <a:srgbClr val="0070C0"/>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rgbClr val="0070C0"/>
                </a:solidFill>
                <a:effectLst/>
                <a:latin typeface="Arial" charset="0"/>
                <a:ea typeface="ＭＳ Ｐゴシック" pitchFamily="50" charset="-128"/>
              </a:rPr>
              <a:t>・蓄電池の残量は最大容量を超えない</a:t>
            </a:r>
            <a:endParaRPr kumimoji="1" lang="en-US" altLang="ja-JP" sz="1800" b="0" i="0" u="none" strike="noStrike" cap="none" normalizeH="0" baseline="0" dirty="0">
              <a:ln>
                <a:noFill/>
              </a:ln>
              <a:solidFill>
                <a:srgbClr val="0070C0"/>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rgbClr val="0070C0"/>
                </a:solidFill>
                <a:effectLst/>
                <a:latin typeface="Arial" charset="0"/>
                <a:ea typeface="ＭＳ Ｐゴシック" pitchFamily="50" charset="-128"/>
              </a:rPr>
              <a:t>・最大充放電量以下しか充放電できない</a:t>
            </a:r>
            <a:endParaRPr kumimoji="1" lang="en-US" altLang="ja-JP" sz="1800" b="0" i="0" u="none" strike="noStrike" cap="none" normalizeH="0" baseline="0" dirty="0">
              <a:ln>
                <a:noFill/>
              </a:ln>
              <a:solidFill>
                <a:srgbClr val="0070C0"/>
              </a:solidFill>
              <a:effectLst/>
              <a:latin typeface="Arial" charset="0"/>
              <a:ea typeface="ＭＳ Ｐゴシック" pitchFamily="50" charset="-128"/>
            </a:endParaRPr>
          </a:p>
        </p:txBody>
      </p:sp>
      <p:sp>
        <p:nvSpPr>
          <p:cNvPr id="32" name="テキスト ボックス 31">
            <a:extLst>
              <a:ext uri="{FF2B5EF4-FFF2-40B4-BE49-F238E27FC236}">
                <a16:creationId xmlns:a16="http://schemas.microsoft.com/office/drawing/2014/main" id="{415794E9-A0A5-CDF4-4802-8E9E9F8CE711}"/>
              </a:ext>
            </a:extLst>
          </p:cNvPr>
          <p:cNvSpPr txBox="1"/>
          <p:nvPr/>
        </p:nvSpPr>
        <p:spPr>
          <a:xfrm>
            <a:off x="2269142" y="189791"/>
            <a:ext cx="4605749" cy="584775"/>
          </a:xfrm>
          <a:prstGeom prst="rect">
            <a:avLst/>
          </a:prstGeom>
          <a:noFill/>
        </p:spPr>
        <p:txBody>
          <a:bodyPr wrap="none" rtlCol="0">
            <a:spAutoFit/>
          </a:bodyPr>
          <a:lstStyle/>
          <a:p>
            <a:r>
              <a:rPr kumimoji="1" lang="ja-JP" altLang="en-US" sz="3200"/>
              <a:t>モデル</a:t>
            </a:r>
            <a:r>
              <a:rPr kumimoji="1" lang="en-US" altLang="ja-JP" sz="3200" dirty="0"/>
              <a:t>2</a:t>
            </a:r>
            <a:r>
              <a:rPr kumimoji="1" lang="ja-JP" altLang="en-US" sz="3200"/>
              <a:t>：動的計画モデル</a:t>
            </a:r>
          </a:p>
        </p:txBody>
      </p:sp>
    </p:spTree>
    <p:extLst>
      <p:ext uri="{BB962C8B-B14F-4D97-AF65-F5344CB8AC3E}">
        <p14:creationId xmlns:p14="http://schemas.microsoft.com/office/powerpoint/2010/main" val="877349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テキスト ボックス 40">
            <a:extLst>
              <a:ext uri="{FF2B5EF4-FFF2-40B4-BE49-F238E27FC236}">
                <a16:creationId xmlns:a16="http://schemas.microsoft.com/office/drawing/2014/main" id="{166A8125-A36B-CB22-6C52-642520329F34}"/>
              </a:ext>
            </a:extLst>
          </p:cNvPr>
          <p:cNvSpPr txBox="1"/>
          <p:nvPr/>
        </p:nvSpPr>
        <p:spPr>
          <a:xfrm>
            <a:off x="2123979" y="1235475"/>
            <a:ext cx="6266186" cy="923330"/>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rgbClr val="0070C0"/>
                </a:solidFill>
                <a:effectLst/>
                <a:latin typeface="Arial" charset="0"/>
                <a:ea typeface="ＭＳ Ｐゴシック" pitchFamily="50" charset="-128"/>
              </a:rPr>
              <a:t>・</a:t>
            </a:r>
            <a:r>
              <a:rPr kumimoji="1" lang="ja-JP" altLang="en-US" sz="1800" b="0" i="0" u="sng" strike="noStrike" cap="none" normalizeH="0" baseline="0">
                <a:ln>
                  <a:noFill/>
                </a:ln>
                <a:solidFill>
                  <a:srgbClr val="0070C0"/>
                </a:solidFill>
                <a:effectLst/>
                <a:latin typeface="Arial" charset="0"/>
                <a:ea typeface="ＭＳ Ｐゴシック" pitchFamily="50" charset="-128"/>
              </a:rPr>
              <a:t>最大</a:t>
            </a:r>
            <a:r>
              <a:rPr kumimoji="1" lang="ja-JP" altLang="en-US" sz="1800" i="0" u="sng" strike="noStrike" cap="none" normalizeH="0" baseline="0">
                <a:ln>
                  <a:noFill/>
                </a:ln>
                <a:solidFill>
                  <a:srgbClr val="0070C0"/>
                </a:solidFill>
                <a:effectLst/>
                <a:latin typeface="Arial" charset="0"/>
                <a:ea typeface="ＭＳ Ｐゴシック" pitchFamily="50" charset="-128"/>
              </a:rPr>
              <a:t>買電力量</a:t>
            </a:r>
            <a:r>
              <a:rPr lang="ja-JP" altLang="en-US" sz="1800">
                <a:solidFill>
                  <a:srgbClr val="0070C0"/>
                </a:solidFill>
                <a:ea typeface="ＭＳ Ｐゴシック" pitchFamily="50" charset="-128"/>
              </a:rPr>
              <a:t>はある値以下となること</a:t>
            </a:r>
            <a:endParaRPr kumimoji="1" lang="en-US" altLang="ja-JP" sz="1800" b="0" i="0" u="none" strike="noStrike" cap="none" normalizeH="0" baseline="0" dirty="0">
              <a:ln>
                <a:noFill/>
              </a:ln>
              <a:solidFill>
                <a:srgbClr val="0070C0"/>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rgbClr val="0070C0"/>
                </a:solidFill>
                <a:effectLst/>
                <a:latin typeface="Arial" charset="0"/>
                <a:ea typeface="ＭＳ Ｐゴシック" pitchFamily="50" charset="-128"/>
              </a:rPr>
              <a:t>・蓄電池の残量は最大容量を超えない</a:t>
            </a:r>
            <a:endParaRPr kumimoji="1" lang="en-US" altLang="ja-JP" sz="1800" b="0" i="0" u="none" strike="noStrike" cap="none" normalizeH="0" baseline="0" dirty="0">
              <a:ln>
                <a:noFill/>
              </a:ln>
              <a:solidFill>
                <a:srgbClr val="0070C0"/>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800" b="0" i="0" u="none" strike="noStrike" cap="none" normalizeH="0" baseline="0">
                <a:ln>
                  <a:noFill/>
                </a:ln>
                <a:solidFill>
                  <a:srgbClr val="0070C0"/>
                </a:solidFill>
                <a:effectLst/>
                <a:latin typeface="Arial" charset="0"/>
                <a:ea typeface="ＭＳ Ｐゴシック" pitchFamily="50" charset="-128"/>
              </a:rPr>
              <a:t>・最大充放電量以下しか充放電できない</a:t>
            </a:r>
            <a:endParaRPr kumimoji="1" lang="en-US" altLang="ja-JP" sz="1800" b="0" i="0" u="none" strike="noStrike" cap="none" normalizeH="0" baseline="0" dirty="0">
              <a:ln>
                <a:noFill/>
              </a:ln>
              <a:solidFill>
                <a:srgbClr val="0070C0"/>
              </a:solidFill>
              <a:effectLst/>
              <a:latin typeface="Arial" charset="0"/>
              <a:ea typeface="ＭＳ Ｐゴシック" pitchFamily="50" charset="-128"/>
            </a:endParaRPr>
          </a:p>
        </p:txBody>
      </p:sp>
      <p:cxnSp>
        <p:nvCxnSpPr>
          <p:cNvPr id="358" name="直線コネクタ 357">
            <a:extLst>
              <a:ext uri="{FF2B5EF4-FFF2-40B4-BE49-F238E27FC236}">
                <a16:creationId xmlns:a16="http://schemas.microsoft.com/office/drawing/2014/main" id="{AFB7E46F-DF6F-55C7-14BF-24DB1ACE7254}"/>
              </a:ext>
            </a:extLst>
          </p:cNvPr>
          <p:cNvCxnSpPr>
            <a:cxnSpLocks/>
          </p:cNvCxnSpPr>
          <p:nvPr/>
        </p:nvCxnSpPr>
        <p:spPr>
          <a:xfrm>
            <a:off x="7740352"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59" name="直線コネクタ 358">
            <a:extLst>
              <a:ext uri="{FF2B5EF4-FFF2-40B4-BE49-F238E27FC236}">
                <a16:creationId xmlns:a16="http://schemas.microsoft.com/office/drawing/2014/main" id="{66DA8667-F533-45C5-A367-B431275A6611}"/>
              </a:ext>
            </a:extLst>
          </p:cNvPr>
          <p:cNvCxnSpPr>
            <a:cxnSpLocks/>
          </p:cNvCxnSpPr>
          <p:nvPr/>
        </p:nvCxnSpPr>
        <p:spPr>
          <a:xfrm>
            <a:off x="6048421" y="410846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0" name="直線コネクタ 359">
            <a:extLst>
              <a:ext uri="{FF2B5EF4-FFF2-40B4-BE49-F238E27FC236}">
                <a16:creationId xmlns:a16="http://schemas.microsoft.com/office/drawing/2014/main" id="{76844B47-ECB3-3415-B430-AF2C4F1CEB4A}"/>
              </a:ext>
            </a:extLst>
          </p:cNvPr>
          <p:cNvCxnSpPr>
            <a:cxnSpLocks/>
          </p:cNvCxnSpPr>
          <p:nvPr/>
        </p:nvCxnSpPr>
        <p:spPr>
          <a:xfrm>
            <a:off x="4363626"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1" name="直線コネクタ 360">
            <a:extLst>
              <a:ext uri="{FF2B5EF4-FFF2-40B4-BE49-F238E27FC236}">
                <a16:creationId xmlns:a16="http://schemas.microsoft.com/office/drawing/2014/main" id="{351AC383-544F-1023-FB1F-9261A2B4FA0D}"/>
              </a:ext>
            </a:extLst>
          </p:cNvPr>
          <p:cNvCxnSpPr>
            <a:cxnSpLocks/>
          </p:cNvCxnSpPr>
          <p:nvPr/>
        </p:nvCxnSpPr>
        <p:spPr>
          <a:xfrm>
            <a:off x="2691437"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2" name="直線コネクタ 361">
            <a:extLst>
              <a:ext uri="{FF2B5EF4-FFF2-40B4-BE49-F238E27FC236}">
                <a16:creationId xmlns:a16="http://schemas.microsoft.com/office/drawing/2014/main" id="{9B14F7A6-8039-9B7C-0641-964C0DEBFEDF}"/>
              </a:ext>
            </a:extLst>
          </p:cNvPr>
          <p:cNvCxnSpPr>
            <a:cxnSpLocks/>
          </p:cNvCxnSpPr>
          <p:nvPr/>
        </p:nvCxnSpPr>
        <p:spPr>
          <a:xfrm>
            <a:off x="1004690" y="4088681"/>
            <a:ext cx="0" cy="791864"/>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5" name="直線矢印コネクタ 14">
            <a:extLst>
              <a:ext uri="{FF2B5EF4-FFF2-40B4-BE49-F238E27FC236}">
                <a16:creationId xmlns:a16="http://schemas.microsoft.com/office/drawing/2014/main" id="{EB4CCDB6-3150-9428-1096-D7D4E92168AC}"/>
              </a:ext>
            </a:extLst>
          </p:cNvPr>
          <p:cNvCxnSpPr>
            <a:cxnSpLocks/>
          </p:cNvCxnSpPr>
          <p:nvPr/>
        </p:nvCxnSpPr>
        <p:spPr>
          <a:xfrm>
            <a:off x="7850482" y="5579379"/>
            <a:ext cx="1052574" cy="1"/>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42A2B93D-CA35-54A6-8B6B-21742B4DA0D0}"/>
              </a:ext>
            </a:extLst>
          </p:cNvPr>
          <p:cNvCxnSpPr>
            <a:cxnSpLocks/>
          </p:cNvCxnSpPr>
          <p:nvPr/>
        </p:nvCxnSpPr>
        <p:spPr>
          <a:xfrm>
            <a:off x="7852883" y="4796926"/>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709996C1-FAD1-044F-3C14-33379FE1284E}"/>
              </a:ext>
            </a:extLst>
          </p:cNvPr>
          <p:cNvCxnSpPr>
            <a:cxnSpLocks/>
          </p:cNvCxnSpPr>
          <p:nvPr/>
        </p:nvCxnSpPr>
        <p:spPr>
          <a:xfrm>
            <a:off x="7850482" y="4023773"/>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FA5810F1-99F3-0C84-C5F1-95538B380994}"/>
              </a:ext>
            </a:extLst>
          </p:cNvPr>
          <p:cNvCxnSpPr>
            <a:cxnSpLocks/>
          </p:cNvCxnSpPr>
          <p:nvPr/>
        </p:nvCxnSpPr>
        <p:spPr>
          <a:xfrm>
            <a:off x="7850482" y="3249735"/>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C2ED444E-831F-A8ED-760F-7221B5C6CDF6}"/>
              </a:ext>
            </a:extLst>
          </p:cNvPr>
          <p:cNvCxnSpPr>
            <a:cxnSpLocks/>
          </p:cNvCxnSpPr>
          <p:nvPr/>
        </p:nvCxnSpPr>
        <p:spPr>
          <a:xfrm>
            <a:off x="7850482" y="2452844"/>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FF6AC884-549A-6E83-4735-DB4206DFB82D}"/>
              </a:ext>
            </a:extLst>
          </p:cNvPr>
          <p:cNvCxnSpPr>
            <a:cxnSpLocks/>
          </p:cNvCxnSpPr>
          <p:nvPr/>
        </p:nvCxnSpPr>
        <p:spPr>
          <a:xfrm>
            <a:off x="2683439" y="2457871"/>
            <a:ext cx="0" cy="791864"/>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08" name="直線コネクタ 107">
            <a:extLst>
              <a:ext uri="{FF2B5EF4-FFF2-40B4-BE49-F238E27FC236}">
                <a16:creationId xmlns:a16="http://schemas.microsoft.com/office/drawing/2014/main" id="{15E77718-E981-3C67-32AC-47D83806DC6D}"/>
              </a:ext>
            </a:extLst>
          </p:cNvPr>
          <p:cNvCxnSpPr>
            <a:cxnSpLocks/>
          </p:cNvCxnSpPr>
          <p:nvPr/>
        </p:nvCxnSpPr>
        <p:spPr>
          <a:xfrm>
            <a:off x="1003443" y="2447480"/>
            <a:ext cx="0" cy="791864"/>
          </a:xfrm>
          <a:prstGeom prst="line">
            <a:avLst/>
          </a:prstGeom>
          <a:ln w="25400">
            <a:solidFill>
              <a:schemeClr val="tx1"/>
            </a:solidFill>
          </a:ln>
        </p:spPr>
        <p:style>
          <a:lnRef idx="1">
            <a:schemeClr val="dk1"/>
          </a:lnRef>
          <a:fillRef idx="0">
            <a:schemeClr val="dk1"/>
          </a:fillRef>
          <a:effectRef idx="0">
            <a:schemeClr val="dk1"/>
          </a:effectRef>
          <a:fontRef idx="minor">
            <a:schemeClr val="tx1"/>
          </a:fontRef>
        </p:style>
      </p:cxnSp>
      <p:cxnSp>
        <p:nvCxnSpPr>
          <p:cNvPr id="133" name="直線コネクタ 132">
            <a:extLst>
              <a:ext uri="{FF2B5EF4-FFF2-40B4-BE49-F238E27FC236}">
                <a16:creationId xmlns:a16="http://schemas.microsoft.com/office/drawing/2014/main" id="{CF67ACA6-E658-E796-DB01-1938F4E70EF5}"/>
              </a:ext>
            </a:extLst>
          </p:cNvPr>
          <p:cNvCxnSpPr>
            <a:cxnSpLocks/>
          </p:cNvCxnSpPr>
          <p:nvPr/>
        </p:nvCxnSpPr>
        <p:spPr>
          <a:xfrm>
            <a:off x="7752082"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32" name="直線コネクタ 131">
            <a:extLst>
              <a:ext uri="{FF2B5EF4-FFF2-40B4-BE49-F238E27FC236}">
                <a16:creationId xmlns:a16="http://schemas.microsoft.com/office/drawing/2014/main" id="{0587A512-761F-7F43-6E8A-2C920C5A56BC}"/>
              </a:ext>
            </a:extLst>
          </p:cNvPr>
          <p:cNvCxnSpPr>
            <a:cxnSpLocks/>
          </p:cNvCxnSpPr>
          <p:nvPr/>
        </p:nvCxnSpPr>
        <p:spPr>
          <a:xfrm>
            <a:off x="6047174" y="3160978"/>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77616CD1-E0B2-DED2-5500-D4D57E5B6F0B}"/>
              </a:ext>
            </a:extLst>
          </p:cNvPr>
          <p:cNvCxnSpPr>
            <a:cxnSpLocks/>
          </p:cNvCxnSpPr>
          <p:nvPr/>
        </p:nvCxnSpPr>
        <p:spPr>
          <a:xfrm>
            <a:off x="4362379"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29" name="直線コネクタ 128">
            <a:extLst>
              <a:ext uri="{FF2B5EF4-FFF2-40B4-BE49-F238E27FC236}">
                <a16:creationId xmlns:a16="http://schemas.microsoft.com/office/drawing/2014/main" id="{75A781BF-BD61-98F8-7B7D-A501FCA30BA8}"/>
              </a:ext>
            </a:extLst>
          </p:cNvPr>
          <p:cNvCxnSpPr>
            <a:cxnSpLocks/>
          </p:cNvCxnSpPr>
          <p:nvPr/>
        </p:nvCxnSpPr>
        <p:spPr>
          <a:xfrm>
            <a:off x="2690190"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89" name="直線コネクタ 88">
            <a:extLst>
              <a:ext uri="{FF2B5EF4-FFF2-40B4-BE49-F238E27FC236}">
                <a16:creationId xmlns:a16="http://schemas.microsoft.com/office/drawing/2014/main" id="{289AACC5-7EFD-C799-53B8-18AC31B60095}"/>
              </a:ext>
            </a:extLst>
          </p:cNvPr>
          <p:cNvCxnSpPr>
            <a:cxnSpLocks/>
          </p:cNvCxnSpPr>
          <p:nvPr/>
        </p:nvCxnSpPr>
        <p:spPr>
          <a:xfrm>
            <a:off x="1003443" y="3141192"/>
            <a:ext cx="0" cy="791864"/>
          </a:xfrm>
          <a:prstGeom prst="line">
            <a:avLst/>
          </a:prstGeom>
          <a:ln w="254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24" name="直線矢印コネクタ 123">
            <a:extLst>
              <a:ext uri="{FF2B5EF4-FFF2-40B4-BE49-F238E27FC236}">
                <a16:creationId xmlns:a16="http://schemas.microsoft.com/office/drawing/2014/main" id="{2A3EBCF0-1445-7ED8-E555-EB44BA034973}"/>
              </a:ext>
            </a:extLst>
          </p:cNvPr>
          <p:cNvCxnSpPr>
            <a:cxnSpLocks/>
          </p:cNvCxnSpPr>
          <p:nvPr/>
        </p:nvCxnSpPr>
        <p:spPr>
          <a:xfrm flipV="1">
            <a:off x="1010545" y="1628800"/>
            <a:ext cx="0" cy="82798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 name="直線コネクタ 2">
            <a:extLst>
              <a:ext uri="{FF2B5EF4-FFF2-40B4-BE49-F238E27FC236}">
                <a16:creationId xmlns:a16="http://schemas.microsoft.com/office/drawing/2014/main" id="{1579362F-C260-760A-0CE8-338C31EC0B97}"/>
              </a:ext>
            </a:extLst>
          </p:cNvPr>
          <p:cNvCxnSpPr>
            <a:cxnSpLocks/>
          </p:cNvCxnSpPr>
          <p:nvPr/>
        </p:nvCxnSpPr>
        <p:spPr>
          <a:xfrm>
            <a:off x="987505" y="5579380"/>
            <a:ext cx="1692689" cy="0"/>
          </a:xfrm>
          <a:prstGeom prst="line">
            <a:avLst/>
          </a:prstGeom>
          <a:ln w="25400">
            <a:solidFill>
              <a:srgbClr val="0070C0"/>
            </a:solidFill>
          </a:ln>
        </p:spPr>
        <p:style>
          <a:lnRef idx="1">
            <a:schemeClr val="dk1"/>
          </a:lnRef>
          <a:fillRef idx="0">
            <a:schemeClr val="dk1"/>
          </a:fillRef>
          <a:effectRef idx="0">
            <a:schemeClr val="dk1"/>
          </a:effectRef>
          <a:fontRef idx="minor">
            <a:schemeClr val="tx1"/>
          </a:fontRef>
        </p:style>
      </p:cxnSp>
      <p:cxnSp>
        <p:nvCxnSpPr>
          <p:cNvPr id="4" name="直線コネクタ 3">
            <a:extLst>
              <a:ext uri="{FF2B5EF4-FFF2-40B4-BE49-F238E27FC236}">
                <a16:creationId xmlns:a16="http://schemas.microsoft.com/office/drawing/2014/main" id="{F372C915-9CEE-A3A9-73B6-A1025F98EE0B}"/>
              </a:ext>
            </a:extLst>
          </p:cNvPr>
          <p:cNvCxnSpPr>
            <a:cxnSpLocks/>
          </p:cNvCxnSpPr>
          <p:nvPr/>
        </p:nvCxnSpPr>
        <p:spPr>
          <a:xfrm flipH="1">
            <a:off x="1005001" y="4785257"/>
            <a:ext cx="5544" cy="798058"/>
          </a:xfrm>
          <a:prstGeom prst="line">
            <a:avLst/>
          </a:prstGeom>
          <a:ln w="25400">
            <a:solidFill>
              <a:schemeClr val="tx1"/>
            </a:solidFill>
          </a:ln>
        </p:spPr>
        <p:style>
          <a:lnRef idx="1">
            <a:schemeClr val="dk1"/>
          </a:lnRef>
          <a:fillRef idx="0">
            <a:schemeClr val="dk1"/>
          </a:fillRef>
          <a:effectRef idx="0">
            <a:schemeClr val="dk1"/>
          </a:effectRef>
          <a:fontRef idx="minor">
            <a:schemeClr val="tx1"/>
          </a:fontRef>
        </p:style>
      </p:cxnSp>
      <p:cxnSp>
        <p:nvCxnSpPr>
          <p:cNvPr id="6" name="直線コネクタ 5">
            <a:extLst>
              <a:ext uri="{FF2B5EF4-FFF2-40B4-BE49-F238E27FC236}">
                <a16:creationId xmlns:a16="http://schemas.microsoft.com/office/drawing/2014/main" id="{544C497C-CBF8-6493-5A29-F4E8940FB375}"/>
              </a:ext>
            </a:extLst>
          </p:cNvPr>
          <p:cNvCxnSpPr>
            <a:cxnSpLocks/>
          </p:cNvCxnSpPr>
          <p:nvPr/>
        </p:nvCxnSpPr>
        <p:spPr>
          <a:xfrm>
            <a:off x="2675008" y="5579380"/>
            <a:ext cx="169268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3B54743F-8F88-64DA-4CC7-DA0F090086FF}"/>
              </a:ext>
            </a:extLst>
          </p:cNvPr>
          <p:cNvCxnSpPr>
            <a:cxnSpLocks/>
          </p:cNvCxnSpPr>
          <p:nvPr/>
        </p:nvCxnSpPr>
        <p:spPr>
          <a:xfrm>
            <a:off x="4354485" y="5579380"/>
            <a:ext cx="1692689" cy="0"/>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C687E105-0230-7CDA-9266-1214676A3C11}"/>
              </a:ext>
            </a:extLst>
          </p:cNvPr>
          <p:cNvCxnSpPr>
            <a:cxnSpLocks/>
          </p:cNvCxnSpPr>
          <p:nvPr/>
        </p:nvCxnSpPr>
        <p:spPr>
          <a:xfrm>
            <a:off x="5951011" y="5579380"/>
            <a:ext cx="1692689" cy="0"/>
          </a:xfrm>
          <a:prstGeom prst="line">
            <a:avLst/>
          </a:prstGeom>
          <a:ln w="25400"/>
        </p:spPr>
        <p:style>
          <a:lnRef idx="1">
            <a:schemeClr val="dk1"/>
          </a:lnRef>
          <a:fillRef idx="0">
            <a:schemeClr val="dk1"/>
          </a:fillRef>
          <a:effectRef idx="0">
            <a:schemeClr val="dk1"/>
          </a:effectRef>
          <a:fontRef idx="minor">
            <a:schemeClr val="tx1"/>
          </a:fontRef>
        </p:style>
      </p:cxnSp>
      <p:sp>
        <p:nvSpPr>
          <p:cNvPr id="13" name="テキスト ボックス 12">
            <a:extLst>
              <a:ext uri="{FF2B5EF4-FFF2-40B4-BE49-F238E27FC236}">
                <a16:creationId xmlns:a16="http://schemas.microsoft.com/office/drawing/2014/main" id="{A76312F1-DE1B-D804-E663-5C70A57E9FD0}"/>
              </a:ext>
            </a:extLst>
          </p:cNvPr>
          <p:cNvSpPr txBox="1"/>
          <p:nvPr/>
        </p:nvSpPr>
        <p:spPr>
          <a:xfrm>
            <a:off x="534708" y="5805264"/>
            <a:ext cx="918473" cy="318482"/>
          </a:xfrm>
          <a:prstGeom prst="rect">
            <a:avLst/>
          </a:prstGeom>
          <a:noFill/>
        </p:spPr>
        <p:txBody>
          <a:bodyPr wrap="none" rtlCol="0">
            <a:spAutoFit/>
          </a:bodyPr>
          <a:lstStyle/>
          <a:p>
            <a:r>
              <a:rPr lang="en-US" altLang="ja-JP" sz="1400" dirty="0"/>
              <a:t>0</a:t>
            </a:r>
            <a:r>
              <a:rPr kumimoji="1" lang="en-US" altLang="ja-JP" sz="1400" dirty="0"/>
              <a:t>0:00</a:t>
            </a:r>
            <a:endParaRPr kumimoji="1" lang="ja-JP" altLang="en-US" sz="1400"/>
          </a:p>
        </p:txBody>
      </p:sp>
      <p:sp>
        <p:nvSpPr>
          <p:cNvPr id="16" name="テキスト ボックス 15">
            <a:extLst>
              <a:ext uri="{FF2B5EF4-FFF2-40B4-BE49-F238E27FC236}">
                <a16:creationId xmlns:a16="http://schemas.microsoft.com/office/drawing/2014/main" id="{303E4011-C011-8D0C-5871-A8FC9326DEB5}"/>
              </a:ext>
            </a:extLst>
          </p:cNvPr>
          <p:cNvSpPr txBox="1"/>
          <p:nvPr/>
        </p:nvSpPr>
        <p:spPr>
          <a:xfrm>
            <a:off x="2228984" y="5828826"/>
            <a:ext cx="918473" cy="318482"/>
          </a:xfrm>
          <a:prstGeom prst="rect">
            <a:avLst/>
          </a:prstGeom>
          <a:noFill/>
        </p:spPr>
        <p:txBody>
          <a:bodyPr wrap="none" rtlCol="0">
            <a:spAutoFit/>
          </a:bodyPr>
          <a:lstStyle/>
          <a:p>
            <a:r>
              <a:rPr lang="en-US" altLang="ja-JP" sz="1400" dirty="0"/>
              <a:t>0</a:t>
            </a:r>
            <a:r>
              <a:rPr kumimoji="1" lang="en-US" altLang="ja-JP" sz="1400" dirty="0"/>
              <a:t>0:01</a:t>
            </a:r>
            <a:endParaRPr kumimoji="1" lang="ja-JP" altLang="en-US" sz="1400"/>
          </a:p>
        </p:txBody>
      </p:sp>
      <p:sp>
        <p:nvSpPr>
          <p:cNvPr id="17" name="テキスト ボックス 16">
            <a:extLst>
              <a:ext uri="{FF2B5EF4-FFF2-40B4-BE49-F238E27FC236}">
                <a16:creationId xmlns:a16="http://schemas.microsoft.com/office/drawing/2014/main" id="{95002409-A62C-66A2-FBEE-BBCE9BCA06EF}"/>
              </a:ext>
            </a:extLst>
          </p:cNvPr>
          <p:cNvSpPr txBox="1"/>
          <p:nvPr/>
        </p:nvSpPr>
        <p:spPr>
          <a:xfrm>
            <a:off x="3908460" y="5828826"/>
            <a:ext cx="918473" cy="318482"/>
          </a:xfrm>
          <a:prstGeom prst="rect">
            <a:avLst/>
          </a:prstGeom>
          <a:noFill/>
        </p:spPr>
        <p:txBody>
          <a:bodyPr wrap="none" rtlCol="0">
            <a:spAutoFit/>
          </a:bodyPr>
          <a:lstStyle/>
          <a:p>
            <a:r>
              <a:rPr lang="en-US" altLang="ja-JP" sz="1400" dirty="0"/>
              <a:t>0</a:t>
            </a:r>
            <a:r>
              <a:rPr kumimoji="1" lang="en-US" altLang="ja-JP" sz="1400" dirty="0"/>
              <a:t>0:02</a:t>
            </a:r>
            <a:endParaRPr kumimoji="1" lang="ja-JP" altLang="en-US" sz="1400"/>
          </a:p>
        </p:txBody>
      </p:sp>
      <p:sp>
        <p:nvSpPr>
          <p:cNvPr id="18" name="テキスト ボックス 17">
            <a:extLst>
              <a:ext uri="{FF2B5EF4-FFF2-40B4-BE49-F238E27FC236}">
                <a16:creationId xmlns:a16="http://schemas.microsoft.com/office/drawing/2014/main" id="{714D3584-2591-9A64-B5B7-0C6FF54748C2}"/>
              </a:ext>
            </a:extLst>
          </p:cNvPr>
          <p:cNvSpPr txBox="1"/>
          <p:nvPr/>
        </p:nvSpPr>
        <p:spPr>
          <a:xfrm>
            <a:off x="1428265" y="5661248"/>
            <a:ext cx="848574" cy="414027"/>
          </a:xfrm>
          <a:prstGeom prst="rect">
            <a:avLst/>
          </a:prstGeom>
          <a:noFill/>
        </p:spPr>
        <p:txBody>
          <a:bodyPr wrap="none" rtlCol="0">
            <a:spAutoFit/>
          </a:bodyPr>
          <a:lstStyle/>
          <a:p>
            <a:r>
              <a:rPr lang="en-US" altLang="ja-JP" sz="2000" dirty="0"/>
              <a:t>1</a:t>
            </a:r>
            <a:r>
              <a:rPr lang="ja-JP" altLang="en-US" sz="2000"/>
              <a:t>期</a:t>
            </a:r>
            <a:endParaRPr kumimoji="1" lang="ja-JP" altLang="en-US" sz="2000"/>
          </a:p>
        </p:txBody>
      </p:sp>
      <p:sp>
        <p:nvSpPr>
          <p:cNvPr id="19" name="テキスト ボックス 18">
            <a:extLst>
              <a:ext uri="{FF2B5EF4-FFF2-40B4-BE49-F238E27FC236}">
                <a16:creationId xmlns:a16="http://schemas.microsoft.com/office/drawing/2014/main" id="{F3383439-76AE-4FC5-E8B5-4B72DC42F9C5}"/>
              </a:ext>
            </a:extLst>
          </p:cNvPr>
          <p:cNvSpPr txBox="1"/>
          <p:nvPr/>
        </p:nvSpPr>
        <p:spPr>
          <a:xfrm>
            <a:off x="3144672" y="5661248"/>
            <a:ext cx="848574" cy="414027"/>
          </a:xfrm>
          <a:prstGeom prst="rect">
            <a:avLst/>
          </a:prstGeom>
          <a:noFill/>
        </p:spPr>
        <p:txBody>
          <a:bodyPr wrap="none" rtlCol="0">
            <a:spAutoFit/>
          </a:bodyPr>
          <a:lstStyle/>
          <a:p>
            <a:r>
              <a:rPr lang="en-US" altLang="ja-JP" sz="2000" dirty="0"/>
              <a:t>2</a:t>
            </a:r>
            <a:r>
              <a:rPr lang="ja-JP" altLang="en-US" sz="2000"/>
              <a:t>期</a:t>
            </a:r>
            <a:endParaRPr kumimoji="1" lang="ja-JP" altLang="en-US" sz="2000"/>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B14685E-213B-1578-9FAE-DB2F452B5C5C}"/>
                  </a:ext>
                </a:extLst>
              </p:cNvPr>
              <p:cNvSpPr txBox="1"/>
              <p:nvPr/>
            </p:nvSpPr>
            <p:spPr>
              <a:xfrm>
                <a:off x="6387484" y="5661248"/>
                <a:ext cx="857149" cy="414027"/>
              </a:xfrm>
              <a:prstGeom prst="rect">
                <a:avLst/>
              </a:prstGeom>
              <a:noFill/>
            </p:spPr>
            <p:txBody>
              <a:bodyPr wrap="none" rtlCol="0">
                <a:spAutoFit/>
              </a:bodyPr>
              <a:lstStyle/>
              <a:p>
                <a14:m>
                  <m:oMath xmlns:m="http://schemas.openxmlformats.org/officeDocument/2006/math">
                    <m:r>
                      <a:rPr lang="en-US" altLang="ja-JP" sz="2000" b="0" i="1" smtClean="0">
                        <a:latin typeface="Cambria Math" panose="02040503050406030204" pitchFamily="18" charset="0"/>
                      </a:rPr>
                      <m:t>𝑘</m:t>
                    </m:r>
                  </m:oMath>
                </a14:m>
                <a:r>
                  <a:rPr lang="ja-JP" altLang="en-US" sz="2000"/>
                  <a:t>期</a:t>
                </a:r>
                <a:endParaRPr kumimoji="1" lang="ja-JP" altLang="en-US" sz="2000"/>
              </a:p>
            </p:txBody>
          </p:sp>
        </mc:Choice>
        <mc:Fallback xmlns="">
          <p:sp>
            <p:nvSpPr>
              <p:cNvPr id="20" name="テキスト ボックス 19">
                <a:extLst>
                  <a:ext uri="{FF2B5EF4-FFF2-40B4-BE49-F238E27FC236}">
                    <a16:creationId xmlns:a16="http://schemas.microsoft.com/office/drawing/2014/main" id="{BB14685E-213B-1578-9FAE-DB2F452B5C5C}"/>
                  </a:ext>
                </a:extLst>
              </p:cNvPr>
              <p:cNvSpPr txBox="1">
                <a:spLocks noRot="1" noChangeAspect="1" noMove="1" noResize="1" noEditPoints="1" noAdjustHandles="1" noChangeArrowheads="1" noChangeShapeType="1" noTextEdit="1"/>
              </p:cNvSpPr>
              <p:nvPr/>
            </p:nvSpPr>
            <p:spPr>
              <a:xfrm>
                <a:off x="6387484" y="5661248"/>
                <a:ext cx="857149" cy="414027"/>
              </a:xfrm>
              <a:prstGeom prst="rect">
                <a:avLst/>
              </a:prstGeom>
              <a:blipFill>
                <a:blip r:embed="rId3"/>
                <a:stretch>
                  <a:fillRect t="-8824" b="-17647"/>
                </a:stretch>
              </a:blipFill>
            </p:spPr>
            <p:txBody>
              <a:bodyPr/>
              <a:lstStyle/>
              <a:p>
                <a:r>
                  <a:rPr lang="ja-JP" altLang="en-US">
                    <a:noFill/>
                  </a:rPr>
                  <a:t> </a:t>
                </a:r>
              </a:p>
            </p:txBody>
          </p:sp>
        </mc:Fallback>
      </mc:AlternateContent>
      <p:sp>
        <p:nvSpPr>
          <p:cNvPr id="21" name="円/楕円 20">
            <a:extLst>
              <a:ext uri="{FF2B5EF4-FFF2-40B4-BE49-F238E27FC236}">
                <a16:creationId xmlns:a16="http://schemas.microsoft.com/office/drawing/2014/main" id="{A79A9B97-663D-E8AF-ED9C-AA0ABF72E1F6}"/>
              </a:ext>
            </a:extLst>
          </p:cNvPr>
          <p:cNvSpPr/>
          <p:nvPr/>
        </p:nvSpPr>
        <p:spPr bwMode="auto">
          <a:xfrm>
            <a:off x="851554"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4" name="円/楕円 23">
            <a:extLst>
              <a:ext uri="{FF2B5EF4-FFF2-40B4-BE49-F238E27FC236}">
                <a16:creationId xmlns:a16="http://schemas.microsoft.com/office/drawing/2014/main" id="{F787588C-4873-F125-D320-6226B55CDA41}"/>
              </a:ext>
            </a:extLst>
          </p:cNvPr>
          <p:cNvSpPr/>
          <p:nvPr/>
        </p:nvSpPr>
        <p:spPr bwMode="auto">
          <a:xfrm>
            <a:off x="2531199"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5" name="円/楕円 24">
            <a:extLst>
              <a:ext uri="{FF2B5EF4-FFF2-40B4-BE49-F238E27FC236}">
                <a16:creationId xmlns:a16="http://schemas.microsoft.com/office/drawing/2014/main" id="{6F8BA33B-408E-5630-7D65-1B6F8D03970F}"/>
              </a:ext>
            </a:extLst>
          </p:cNvPr>
          <p:cNvSpPr/>
          <p:nvPr/>
        </p:nvSpPr>
        <p:spPr bwMode="auto">
          <a:xfrm>
            <a:off x="4206633"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6" name="円/楕円 25">
            <a:extLst>
              <a:ext uri="{FF2B5EF4-FFF2-40B4-BE49-F238E27FC236}">
                <a16:creationId xmlns:a16="http://schemas.microsoft.com/office/drawing/2014/main" id="{D263BC6E-077E-CEEC-B05A-FA247B29AE85}"/>
              </a:ext>
            </a:extLst>
          </p:cNvPr>
          <p:cNvSpPr/>
          <p:nvPr/>
        </p:nvSpPr>
        <p:spPr bwMode="auto">
          <a:xfrm>
            <a:off x="5894476" y="54240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7" name="円/楕円 26">
            <a:extLst>
              <a:ext uri="{FF2B5EF4-FFF2-40B4-BE49-F238E27FC236}">
                <a16:creationId xmlns:a16="http://schemas.microsoft.com/office/drawing/2014/main" id="{2E545822-BB0F-240B-5A5B-B490CC881374}"/>
              </a:ext>
            </a:extLst>
          </p:cNvPr>
          <p:cNvSpPr/>
          <p:nvPr/>
        </p:nvSpPr>
        <p:spPr bwMode="auto">
          <a:xfrm>
            <a:off x="7596336"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8" name="テキスト ボックス 27">
            <a:extLst>
              <a:ext uri="{FF2B5EF4-FFF2-40B4-BE49-F238E27FC236}">
                <a16:creationId xmlns:a16="http://schemas.microsoft.com/office/drawing/2014/main" id="{B56ACF71-2F82-19D8-8FC6-E8BAC8878589}"/>
              </a:ext>
            </a:extLst>
          </p:cNvPr>
          <p:cNvSpPr txBox="1"/>
          <p:nvPr/>
        </p:nvSpPr>
        <p:spPr>
          <a:xfrm>
            <a:off x="8390165" y="5660131"/>
            <a:ext cx="646331" cy="369332"/>
          </a:xfrm>
          <a:prstGeom prst="rect">
            <a:avLst/>
          </a:prstGeom>
          <a:noFill/>
        </p:spPr>
        <p:txBody>
          <a:bodyPr wrap="none" rtlCol="0">
            <a:spAutoFit/>
          </a:bodyPr>
          <a:lstStyle/>
          <a:p>
            <a:r>
              <a:rPr kumimoji="1" lang="ja-JP" altLang="en-US" sz="1800"/>
              <a:t>時刻</a:t>
            </a:r>
          </a:p>
        </p:txBody>
      </p:sp>
      <p:cxnSp>
        <p:nvCxnSpPr>
          <p:cNvPr id="52" name="直線コネクタ 51">
            <a:extLst>
              <a:ext uri="{FF2B5EF4-FFF2-40B4-BE49-F238E27FC236}">
                <a16:creationId xmlns:a16="http://schemas.microsoft.com/office/drawing/2014/main" id="{C239F143-F470-2B3F-A0F8-D67BCA6FBBC8}"/>
              </a:ext>
            </a:extLst>
          </p:cNvPr>
          <p:cNvCxnSpPr>
            <a:cxnSpLocks/>
          </p:cNvCxnSpPr>
          <p:nvPr/>
        </p:nvCxnSpPr>
        <p:spPr>
          <a:xfrm>
            <a:off x="990750" y="4796927"/>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54" name="直線コネクタ 53">
            <a:extLst>
              <a:ext uri="{FF2B5EF4-FFF2-40B4-BE49-F238E27FC236}">
                <a16:creationId xmlns:a16="http://schemas.microsoft.com/office/drawing/2014/main" id="{9A956D77-0682-BA05-F2FE-94253C94DAE9}"/>
              </a:ext>
            </a:extLst>
          </p:cNvPr>
          <p:cNvCxnSpPr>
            <a:cxnSpLocks/>
            <a:stCxn id="66" idx="4"/>
            <a:endCxn id="24" idx="0"/>
          </p:cNvCxnSpPr>
          <p:nvPr/>
        </p:nvCxnSpPr>
        <p:spPr>
          <a:xfrm flipH="1">
            <a:off x="2686946" y="4950803"/>
            <a:ext cx="3245" cy="46397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0768325A-6A73-2165-6FA7-BE2089ED7E53}"/>
              </a:ext>
            </a:extLst>
          </p:cNvPr>
          <p:cNvCxnSpPr>
            <a:cxnSpLocks/>
          </p:cNvCxnSpPr>
          <p:nvPr/>
        </p:nvCxnSpPr>
        <p:spPr>
          <a:xfrm>
            <a:off x="2678253"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6" name="直線コネクタ 55">
            <a:extLst>
              <a:ext uri="{FF2B5EF4-FFF2-40B4-BE49-F238E27FC236}">
                <a16:creationId xmlns:a16="http://schemas.microsoft.com/office/drawing/2014/main" id="{4F1C5796-1899-19A8-6CCB-A7321B84F286}"/>
              </a:ext>
            </a:extLst>
          </p:cNvPr>
          <p:cNvCxnSpPr>
            <a:cxnSpLocks/>
            <a:endCxn id="25" idx="0"/>
          </p:cNvCxnSpPr>
          <p:nvPr/>
        </p:nvCxnSpPr>
        <p:spPr>
          <a:xfrm flipH="1">
            <a:off x="4362380" y="4785257"/>
            <a:ext cx="8562" cy="629517"/>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57" name="直線コネクタ 56">
            <a:extLst>
              <a:ext uri="{FF2B5EF4-FFF2-40B4-BE49-F238E27FC236}">
                <a16:creationId xmlns:a16="http://schemas.microsoft.com/office/drawing/2014/main" id="{8DBC5FAA-8A4C-2733-870B-95BA6309F290}"/>
              </a:ext>
            </a:extLst>
          </p:cNvPr>
          <p:cNvCxnSpPr>
            <a:cxnSpLocks/>
          </p:cNvCxnSpPr>
          <p:nvPr/>
        </p:nvCxnSpPr>
        <p:spPr>
          <a:xfrm>
            <a:off x="4357730" y="4796927"/>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06082C1B-8654-6272-FE7F-115CB8EEC412}"/>
              </a:ext>
            </a:extLst>
          </p:cNvPr>
          <p:cNvCxnSpPr>
            <a:cxnSpLocks/>
            <a:endCxn id="26" idx="0"/>
          </p:cNvCxnSpPr>
          <p:nvPr/>
        </p:nvCxnSpPr>
        <p:spPr>
          <a:xfrm>
            <a:off x="6050223" y="4827447"/>
            <a:ext cx="0" cy="596627"/>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直線コネクタ 58">
            <a:extLst>
              <a:ext uri="{FF2B5EF4-FFF2-40B4-BE49-F238E27FC236}">
                <a16:creationId xmlns:a16="http://schemas.microsoft.com/office/drawing/2014/main" id="{34ABE551-A655-F979-75E6-234B40E95B2F}"/>
              </a:ext>
            </a:extLst>
          </p:cNvPr>
          <p:cNvCxnSpPr>
            <a:cxnSpLocks/>
          </p:cNvCxnSpPr>
          <p:nvPr/>
        </p:nvCxnSpPr>
        <p:spPr>
          <a:xfrm>
            <a:off x="5954256"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0" name="直線コネクタ 59">
            <a:extLst>
              <a:ext uri="{FF2B5EF4-FFF2-40B4-BE49-F238E27FC236}">
                <a16:creationId xmlns:a16="http://schemas.microsoft.com/office/drawing/2014/main" id="{9FE46E60-A039-47AD-5A61-C1EB9BB95B03}"/>
              </a:ext>
            </a:extLst>
          </p:cNvPr>
          <p:cNvCxnSpPr>
            <a:cxnSpLocks/>
            <a:endCxn id="27" idx="0"/>
          </p:cNvCxnSpPr>
          <p:nvPr/>
        </p:nvCxnSpPr>
        <p:spPr>
          <a:xfrm>
            <a:off x="7752083" y="4785257"/>
            <a:ext cx="0" cy="629517"/>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65" name="円/楕円 64">
            <a:extLst>
              <a:ext uri="{FF2B5EF4-FFF2-40B4-BE49-F238E27FC236}">
                <a16:creationId xmlns:a16="http://schemas.microsoft.com/office/drawing/2014/main" id="{10F40672-79DF-392B-4017-695748652416}"/>
              </a:ext>
            </a:extLst>
          </p:cNvPr>
          <p:cNvSpPr/>
          <p:nvPr/>
        </p:nvSpPr>
        <p:spPr bwMode="auto">
          <a:xfrm>
            <a:off x="854799"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6" name="円/楕円 65">
            <a:extLst>
              <a:ext uri="{FF2B5EF4-FFF2-40B4-BE49-F238E27FC236}">
                <a16:creationId xmlns:a16="http://schemas.microsoft.com/office/drawing/2014/main" id="{3A477A80-5982-B37E-DCE5-30F7ECB3AEEF}"/>
              </a:ext>
            </a:extLst>
          </p:cNvPr>
          <p:cNvSpPr/>
          <p:nvPr/>
        </p:nvSpPr>
        <p:spPr bwMode="auto">
          <a:xfrm>
            <a:off x="2534444"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7" name="円/楕円 66">
            <a:extLst>
              <a:ext uri="{FF2B5EF4-FFF2-40B4-BE49-F238E27FC236}">
                <a16:creationId xmlns:a16="http://schemas.microsoft.com/office/drawing/2014/main" id="{18763791-B1D8-5DB2-91D9-6C06B625C27F}"/>
              </a:ext>
            </a:extLst>
          </p:cNvPr>
          <p:cNvSpPr/>
          <p:nvPr/>
        </p:nvSpPr>
        <p:spPr bwMode="auto">
          <a:xfrm>
            <a:off x="4209878"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8" name="円/楕円 67">
            <a:extLst>
              <a:ext uri="{FF2B5EF4-FFF2-40B4-BE49-F238E27FC236}">
                <a16:creationId xmlns:a16="http://schemas.microsoft.com/office/drawing/2014/main" id="{7D294EFB-E308-3022-B1C0-1220B57D041F}"/>
              </a:ext>
            </a:extLst>
          </p:cNvPr>
          <p:cNvSpPr/>
          <p:nvPr/>
        </p:nvSpPr>
        <p:spPr bwMode="auto">
          <a:xfrm>
            <a:off x="5897721" y="46416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9" name="円/楕円 68">
            <a:extLst>
              <a:ext uri="{FF2B5EF4-FFF2-40B4-BE49-F238E27FC236}">
                <a16:creationId xmlns:a16="http://schemas.microsoft.com/office/drawing/2014/main" id="{E79E03C3-F3B3-6C87-FF78-6E3B9B30F370}"/>
              </a:ext>
            </a:extLst>
          </p:cNvPr>
          <p:cNvSpPr/>
          <p:nvPr/>
        </p:nvSpPr>
        <p:spPr bwMode="auto">
          <a:xfrm>
            <a:off x="7599581"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70" name="直線コネクタ 69">
            <a:extLst>
              <a:ext uri="{FF2B5EF4-FFF2-40B4-BE49-F238E27FC236}">
                <a16:creationId xmlns:a16="http://schemas.microsoft.com/office/drawing/2014/main" id="{5C2918DB-99C2-0187-DB2E-C3AC1BD9E6FE}"/>
              </a:ext>
            </a:extLst>
          </p:cNvPr>
          <p:cNvCxnSpPr>
            <a:cxnSpLocks/>
          </p:cNvCxnSpPr>
          <p:nvPr/>
        </p:nvCxnSpPr>
        <p:spPr>
          <a:xfrm>
            <a:off x="987505" y="4023774"/>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73" name="直線コネクタ 72">
            <a:extLst>
              <a:ext uri="{FF2B5EF4-FFF2-40B4-BE49-F238E27FC236}">
                <a16:creationId xmlns:a16="http://schemas.microsoft.com/office/drawing/2014/main" id="{F02C0952-3591-10C2-1C57-3F75A8236EC4}"/>
              </a:ext>
            </a:extLst>
          </p:cNvPr>
          <p:cNvCxnSpPr>
            <a:cxnSpLocks/>
          </p:cNvCxnSpPr>
          <p:nvPr/>
        </p:nvCxnSpPr>
        <p:spPr>
          <a:xfrm>
            <a:off x="2675008" y="4023774"/>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70FCA2E3-1CC0-8609-E103-8A777D6AF87D}"/>
              </a:ext>
            </a:extLst>
          </p:cNvPr>
          <p:cNvCxnSpPr>
            <a:cxnSpLocks/>
          </p:cNvCxnSpPr>
          <p:nvPr/>
        </p:nvCxnSpPr>
        <p:spPr>
          <a:xfrm>
            <a:off x="4354485" y="4023774"/>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0FC34DF7-09F0-A389-AECC-B3D3DE080AC4}"/>
              </a:ext>
            </a:extLst>
          </p:cNvPr>
          <p:cNvCxnSpPr>
            <a:cxnSpLocks/>
          </p:cNvCxnSpPr>
          <p:nvPr/>
        </p:nvCxnSpPr>
        <p:spPr>
          <a:xfrm>
            <a:off x="5951011" y="4023774"/>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83" name="円/楕円 82">
            <a:extLst>
              <a:ext uri="{FF2B5EF4-FFF2-40B4-BE49-F238E27FC236}">
                <a16:creationId xmlns:a16="http://schemas.microsoft.com/office/drawing/2014/main" id="{CC807AF3-BB35-EC4B-8BD5-4D1ECA05CDAE}"/>
              </a:ext>
            </a:extLst>
          </p:cNvPr>
          <p:cNvSpPr/>
          <p:nvPr/>
        </p:nvSpPr>
        <p:spPr bwMode="auto">
          <a:xfrm>
            <a:off x="851554"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4" name="円/楕円 83">
            <a:extLst>
              <a:ext uri="{FF2B5EF4-FFF2-40B4-BE49-F238E27FC236}">
                <a16:creationId xmlns:a16="http://schemas.microsoft.com/office/drawing/2014/main" id="{27FFCFB3-908B-39C7-5625-47CC6ADB5002}"/>
              </a:ext>
            </a:extLst>
          </p:cNvPr>
          <p:cNvSpPr/>
          <p:nvPr/>
        </p:nvSpPr>
        <p:spPr bwMode="auto">
          <a:xfrm>
            <a:off x="2531199"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5" name="円/楕円 84">
            <a:extLst>
              <a:ext uri="{FF2B5EF4-FFF2-40B4-BE49-F238E27FC236}">
                <a16:creationId xmlns:a16="http://schemas.microsoft.com/office/drawing/2014/main" id="{EC63C3B5-3B39-BDA7-7F9C-6C4B2133112C}"/>
              </a:ext>
            </a:extLst>
          </p:cNvPr>
          <p:cNvSpPr/>
          <p:nvPr/>
        </p:nvSpPr>
        <p:spPr bwMode="auto">
          <a:xfrm>
            <a:off x="4206633"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6" name="円/楕円 85">
            <a:extLst>
              <a:ext uri="{FF2B5EF4-FFF2-40B4-BE49-F238E27FC236}">
                <a16:creationId xmlns:a16="http://schemas.microsoft.com/office/drawing/2014/main" id="{3337589E-44F9-17ED-4100-5931B4F980C1}"/>
              </a:ext>
            </a:extLst>
          </p:cNvPr>
          <p:cNvSpPr/>
          <p:nvPr/>
        </p:nvSpPr>
        <p:spPr bwMode="auto">
          <a:xfrm>
            <a:off x="5894476" y="38684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7" name="円/楕円 86">
            <a:extLst>
              <a:ext uri="{FF2B5EF4-FFF2-40B4-BE49-F238E27FC236}">
                <a16:creationId xmlns:a16="http://schemas.microsoft.com/office/drawing/2014/main" id="{621D7B0F-16E0-0252-33A4-102F6F760CB0}"/>
              </a:ext>
            </a:extLst>
          </p:cNvPr>
          <p:cNvSpPr/>
          <p:nvPr/>
        </p:nvSpPr>
        <p:spPr bwMode="auto">
          <a:xfrm>
            <a:off x="7596336"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88" name="直線コネクタ 87">
            <a:extLst>
              <a:ext uri="{FF2B5EF4-FFF2-40B4-BE49-F238E27FC236}">
                <a16:creationId xmlns:a16="http://schemas.microsoft.com/office/drawing/2014/main" id="{3F20D8FE-B588-A54C-2981-D3946492B476}"/>
              </a:ext>
            </a:extLst>
          </p:cNvPr>
          <p:cNvCxnSpPr>
            <a:cxnSpLocks/>
          </p:cNvCxnSpPr>
          <p:nvPr/>
        </p:nvCxnSpPr>
        <p:spPr>
          <a:xfrm>
            <a:off x="987505" y="3249736"/>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91" name="直線コネクタ 90">
            <a:extLst>
              <a:ext uri="{FF2B5EF4-FFF2-40B4-BE49-F238E27FC236}">
                <a16:creationId xmlns:a16="http://schemas.microsoft.com/office/drawing/2014/main" id="{B6A5EA67-497D-DF41-E67C-CA10D1867330}"/>
              </a:ext>
            </a:extLst>
          </p:cNvPr>
          <p:cNvCxnSpPr>
            <a:cxnSpLocks/>
          </p:cNvCxnSpPr>
          <p:nvPr/>
        </p:nvCxnSpPr>
        <p:spPr>
          <a:xfrm>
            <a:off x="2675008" y="3249736"/>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3" name="直線コネクタ 92">
            <a:extLst>
              <a:ext uri="{FF2B5EF4-FFF2-40B4-BE49-F238E27FC236}">
                <a16:creationId xmlns:a16="http://schemas.microsoft.com/office/drawing/2014/main" id="{04C465A0-9294-2DCE-90F3-C026EA75B99E}"/>
              </a:ext>
            </a:extLst>
          </p:cNvPr>
          <p:cNvCxnSpPr>
            <a:cxnSpLocks/>
          </p:cNvCxnSpPr>
          <p:nvPr/>
        </p:nvCxnSpPr>
        <p:spPr>
          <a:xfrm>
            <a:off x="4354485" y="3249736"/>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95" name="直線コネクタ 94">
            <a:extLst>
              <a:ext uri="{FF2B5EF4-FFF2-40B4-BE49-F238E27FC236}">
                <a16:creationId xmlns:a16="http://schemas.microsoft.com/office/drawing/2014/main" id="{32258E12-3185-B032-8E4E-14F3880C1320}"/>
              </a:ext>
            </a:extLst>
          </p:cNvPr>
          <p:cNvCxnSpPr>
            <a:cxnSpLocks/>
          </p:cNvCxnSpPr>
          <p:nvPr/>
        </p:nvCxnSpPr>
        <p:spPr>
          <a:xfrm>
            <a:off x="5951011" y="3249736"/>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101" name="円/楕円 100">
            <a:extLst>
              <a:ext uri="{FF2B5EF4-FFF2-40B4-BE49-F238E27FC236}">
                <a16:creationId xmlns:a16="http://schemas.microsoft.com/office/drawing/2014/main" id="{92561C02-5A75-CC85-738D-2503A8351A21}"/>
              </a:ext>
            </a:extLst>
          </p:cNvPr>
          <p:cNvSpPr/>
          <p:nvPr/>
        </p:nvSpPr>
        <p:spPr bwMode="auto">
          <a:xfrm>
            <a:off x="851554"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2" name="円/楕円 101">
            <a:extLst>
              <a:ext uri="{FF2B5EF4-FFF2-40B4-BE49-F238E27FC236}">
                <a16:creationId xmlns:a16="http://schemas.microsoft.com/office/drawing/2014/main" id="{FD059308-B2A5-7504-862B-187874BE5943}"/>
              </a:ext>
            </a:extLst>
          </p:cNvPr>
          <p:cNvSpPr/>
          <p:nvPr/>
        </p:nvSpPr>
        <p:spPr bwMode="auto">
          <a:xfrm>
            <a:off x="2531199"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3" name="円/楕円 102">
            <a:extLst>
              <a:ext uri="{FF2B5EF4-FFF2-40B4-BE49-F238E27FC236}">
                <a16:creationId xmlns:a16="http://schemas.microsoft.com/office/drawing/2014/main" id="{09048BEE-8B52-89DC-A224-4DEED00E6C29}"/>
              </a:ext>
            </a:extLst>
          </p:cNvPr>
          <p:cNvSpPr/>
          <p:nvPr/>
        </p:nvSpPr>
        <p:spPr bwMode="auto">
          <a:xfrm>
            <a:off x="4206633"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4" name="円/楕円 103">
            <a:extLst>
              <a:ext uri="{FF2B5EF4-FFF2-40B4-BE49-F238E27FC236}">
                <a16:creationId xmlns:a16="http://schemas.microsoft.com/office/drawing/2014/main" id="{82207B07-822D-4158-E6AF-43C5F2B5E8AC}"/>
              </a:ext>
            </a:extLst>
          </p:cNvPr>
          <p:cNvSpPr/>
          <p:nvPr/>
        </p:nvSpPr>
        <p:spPr bwMode="auto">
          <a:xfrm>
            <a:off x="5894476" y="30944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5" name="円/楕円 104">
            <a:extLst>
              <a:ext uri="{FF2B5EF4-FFF2-40B4-BE49-F238E27FC236}">
                <a16:creationId xmlns:a16="http://schemas.microsoft.com/office/drawing/2014/main" id="{361B3580-1D19-9BCA-FBA4-022F2E2EB6AB}"/>
              </a:ext>
            </a:extLst>
          </p:cNvPr>
          <p:cNvSpPr/>
          <p:nvPr/>
        </p:nvSpPr>
        <p:spPr bwMode="auto">
          <a:xfrm>
            <a:off x="7596336"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106" name="直線コネクタ 105">
            <a:extLst>
              <a:ext uri="{FF2B5EF4-FFF2-40B4-BE49-F238E27FC236}">
                <a16:creationId xmlns:a16="http://schemas.microsoft.com/office/drawing/2014/main" id="{029F738F-7FAB-FC43-402B-12851E3A01AC}"/>
              </a:ext>
            </a:extLst>
          </p:cNvPr>
          <p:cNvCxnSpPr>
            <a:cxnSpLocks/>
          </p:cNvCxnSpPr>
          <p:nvPr/>
        </p:nvCxnSpPr>
        <p:spPr>
          <a:xfrm>
            <a:off x="987505" y="2452845"/>
            <a:ext cx="1692689"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09" name="直線コネクタ 108">
            <a:extLst>
              <a:ext uri="{FF2B5EF4-FFF2-40B4-BE49-F238E27FC236}">
                <a16:creationId xmlns:a16="http://schemas.microsoft.com/office/drawing/2014/main" id="{A6FF9033-5100-4E6D-A2E0-95FCE5B1E5D7}"/>
              </a:ext>
            </a:extLst>
          </p:cNvPr>
          <p:cNvCxnSpPr>
            <a:cxnSpLocks/>
          </p:cNvCxnSpPr>
          <p:nvPr/>
        </p:nvCxnSpPr>
        <p:spPr>
          <a:xfrm>
            <a:off x="2675008"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0" name="直線コネクタ 109">
            <a:extLst>
              <a:ext uri="{FF2B5EF4-FFF2-40B4-BE49-F238E27FC236}">
                <a16:creationId xmlns:a16="http://schemas.microsoft.com/office/drawing/2014/main" id="{2260B6C8-858F-D6ED-A5D3-39606847FD55}"/>
              </a:ext>
            </a:extLst>
          </p:cNvPr>
          <p:cNvCxnSpPr>
            <a:cxnSpLocks/>
            <a:stCxn id="121" idx="0"/>
            <a:endCxn id="103" idx="0"/>
          </p:cNvCxnSpPr>
          <p:nvPr/>
        </p:nvCxnSpPr>
        <p:spPr>
          <a:xfrm>
            <a:off x="4362380" y="2288239"/>
            <a:ext cx="0" cy="79689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11" name="直線コネクタ 110">
            <a:extLst>
              <a:ext uri="{FF2B5EF4-FFF2-40B4-BE49-F238E27FC236}">
                <a16:creationId xmlns:a16="http://schemas.microsoft.com/office/drawing/2014/main" id="{4D59DE2B-0382-1B19-98AE-5A5C19CAF527}"/>
              </a:ext>
            </a:extLst>
          </p:cNvPr>
          <p:cNvCxnSpPr>
            <a:cxnSpLocks/>
          </p:cNvCxnSpPr>
          <p:nvPr/>
        </p:nvCxnSpPr>
        <p:spPr>
          <a:xfrm>
            <a:off x="4354485" y="2452845"/>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12" name="直線コネクタ 111">
            <a:extLst>
              <a:ext uri="{FF2B5EF4-FFF2-40B4-BE49-F238E27FC236}">
                <a16:creationId xmlns:a16="http://schemas.microsoft.com/office/drawing/2014/main" id="{1CEC0E74-5C21-0613-66CF-1BD2BF64B78A}"/>
              </a:ext>
            </a:extLst>
          </p:cNvPr>
          <p:cNvCxnSpPr>
            <a:cxnSpLocks/>
            <a:endCxn id="104" idx="0"/>
          </p:cNvCxnSpPr>
          <p:nvPr/>
        </p:nvCxnSpPr>
        <p:spPr>
          <a:xfrm>
            <a:off x="6047174" y="2447480"/>
            <a:ext cx="3049" cy="646950"/>
          </a:xfrm>
          <a:prstGeom prst="line">
            <a:avLst/>
          </a:prstGeom>
          <a:ln w="12700"/>
        </p:spPr>
        <p:style>
          <a:lnRef idx="1">
            <a:schemeClr val="dk1"/>
          </a:lnRef>
          <a:fillRef idx="0">
            <a:schemeClr val="dk1"/>
          </a:fillRef>
          <a:effectRef idx="0">
            <a:schemeClr val="dk1"/>
          </a:effectRef>
          <a:fontRef idx="minor">
            <a:schemeClr val="tx1"/>
          </a:fontRef>
        </p:style>
      </p:cxnSp>
      <p:cxnSp>
        <p:nvCxnSpPr>
          <p:cNvPr id="113" name="直線コネクタ 112">
            <a:extLst>
              <a:ext uri="{FF2B5EF4-FFF2-40B4-BE49-F238E27FC236}">
                <a16:creationId xmlns:a16="http://schemas.microsoft.com/office/drawing/2014/main" id="{B322A16F-2C39-8752-3EF8-162005FFD30E}"/>
              </a:ext>
            </a:extLst>
          </p:cNvPr>
          <p:cNvCxnSpPr>
            <a:cxnSpLocks/>
          </p:cNvCxnSpPr>
          <p:nvPr/>
        </p:nvCxnSpPr>
        <p:spPr>
          <a:xfrm>
            <a:off x="5951011"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5D03903C-73C2-5BF8-5447-6D5B40162EC9}"/>
              </a:ext>
            </a:extLst>
          </p:cNvPr>
          <p:cNvCxnSpPr/>
          <p:nvPr/>
        </p:nvCxnSpPr>
        <p:spPr>
          <a:xfrm>
            <a:off x="7752082" y="2288239"/>
            <a:ext cx="0" cy="791864"/>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19" name="円/楕円 118">
            <a:extLst>
              <a:ext uri="{FF2B5EF4-FFF2-40B4-BE49-F238E27FC236}">
                <a16:creationId xmlns:a16="http://schemas.microsoft.com/office/drawing/2014/main" id="{DC3E5324-350B-96C8-7E5E-D6AE7B9A0321}"/>
              </a:ext>
            </a:extLst>
          </p:cNvPr>
          <p:cNvSpPr/>
          <p:nvPr/>
        </p:nvSpPr>
        <p:spPr bwMode="auto">
          <a:xfrm>
            <a:off x="851554"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0" name="円/楕円 119">
            <a:extLst>
              <a:ext uri="{FF2B5EF4-FFF2-40B4-BE49-F238E27FC236}">
                <a16:creationId xmlns:a16="http://schemas.microsoft.com/office/drawing/2014/main" id="{A25A3AB3-5600-548E-EB76-E4A4C23D2E8D}"/>
              </a:ext>
            </a:extLst>
          </p:cNvPr>
          <p:cNvSpPr/>
          <p:nvPr/>
        </p:nvSpPr>
        <p:spPr bwMode="auto">
          <a:xfrm>
            <a:off x="2531199"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1" name="円/楕円 120">
            <a:extLst>
              <a:ext uri="{FF2B5EF4-FFF2-40B4-BE49-F238E27FC236}">
                <a16:creationId xmlns:a16="http://schemas.microsoft.com/office/drawing/2014/main" id="{F114083B-F936-0C49-5A1E-F09872F68F9F}"/>
              </a:ext>
            </a:extLst>
          </p:cNvPr>
          <p:cNvSpPr/>
          <p:nvPr/>
        </p:nvSpPr>
        <p:spPr bwMode="auto">
          <a:xfrm>
            <a:off x="4206633"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2" name="円/楕円 121">
            <a:extLst>
              <a:ext uri="{FF2B5EF4-FFF2-40B4-BE49-F238E27FC236}">
                <a16:creationId xmlns:a16="http://schemas.microsoft.com/office/drawing/2014/main" id="{158D5AAC-438B-741E-197C-1969112036E0}"/>
              </a:ext>
            </a:extLst>
          </p:cNvPr>
          <p:cNvSpPr/>
          <p:nvPr/>
        </p:nvSpPr>
        <p:spPr bwMode="auto">
          <a:xfrm>
            <a:off x="5894476" y="22975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3" name="円/楕円 122">
            <a:extLst>
              <a:ext uri="{FF2B5EF4-FFF2-40B4-BE49-F238E27FC236}">
                <a16:creationId xmlns:a16="http://schemas.microsoft.com/office/drawing/2014/main" id="{DA1574F4-A7B0-1935-DB58-0E8787F0F98A}"/>
              </a:ext>
            </a:extLst>
          </p:cNvPr>
          <p:cNvSpPr/>
          <p:nvPr/>
        </p:nvSpPr>
        <p:spPr bwMode="auto">
          <a:xfrm>
            <a:off x="7596336"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8" name="テキスト ボックス 127">
            <a:extLst>
              <a:ext uri="{FF2B5EF4-FFF2-40B4-BE49-F238E27FC236}">
                <a16:creationId xmlns:a16="http://schemas.microsoft.com/office/drawing/2014/main" id="{34A01B17-473A-BB95-6900-30D1B44F88EF}"/>
              </a:ext>
            </a:extLst>
          </p:cNvPr>
          <p:cNvSpPr txBox="1"/>
          <p:nvPr/>
        </p:nvSpPr>
        <p:spPr>
          <a:xfrm>
            <a:off x="456547" y="960351"/>
            <a:ext cx="1107996" cy="646331"/>
          </a:xfrm>
          <a:prstGeom prst="rect">
            <a:avLst/>
          </a:prstGeom>
          <a:noFill/>
        </p:spPr>
        <p:txBody>
          <a:bodyPr wrap="none" rtlCol="0">
            <a:spAutoFit/>
          </a:bodyPr>
          <a:lstStyle/>
          <a:p>
            <a:r>
              <a:rPr kumimoji="1" lang="ja-JP" altLang="en-US" sz="1800"/>
              <a:t>蓄電池の</a:t>
            </a:r>
            <a:endParaRPr kumimoji="1" lang="en-US" altLang="ja-JP" sz="1800" dirty="0"/>
          </a:p>
          <a:p>
            <a:r>
              <a:rPr kumimoji="1" lang="ja-JP" altLang="en-US" sz="1800"/>
              <a:t>残量</a:t>
            </a:r>
          </a:p>
        </p:txBody>
      </p:sp>
      <p:sp>
        <p:nvSpPr>
          <p:cNvPr id="162" name="テキスト ボックス 161">
            <a:extLst>
              <a:ext uri="{FF2B5EF4-FFF2-40B4-BE49-F238E27FC236}">
                <a16:creationId xmlns:a16="http://schemas.microsoft.com/office/drawing/2014/main" id="{5AF5393A-8480-BC87-6DF9-C20BD6B51FCA}"/>
              </a:ext>
            </a:extLst>
          </p:cNvPr>
          <p:cNvSpPr txBox="1"/>
          <p:nvPr/>
        </p:nvSpPr>
        <p:spPr>
          <a:xfrm>
            <a:off x="98813" y="5420363"/>
            <a:ext cx="766557" cy="338554"/>
          </a:xfrm>
          <a:prstGeom prst="rect">
            <a:avLst/>
          </a:prstGeom>
          <a:noFill/>
        </p:spPr>
        <p:txBody>
          <a:bodyPr wrap="none" rtlCol="0">
            <a:spAutoFit/>
          </a:bodyPr>
          <a:lstStyle/>
          <a:p>
            <a:r>
              <a:rPr lang="en-US" altLang="ja-JP" sz="1600" dirty="0"/>
              <a:t>0 kWh</a:t>
            </a:r>
            <a:endParaRPr kumimoji="1" lang="ja-JP" altLang="en-US" sz="1600"/>
          </a:p>
        </p:txBody>
      </p:sp>
      <p:cxnSp>
        <p:nvCxnSpPr>
          <p:cNvPr id="2" name="直線コネクタ 1">
            <a:extLst>
              <a:ext uri="{FF2B5EF4-FFF2-40B4-BE49-F238E27FC236}">
                <a16:creationId xmlns:a16="http://schemas.microsoft.com/office/drawing/2014/main" id="{C55E2E1B-F79D-9E74-39C7-1C8F460DA3E2}"/>
              </a:ext>
            </a:extLst>
          </p:cNvPr>
          <p:cNvCxnSpPr>
            <a:cxnSpLocks/>
            <a:stCxn id="83" idx="6"/>
          </p:cNvCxnSpPr>
          <p:nvPr/>
        </p:nvCxnSpPr>
        <p:spPr>
          <a:xfrm>
            <a:off x="1163047" y="4018409"/>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7C5A9BB5-1762-EF45-C907-5AE35066F44F}"/>
              </a:ext>
            </a:extLst>
          </p:cNvPr>
          <p:cNvCxnSpPr>
            <a:cxnSpLocks/>
            <a:endCxn id="102" idx="2"/>
          </p:cNvCxnSpPr>
          <p:nvPr/>
        </p:nvCxnSpPr>
        <p:spPr>
          <a:xfrm>
            <a:off x="1191394" y="2463238"/>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9" name="直線コネクタ 28">
            <a:extLst>
              <a:ext uri="{FF2B5EF4-FFF2-40B4-BE49-F238E27FC236}">
                <a16:creationId xmlns:a16="http://schemas.microsoft.com/office/drawing/2014/main" id="{225CCB82-10AD-673C-DB1F-ED781A07C2A1}"/>
              </a:ext>
            </a:extLst>
          </p:cNvPr>
          <p:cNvCxnSpPr>
            <a:cxnSpLocks/>
            <a:endCxn id="120" idx="2"/>
          </p:cNvCxnSpPr>
          <p:nvPr/>
        </p:nvCxnSpPr>
        <p:spPr>
          <a:xfrm flipV="1">
            <a:off x="1183972" y="2447480"/>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64C18977-DB53-FAA6-FAF2-4F86DBDF7362}"/>
              </a:ext>
            </a:extLst>
          </p:cNvPr>
          <p:cNvCxnSpPr>
            <a:cxnSpLocks/>
            <a:stCxn id="101" idx="6"/>
            <a:endCxn id="102" idx="2"/>
          </p:cNvCxnSpPr>
          <p:nvPr/>
        </p:nvCxnSpPr>
        <p:spPr>
          <a:xfrm>
            <a:off x="1163047" y="3244371"/>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B4D00D44-85F0-528F-3967-60B9B112FB29}"/>
              </a:ext>
            </a:extLst>
          </p:cNvPr>
          <p:cNvCxnSpPr>
            <a:cxnSpLocks/>
            <a:stCxn id="83" idx="6"/>
            <a:endCxn id="84" idx="2"/>
          </p:cNvCxnSpPr>
          <p:nvPr/>
        </p:nvCxnSpPr>
        <p:spPr>
          <a:xfrm>
            <a:off x="1163047" y="4018409"/>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64" name="直線コネクタ 63">
            <a:extLst>
              <a:ext uri="{FF2B5EF4-FFF2-40B4-BE49-F238E27FC236}">
                <a16:creationId xmlns:a16="http://schemas.microsoft.com/office/drawing/2014/main" id="{8EE824F6-931B-1530-E263-D01D09B045D0}"/>
              </a:ext>
            </a:extLst>
          </p:cNvPr>
          <p:cNvCxnSpPr>
            <a:cxnSpLocks/>
            <a:stCxn id="83" idx="6"/>
            <a:endCxn id="24" idx="2"/>
          </p:cNvCxnSpPr>
          <p:nvPr/>
        </p:nvCxnSpPr>
        <p:spPr>
          <a:xfrm>
            <a:off x="1163047" y="4018409"/>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76" name="直線コネクタ 75">
            <a:extLst>
              <a:ext uri="{FF2B5EF4-FFF2-40B4-BE49-F238E27FC236}">
                <a16:creationId xmlns:a16="http://schemas.microsoft.com/office/drawing/2014/main" id="{6B8C24D7-BA10-4174-DCC9-E551F678BD36}"/>
              </a:ext>
            </a:extLst>
          </p:cNvPr>
          <p:cNvCxnSpPr>
            <a:cxnSpLocks/>
          </p:cNvCxnSpPr>
          <p:nvPr/>
        </p:nvCxnSpPr>
        <p:spPr>
          <a:xfrm>
            <a:off x="1169511" y="4791562"/>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DC2FC703-7098-2413-BECA-F24133301D03}"/>
              </a:ext>
            </a:extLst>
          </p:cNvPr>
          <p:cNvCxnSpPr>
            <a:cxnSpLocks/>
          </p:cNvCxnSpPr>
          <p:nvPr/>
        </p:nvCxnSpPr>
        <p:spPr>
          <a:xfrm flipV="1">
            <a:off x="1169511" y="4017524"/>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99C9367D-8D0E-B741-C342-3B77C0D556BC}"/>
              </a:ext>
            </a:extLst>
          </p:cNvPr>
          <p:cNvCxnSpPr>
            <a:cxnSpLocks/>
          </p:cNvCxnSpPr>
          <p:nvPr/>
        </p:nvCxnSpPr>
        <p:spPr>
          <a:xfrm>
            <a:off x="1169511" y="4791562"/>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4" name="直線コネクタ 93">
            <a:extLst>
              <a:ext uri="{FF2B5EF4-FFF2-40B4-BE49-F238E27FC236}">
                <a16:creationId xmlns:a16="http://schemas.microsoft.com/office/drawing/2014/main" id="{22A6B0F8-C3D0-A99B-3549-BAE28D2C771C}"/>
              </a:ext>
            </a:extLst>
          </p:cNvPr>
          <p:cNvCxnSpPr>
            <a:cxnSpLocks/>
          </p:cNvCxnSpPr>
          <p:nvPr/>
        </p:nvCxnSpPr>
        <p:spPr>
          <a:xfrm flipV="1">
            <a:off x="1168646" y="3999340"/>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6" name="直線コネクタ 95">
            <a:extLst>
              <a:ext uri="{FF2B5EF4-FFF2-40B4-BE49-F238E27FC236}">
                <a16:creationId xmlns:a16="http://schemas.microsoft.com/office/drawing/2014/main" id="{0C3645D5-AA3E-D053-37DF-8C0938179586}"/>
              </a:ext>
            </a:extLst>
          </p:cNvPr>
          <p:cNvCxnSpPr>
            <a:cxnSpLocks/>
          </p:cNvCxnSpPr>
          <p:nvPr/>
        </p:nvCxnSpPr>
        <p:spPr>
          <a:xfrm flipV="1">
            <a:off x="1168646" y="4796231"/>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8" name="直線コネクタ 97">
            <a:extLst>
              <a:ext uri="{FF2B5EF4-FFF2-40B4-BE49-F238E27FC236}">
                <a16:creationId xmlns:a16="http://schemas.microsoft.com/office/drawing/2014/main" id="{379737EC-55CE-A020-0C70-4F6AC4CB303C}"/>
              </a:ext>
            </a:extLst>
          </p:cNvPr>
          <p:cNvCxnSpPr>
            <a:cxnSpLocks/>
          </p:cNvCxnSpPr>
          <p:nvPr/>
        </p:nvCxnSpPr>
        <p:spPr>
          <a:xfrm>
            <a:off x="1168646" y="5570269"/>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1" name="直線コネクタ 190">
            <a:extLst>
              <a:ext uri="{FF2B5EF4-FFF2-40B4-BE49-F238E27FC236}">
                <a16:creationId xmlns:a16="http://schemas.microsoft.com/office/drawing/2014/main" id="{8E3A1003-7E17-0247-5E28-90DE20C431CD}"/>
              </a:ext>
            </a:extLst>
          </p:cNvPr>
          <p:cNvCxnSpPr>
            <a:cxnSpLocks/>
          </p:cNvCxnSpPr>
          <p:nvPr/>
        </p:nvCxnSpPr>
        <p:spPr>
          <a:xfrm flipV="1">
            <a:off x="4530535" y="2447480"/>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3" name="直線コネクタ 192">
            <a:extLst>
              <a:ext uri="{FF2B5EF4-FFF2-40B4-BE49-F238E27FC236}">
                <a16:creationId xmlns:a16="http://schemas.microsoft.com/office/drawing/2014/main" id="{9C771DF8-D2F7-E9F4-1DED-92308A28D267}"/>
              </a:ext>
            </a:extLst>
          </p:cNvPr>
          <p:cNvCxnSpPr>
            <a:cxnSpLocks/>
          </p:cNvCxnSpPr>
          <p:nvPr/>
        </p:nvCxnSpPr>
        <p:spPr>
          <a:xfrm>
            <a:off x="4522980" y="2451603"/>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5" name="直線コネクタ 194">
            <a:extLst>
              <a:ext uri="{FF2B5EF4-FFF2-40B4-BE49-F238E27FC236}">
                <a16:creationId xmlns:a16="http://schemas.microsoft.com/office/drawing/2014/main" id="{1A39E250-8D07-C2DF-E017-C4CB02F50192}"/>
              </a:ext>
            </a:extLst>
          </p:cNvPr>
          <p:cNvCxnSpPr>
            <a:cxnSpLocks/>
          </p:cNvCxnSpPr>
          <p:nvPr/>
        </p:nvCxnSpPr>
        <p:spPr>
          <a:xfrm>
            <a:off x="4534415" y="246299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9" name="直線コネクタ 198">
            <a:extLst>
              <a:ext uri="{FF2B5EF4-FFF2-40B4-BE49-F238E27FC236}">
                <a16:creationId xmlns:a16="http://schemas.microsoft.com/office/drawing/2014/main" id="{344F5A4B-FABD-AB88-787B-45B6FE883A25}"/>
              </a:ext>
            </a:extLst>
          </p:cNvPr>
          <p:cNvCxnSpPr>
            <a:cxnSpLocks/>
          </p:cNvCxnSpPr>
          <p:nvPr/>
        </p:nvCxnSpPr>
        <p:spPr>
          <a:xfrm>
            <a:off x="1172254" y="2444831"/>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1" name="直線コネクタ 200">
            <a:extLst>
              <a:ext uri="{FF2B5EF4-FFF2-40B4-BE49-F238E27FC236}">
                <a16:creationId xmlns:a16="http://schemas.microsoft.com/office/drawing/2014/main" id="{DC2B6FCB-AB0D-B766-8EEA-8DB7D75738BD}"/>
              </a:ext>
            </a:extLst>
          </p:cNvPr>
          <p:cNvCxnSpPr>
            <a:cxnSpLocks/>
            <a:stCxn id="101" idx="6"/>
          </p:cNvCxnSpPr>
          <p:nvPr/>
        </p:nvCxnSpPr>
        <p:spPr>
          <a:xfrm>
            <a:off x="1163047" y="3244371"/>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6" name="直線コネクタ 205">
            <a:extLst>
              <a:ext uri="{FF2B5EF4-FFF2-40B4-BE49-F238E27FC236}">
                <a16:creationId xmlns:a16="http://schemas.microsoft.com/office/drawing/2014/main" id="{24EB5354-4003-D095-F777-67A05C17B6E2}"/>
              </a:ext>
            </a:extLst>
          </p:cNvPr>
          <p:cNvCxnSpPr>
            <a:cxnSpLocks/>
            <a:stCxn id="83" idx="6"/>
          </p:cNvCxnSpPr>
          <p:nvPr/>
        </p:nvCxnSpPr>
        <p:spPr>
          <a:xfrm flipV="1">
            <a:off x="1163047" y="3558965"/>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9" name="直線コネクタ 208">
            <a:extLst>
              <a:ext uri="{FF2B5EF4-FFF2-40B4-BE49-F238E27FC236}">
                <a16:creationId xmlns:a16="http://schemas.microsoft.com/office/drawing/2014/main" id="{21D250C2-4430-AC62-DB36-15EF7DA35911}"/>
              </a:ext>
            </a:extLst>
          </p:cNvPr>
          <p:cNvCxnSpPr>
            <a:cxnSpLocks/>
            <a:stCxn id="65" idx="6"/>
          </p:cNvCxnSpPr>
          <p:nvPr/>
        </p:nvCxnSpPr>
        <p:spPr>
          <a:xfrm flipV="1">
            <a:off x="1166292" y="3675352"/>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2" name="直線コネクタ 211">
            <a:extLst>
              <a:ext uri="{FF2B5EF4-FFF2-40B4-BE49-F238E27FC236}">
                <a16:creationId xmlns:a16="http://schemas.microsoft.com/office/drawing/2014/main" id="{8FDFC686-DE62-3454-BEC3-88B0FABFB2E1}"/>
              </a:ext>
            </a:extLst>
          </p:cNvPr>
          <p:cNvCxnSpPr>
            <a:cxnSpLocks/>
            <a:stCxn id="21" idx="6"/>
          </p:cNvCxnSpPr>
          <p:nvPr/>
        </p:nvCxnSpPr>
        <p:spPr>
          <a:xfrm flipV="1">
            <a:off x="1163047" y="3788687"/>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5" name="直線コネクタ 214">
            <a:extLst>
              <a:ext uri="{FF2B5EF4-FFF2-40B4-BE49-F238E27FC236}">
                <a16:creationId xmlns:a16="http://schemas.microsoft.com/office/drawing/2014/main" id="{40833FB2-3E43-7386-3B9C-31B9859AE85C}"/>
              </a:ext>
            </a:extLst>
          </p:cNvPr>
          <p:cNvCxnSpPr>
            <a:cxnSpLocks/>
          </p:cNvCxnSpPr>
          <p:nvPr/>
        </p:nvCxnSpPr>
        <p:spPr>
          <a:xfrm>
            <a:off x="2835672" y="4012104"/>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6" name="直線コネクタ 215">
            <a:extLst>
              <a:ext uri="{FF2B5EF4-FFF2-40B4-BE49-F238E27FC236}">
                <a16:creationId xmlns:a16="http://schemas.microsoft.com/office/drawing/2014/main" id="{829A71E8-A3D8-2A3D-AFD3-A87C8CE06919}"/>
              </a:ext>
            </a:extLst>
          </p:cNvPr>
          <p:cNvCxnSpPr>
            <a:cxnSpLocks/>
          </p:cNvCxnSpPr>
          <p:nvPr/>
        </p:nvCxnSpPr>
        <p:spPr>
          <a:xfrm>
            <a:off x="2864019" y="2456933"/>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7" name="直線コネクタ 216">
            <a:extLst>
              <a:ext uri="{FF2B5EF4-FFF2-40B4-BE49-F238E27FC236}">
                <a16:creationId xmlns:a16="http://schemas.microsoft.com/office/drawing/2014/main" id="{301EC00E-29FD-3C66-26DA-3C91BC37F2D1}"/>
              </a:ext>
            </a:extLst>
          </p:cNvPr>
          <p:cNvCxnSpPr>
            <a:cxnSpLocks/>
          </p:cNvCxnSpPr>
          <p:nvPr/>
        </p:nvCxnSpPr>
        <p:spPr>
          <a:xfrm flipV="1">
            <a:off x="2856597" y="2441175"/>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8" name="直線コネクタ 217">
            <a:extLst>
              <a:ext uri="{FF2B5EF4-FFF2-40B4-BE49-F238E27FC236}">
                <a16:creationId xmlns:a16="http://schemas.microsoft.com/office/drawing/2014/main" id="{609CC452-77EF-4154-53D3-9C90C9D29107}"/>
              </a:ext>
            </a:extLst>
          </p:cNvPr>
          <p:cNvCxnSpPr>
            <a:cxnSpLocks/>
          </p:cNvCxnSpPr>
          <p:nvPr/>
        </p:nvCxnSpPr>
        <p:spPr>
          <a:xfrm>
            <a:off x="2835672" y="3238066"/>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9" name="直線コネクタ 218">
            <a:extLst>
              <a:ext uri="{FF2B5EF4-FFF2-40B4-BE49-F238E27FC236}">
                <a16:creationId xmlns:a16="http://schemas.microsoft.com/office/drawing/2014/main" id="{62865C6D-DC3D-89F3-F069-F6052AA11DD3}"/>
              </a:ext>
            </a:extLst>
          </p:cNvPr>
          <p:cNvCxnSpPr>
            <a:cxnSpLocks/>
          </p:cNvCxnSpPr>
          <p:nvPr/>
        </p:nvCxnSpPr>
        <p:spPr>
          <a:xfrm>
            <a:off x="2835672" y="4012104"/>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0" name="直線コネクタ 219">
            <a:extLst>
              <a:ext uri="{FF2B5EF4-FFF2-40B4-BE49-F238E27FC236}">
                <a16:creationId xmlns:a16="http://schemas.microsoft.com/office/drawing/2014/main" id="{360F3DE2-1397-08F4-49CC-523DEEAE3AB9}"/>
              </a:ext>
            </a:extLst>
          </p:cNvPr>
          <p:cNvCxnSpPr>
            <a:cxnSpLocks/>
          </p:cNvCxnSpPr>
          <p:nvPr/>
        </p:nvCxnSpPr>
        <p:spPr>
          <a:xfrm>
            <a:off x="2835672" y="4012104"/>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1" name="直線コネクタ 220">
            <a:extLst>
              <a:ext uri="{FF2B5EF4-FFF2-40B4-BE49-F238E27FC236}">
                <a16:creationId xmlns:a16="http://schemas.microsoft.com/office/drawing/2014/main" id="{9CCFFEFF-A095-E935-493A-37D1F24035F2}"/>
              </a:ext>
            </a:extLst>
          </p:cNvPr>
          <p:cNvCxnSpPr>
            <a:cxnSpLocks/>
          </p:cNvCxnSpPr>
          <p:nvPr/>
        </p:nvCxnSpPr>
        <p:spPr>
          <a:xfrm>
            <a:off x="2842136" y="4785257"/>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2" name="直線コネクタ 221">
            <a:extLst>
              <a:ext uri="{FF2B5EF4-FFF2-40B4-BE49-F238E27FC236}">
                <a16:creationId xmlns:a16="http://schemas.microsoft.com/office/drawing/2014/main" id="{B408A9C3-0007-4F98-EEAE-1A425392220D}"/>
              </a:ext>
            </a:extLst>
          </p:cNvPr>
          <p:cNvCxnSpPr>
            <a:cxnSpLocks/>
          </p:cNvCxnSpPr>
          <p:nvPr/>
        </p:nvCxnSpPr>
        <p:spPr>
          <a:xfrm flipV="1">
            <a:off x="2842136" y="4011219"/>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3" name="直線コネクタ 222">
            <a:extLst>
              <a:ext uri="{FF2B5EF4-FFF2-40B4-BE49-F238E27FC236}">
                <a16:creationId xmlns:a16="http://schemas.microsoft.com/office/drawing/2014/main" id="{C7FD53B7-0598-FCB8-EF1D-C885927F49BD}"/>
              </a:ext>
            </a:extLst>
          </p:cNvPr>
          <p:cNvCxnSpPr>
            <a:cxnSpLocks/>
          </p:cNvCxnSpPr>
          <p:nvPr/>
        </p:nvCxnSpPr>
        <p:spPr>
          <a:xfrm>
            <a:off x="2842136" y="478525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4" name="直線コネクタ 223">
            <a:extLst>
              <a:ext uri="{FF2B5EF4-FFF2-40B4-BE49-F238E27FC236}">
                <a16:creationId xmlns:a16="http://schemas.microsoft.com/office/drawing/2014/main" id="{C031A7C5-9C75-5625-11E4-1A2756A122F3}"/>
              </a:ext>
            </a:extLst>
          </p:cNvPr>
          <p:cNvCxnSpPr>
            <a:cxnSpLocks/>
          </p:cNvCxnSpPr>
          <p:nvPr/>
        </p:nvCxnSpPr>
        <p:spPr>
          <a:xfrm flipV="1">
            <a:off x="2841271" y="3993035"/>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5" name="直線コネクタ 224">
            <a:extLst>
              <a:ext uri="{FF2B5EF4-FFF2-40B4-BE49-F238E27FC236}">
                <a16:creationId xmlns:a16="http://schemas.microsoft.com/office/drawing/2014/main" id="{DD621401-6063-F40E-C2B5-899F7310F0E5}"/>
              </a:ext>
            </a:extLst>
          </p:cNvPr>
          <p:cNvCxnSpPr>
            <a:cxnSpLocks/>
          </p:cNvCxnSpPr>
          <p:nvPr/>
        </p:nvCxnSpPr>
        <p:spPr>
          <a:xfrm flipV="1">
            <a:off x="2841271" y="4789926"/>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6" name="直線コネクタ 225">
            <a:extLst>
              <a:ext uri="{FF2B5EF4-FFF2-40B4-BE49-F238E27FC236}">
                <a16:creationId xmlns:a16="http://schemas.microsoft.com/office/drawing/2014/main" id="{8A32F552-1EF5-DE40-D243-F1A26C660658}"/>
              </a:ext>
            </a:extLst>
          </p:cNvPr>
          <p:cNvCxnSpPr>
            <a:cxnSpLocks/>
          </p:cNvCxnSpPr>
          <p:nvPr/>
        </p:nvCxnSpPr>
        <p:spPr>
          <a:xfrm>
            <a:off x="2841271" y="5563964"/>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7" name="直線コネクタ 226">
            <a:extLst>
              <a:ext uri="{FF2B5EF4-FFF2-40B4-BE49-F238E27FC236}">
                <a16:creationId xmlns:a16="http://schemas.microsoft.com/office/drawing/2014/main" id="{C23076EC-6E9A-BE41-0F30-C852F37C9EF5}"/>
              </a:ext>
            </a:extLst>
          </p:cNvPr>
          <p:cNvCxnSpPr>
            <a:cxnSpLocks/>
          </p:cNvCxnSpPr>
          <p:nvPr/>
        </p:nvCxnSpPr>
        <p:spPr>
          <a:xfrm>
            <a:off x="2844879" y="2438526"/>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8" name="直線コネクタ 227">
            <a:extLst>
              <a:ext uri="{FF2B5EF4-FFF2-40B4-BE49-F238E27FC236}">
                <a16:creationId xmlns:a16="http://schemas.microsoft.com/office/drawing/2014/main" id="{6FDCF801-6631-F8EA-A750-78738056C70F}"/>
              </a:ext>
            </a:extLst>
          </p:cNvPr>
          <p:cNvCxnSpPr>
            <a:cxnSpLocks/>
          </p:cNvCxnSpPr>
          <p:nvPr/>
        </p:nvCxnSpPr>
        <p:spPr>
          <a:xfrm>
            <a:off x="2835672" y="3238066"/>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9" name="直線コネクタ 228">
            <a:extLst>
              <a:ext uri="{FF2B5EF4-FFF2-40B4-BE49-F238E27FC236}">
                <a16:creationId xmlns:a16="http://schemas.microsoft.com/office/drawing/2014/main" id="{3A1D3D85-DD85-3C10-C1D1-7871BA21D6AA}"/>
              </a:ext>
            </a:extLst>
          </p:cNvPr>
          <p:cNvCxnSpPr>
            <a:cxnSpLocks/>
          </p:cNvCxnSpPr>
          <p:nvPr/>
        </p:nvCxnSpPr>
        <p:spPr>
          <a:xfrm flipV="1">
            <a:off x="2835672" y="3552660"/>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0" name="直線コネクタ 229">
            <a:extLst>
              <a:ext uri="{FF2B5EF4-FFF2-40B4-BE49-F238E27FC236}">
                <a16:creationId xmlns:a16="http://schemas.microsoft.com/office/drawing/2014/main" id="{81C51E54-44C3-0A16-2FC7-1344A94DF972}"/>
              </a:ext>
            </a:extLst>
          </p:cNvPr>
          <p:cNvCxnSpPr>
            <a:cxnSpLocks/>
          </p:cNvCxnSpPr>
          <p:nvPr/>
        </p:nvCxnSpPr>
        <p:spPr>
          <a:xfrm flipV="1">
            <a:off x="2838917" y="3669047"/>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1" name="直線コネクタ 230">
            <a:extLst>
              <a:ext uri="{FF2B5EF4-FFF2-40B4-BE49-F238E27FC236}">
                <a16:creationId xmlns:a16="http://schemas.microsoft.com/office/drawing/2014/main" id="{AD8F39FE-52DC-EC4C-BBAD-A17274C5E2B8}"/>
              </a:ext>
            </a:extLst>
          </p:cNvPr>
          <p:cNvCxnSpPr>
            <a:cxnSpLocks/>
          </p:cNvCxnSpPr>
          <p:nvPr/>
        </p:nvCxnSpPr>
        <p:spPr>
          <a:xfrm flipV="1">
            <a:off x="2835672" y="3782382"/>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2" name="直線コネクタ 231">
            <a:extLst>
              <a:ext uri="{FF2B5EF4-FFF2-40B4-BE49-F238E27FC236}">
                <a16:creationId xmlns:a16="http://schemas.microsoft.com/office/drawing/2014/main" id="{7A90DF23-A819-FC3C-4A94-B9468EC5E878}"/>
              </a:ext>
            </a:extLst>
          </p:cNvPr>
          <p:cNvCxnSpPr>
            <a:cxnSpLocks/>
            <a:endCxn id="121" idx="2"/>
          </p:cNvCxnSpPr>
          <p:nvPr/>
        </p:nvCxnSpPr>
        <p:spPr>
          <a:xfrm>
            <a:off x="2825437" y="2438526"/>
            <a:ext cx="1381196" cy="895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4" name="直線コネクタ 233">
            <a:extLst>
              <a:ext uri="{FF2B5EF4-FFF2-40B4-BE49-F238E27FC236}">
                <a16:creationId xmlns:a16="http://schemas.microsoft.com/office/drawing/2014/main" id="{DC343941-5A72-C9FE-8109-4C669770BF5E}"/>
              </a:ext>
            </a:extLst>
          </p:cNvPr>
          <p:cNvCxnSpPr>
            <a:cxnSpLocks/>
          </p:cNvCxnSpPr>
          <p:nvPr/>
        </p:nvCxnSpPr>
        <p:spPr>
          <a:xfrm>
            <a:off x="6229443" y="4032095"/>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5" name="直線コネクタ 234">
            <a:extLst>
              <a:ext uri="{FF2B5EF4-FFF2-40B4-BE49-F238E27FC236}">
                <a16:creationId xmlns:a16="http://schemas.microsoft.com/office/drawing/2014/main" id="{4F3AB2DE-8D1A-083F-6F48-8AB83BA7ED70}"/>
              </a:ext>
            </a:extLst>
          </p:cNvPr>
          <p:cNvCxnSpPr>
            <a:cxnSpLocks/>
          </p:cNvCxnSpPr>
          <p:nvPr/>
        </p:nvCxnSpPr>
        <p:spPr>
          <a:xfrm>
            <a:off x="6257790" y="2476924"/>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6" name="直線コネクタ 235">
            <a:extLst>
              <a:ext uri="{FF2B5EF4-FFF2-40B4-BE49-F238E27FC236}">
                <a16:creationId xmlns:a16="http://schemas.microsoft.com/office/drawing/2014/main" id="{4C762E53-6421-5DC0-9A5F-64AAB1EC0BA5}"/>
              </a:ext>
            </a:extLst>
          </p:cNvPr>
          <p:cNvCxnSpPr>
            <a:cxnSpLocks/>
          </p:cNvCxnSpPr>
          <p:nvPr/>
        </p:nvCxnSpPr>
        <p:spPr>
          <a:xfrm flipV="1">
            <a:off x="6250368" y="2461166"/>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7" name="直線コネクタ 236">
            <a:extLst>
              <a:ext uri="{FF2B5EF4-FFF2-40B4-BE49-F238E27FC236}">
                <a16:creationId xmlns:a16="http://schemas.microsoft.com/office/drawing/2014/main" id="{0B3FB891-5AB8-904D-31FA-3A3132F72129}"/>
              </a:ext>
            </a:extLst>
          </p:cNvPr>
          <p:cNvCxnSpPr>
            <a:cxnSpLocks/>
          </p:cNvCxnSpPr>
          <p:nvPr/>
        </p:nvCxnSpPr>
        <p:spPr>
          <a:xfrm>
            <a:off x="6229443" y="325805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8" name="直線コネクタ 237">
            <a:extLst>
              <a:ext uri="{FF2B5EF4-FFF2-40B4-BE49-F238E27FC236}">
                <a16:creationId xmlns:a16="http://schemas.microsoft.com/office/drawing/2014/main" id="{1B10F415-953F-B04E-3EAE-7D3B34123B86}"/>
              </a:ext>
            </a:extLst>
          </p:cNvPr>
          <p:cNvCxnSpPr>
            <a:cxnSpLocks/>
          </p:cNvCxnSpPr>
          <p:nvPr/>
        </p:nvCxnSpPr>
        <p:spPr>
          <a:xfrm>
            <a:off x="6229443" y="4032095"/>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9" name="直線コネクタ 238">
            <a:extLst>
              <a:ext uri="{FF2B5EF4-FFF2-40B4-BE49-F238E27FC236}">
                <a16:creationId xmlns:a16="http://schemas.microsoft.com/office/drawing/2014/main" id="{AAFFFE9F-D19B-3103-4867-AE51BC9CA0F6}"/>
              </a:ext>
            </a:extLst>
          </p:cNvPr>
          <p:cNvCxnSpPr>
            <a:cxnSpLocks/>
          </p:cNvCxnSpPr>
          <p:nvPr/>
        </p:nvCxnSpPr>
        <p:spPr>
          <a:xfrm>
            <a:off x="6229443" y="4032095"/>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0" name="直線コネクタ 239">
            <a:extLst>
              <a:ext uri="{FF2B5EF4-FFF2-40B4-BE49-F238E27FC236}">
                <a16:creationId xmlns:a16="http://schemas.microsoft.com/office/drawing/2014/main" id="{AB6185C5-1111-B62E-972E-244996A1CC78}"/>
              </a:ext>
            </a:extLst>
          </p:cNvPr>
          <p:cNvCxnSpPr>
            <a:cxnSpLocks/>
          </p:cNvCxnSpPr>
          <p:nvPr/>
        </p:nvCxnSpPr>
        <p:spPr>
          <a:xfrm>
            <a:off x="6235907" y="4805248"/>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1" name="直線コネクタ 240">
            <a:extLst>
              <a:ext uri="{FF2B5EF4-FFF2-40B4-BE49-F238E27FC236}">
                <a16:creationId xmlns:a16="http://schemas.microsoft.com/office/drawing/2014/main" id="{CBC96477-560C-1BA2-0BD3-9F34ADE34703}"/>
              </a:ext>
            </a:extLst>
          </p:cNvPr>
          <p:cNvCxnSpPr>
            <a:cxnSpLocks/>
          </p:cNvCxnSpPr>
          <p:nvPr/>
        </p:nvCxnSpPr>
        <p:spPr>
          <a:xfrm flipV="1">
            <a:off x="6235907" y="4031210"/>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2" name="直線コネクタ 241">
            <a:extLst>
              <a:ext uri="{FF2B5EF4-FFF2-40B4-BE49-F238E27FC236}">
                <a16:creationId xmlns:a16="http://schemas.microsoft.com/office/drawing/2014/main" id="{166D07A6-1814-F653-DEBA-506616330334}"/>
              </a:ext>
            </a:extLst>
          </p:cNvPr>
          <p:cNvCxnSpPr>
            <a:cxnSpLocks/>
          </p:cNvCxnSpPr>
          <p:nvPr/>
        </p:nvCxnSpPr>
        <p:spPr>
          <a:xfrm>
            <a:off x="6235907" y="4805248"/>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3" name="直線コネクタ 242">
            <a:extLst>
              <a:ext uri="{FF2B5EF4-FFF2-40B4-BE49-F238E27FC236}">
                <a16:creationId xmlns:a16="http://schemas.microsoft.com/office/drawing/2014/main" id="{0C103958-2453-BCF2-0C9F-4B2B84B1065C}"/>
              </a:ext>
            </a:extLst>
          </p:cNvPr>
          <p:cNvCxnSpPr>
            <a:cxnSpLocks/>
          </p:cNvCxnSpPr>
          <p:nvPr/>
        </p:nvCxnSpPr>
        <p:spPr>
          <a:xfrm flipV="1">
            <a:off x="6235042" y="4013026"/>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4" name="直線コネクタ 243">
            <a:extLst>
              <a:ext uri="{FF2B5EF4-FFF2-40B4-BE49-F238E27FC236}">
                <a16:creationId xmlns:a16="http://schemas.microsoft.com/office/drawing/2014/main" id="{EFCC5FCB-FFDF-2A78-0CA4-5672FD6FCC58}"/>
              </a:ext>
            </a:extLst>
          </p:cNvPr>
          <p:cNvCxnSpPr>
            <a:cxnSpLocks/>
          </p:cNvCxnSpPr>
          <p:nvPr/>
        </p:nvCxnSpPr>
        <p:spPr>
          <a:xfrm flipV="1">
            <a:off x="6235042" y="4809917"/>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5" name="直線コネクタ 244">
            <a:extLst>
              <a:ext uri="{FF2B5EF4-FFF2-40B4-BE49-F238E27FC236}">
                <a16:creationId xmlns:a16="http://schemas.microsoft.com/office/drawing/2014/main" id="{B5E3FAF2-0B30-AA3C-0A7E-748429354F32}"/>
              </a:ext>
            </a:extLst>
          </p:cNvPr>
          <p:cNvCxnSpPr>
            <a:cxnSpLocks/>
          </p:cNvCxnSpPr>
          <p:nvPr/>
        </p:nvCxnSpPr>
        <p:spPr>
          <a:xfrm>
            <a:off x="6235042" y="5583955"/>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6" name="直線コネクタ 245">
            <a:extLst>
              <a:ext uri="{FF2B5EF4-FFF2-40B4-BE49-F238E27FC236}">
                <a16:creationId xmlns:a16="http://schemas.microsoft.com/office/drawing/2014/main" id="{DC77A170-2479-8116-D0E2-6836EE753807}"/>
              </a:ext>
            </a:extLst>
          </p:cNvPr>
          <p:cNvCxnSpPr>
            <a:cxnSpLocks/>
          </p:cNvCxnSpPr>
          <p:nvPr/>
        </p:nvCxnSpPr>
        <p:spPr>
          <a:xfrm>
            <a:off x="6238650" y="2458517"/>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7" name="直線コネクタ 246">
            <a:extLst>
              <a:ext uri="{FF2B5EF4-FFF2-40B4-BE49-F238E27FC236}">
                <a16:creationId xmlns:a16="http://schemas.microsoft.com/office/drawing/2014/main" id="{11AA8F27-0FE3-263E-0B12-8AA176DE00B4}"/>
              </a:ext>
            </a:extLst>
          </p:cNvPr>
          <p:cNvCxnSpPr>
            <a:cxnSpLocks/>
          </p:cNvCxnSpPr>
          <p:nvPr/>
        </p:nvCxnSpPr>
        <p:spPr>
          <a:xfrm>
            <a:off x="6229443" y="3258057"/>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8" name="直線コネクタ 247">
            <a:extLst>
              <a:ext uri="{FF2B5EF4-FFF2-40B4-BE49-F238E27FC236}">
                <a16:creationId xmlns:a16="http://schemas.microsoft.com/office/drawing/2014/main" id="{C3DB9E10-B9C4-2F87-73D4-A81A95FD74E0}"/>
              </a:ext>
            </a:extLst>
          </p:cNvPr>
          <p:cNvCxnSpPr>
            <a:cxnSpLocks/>
          </p:cNvCxnSpPr>
          <p:nvPr/>
        </p:nvCxnSpPr>
        <p:spPr>
          <a:xfrm flipV="1">
            <a:off x="6229443" y="3572651"/>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9" name="直線コネクタ 248">
            <a:extLst>
              <a:ext uri="{FF2B5EF4-FFF2-40B4-BE49-F238E27FC236}">
                <a16:creationId xmlns:a16="http://schemas.microsoft.com/office/drawing/2014/main" id="{3AA0EB1D-B145-A699-A303-85ED8D870B38}"/>
              </a:ext>
            </a:extLst>
          </p:cNvPr>
          <p:cNvCxnSpPr>
            <a:cxnSpLocks/>
          </p:cNvCxnSpPr>
          <p:nvPr/>
        </p:nvCxnSpPr>
        <p:spPr>
          <a:xfrm flipV="1">
            <a:off x="6232688" y="3689038"/>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0" name="直線コネクタ 249">
            <a:extLst>
              <a:ext uri="{FF2B5EF4-FFF2-40B4-BE49-F238E27FC236}">
                <a16:creationId xmlns:a16="http://schemas.microsoft.com/office/drawing/2014/main" id="{3D2AB864-F03C-FDE3-D35D-6B3FB8B278D7}"/>
              </a:ext>
            </a:extLst>
          </p:cNvPr>
          <p:cNvCxnSpPr>
            <a:cxnSpLocks/>
          </p:cNvCxnSpPr>
          <p:nvPr/>
        </p:nvCxnSpPr>
        <p:spPr>
          <a:xfrm flipV="1">
            <a:off x="6229443" y="3802373"/>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1" name="直線コネクタ 250">
            <a:extLst>
              <a:ext uri="{FF2B5EF4-FFF2-40B4-BE49-F238E27FC236}">
                <a16:creationId xmlns:a16="http://schemas.microsoft.com/office/drawing/2014/main" id="{5216363A-0C5F-40AC-B4B8-E373D7BE0173}"/>
              </a:ext>
            </a:extLst>
          </p:cNvPr>
          <p:cNvCxnSpPr>
            <a:cxnSpLocks/>
          </p:cNvCxnSpPr>
          <p:nvPr/>
        </p:nvCxnSpPr>
        <p:spPr>
          <a:xfrm>
            <a:off x="6219208" y="2458517"/>
            <a:ext cx="1381196" cy="895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2" name="直線コネクタ 251">
            <a:extLst>
              <a:ext uri="{FF2B5EF4-FFF2-40B4-BE49-F238E27FC236}">
                <a16:creationId xmlns:a16="http://schemas.microsoft.com/office/drawing/2014/main" id="{C4058955-3B69-6BBB-D8B4-08EBEB86B6F0}"/>
              </a:ext>
            </a:extLst>
          </p:cNvPr>
          <p:cNvCxnSpPr>
            <a:cxnSpLocks/>
            <a:stCxn id="121" idx="2"/>
          </p:cNvCxnSpPr>
          <p:nvPr/>
        </p:nvCxnSpPr>
        <p:spPr>
          <a:xfrm flipH="1">
            <a:off x="2882650" y="2447480"/>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5" name="直線コネクタ 254">
            <a:extLst>
              <a:ext uri="{FF2B5EF4-FFF2-40B4-BE49-F238E27FC236}">
                <a16:creationId xmlns:a16="http://schemas.microsoft.com/office/drawing/2014/main" id="{97BC05BA-3388-19AA-EC23-EA672388BB0A}"/>
              </a:ext>
            </a:extLst>
          </p:cNvPr>
          <p:cNvCxnSpPr>
            <a:cxnSpLocks/>
            <a:stCxn id="103" idx="2"/>
          </p:cNvCxnSpPr>
          <p:nvPr/>
        </p:nvCxnSpPr>
        <p:spPr>
          <a:xfrm flipH="1">
            <a:off x="2898861" y="3244371"/>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8" name="直線コネクタ 257">
            <a:extLst>
              <a:ext uri="{FF2B5EF4-FFF2-40B4-BE49-F238E27FC236}">
                <a16:creationId xmlns:a16="http://schemas.microsoft.com/office/drawing/2014/main" id="{8C7281CF-2A22-BA20-B628-0D2D1473DFAD}"/>
              </a:ext>
            </a:extLst>
          </p:cNvPr>
          <p:cNvCxnSpPr>
            <a:cxnSpLocks/>
            <a:stCxn id="85" idx="2"/>
          </p:cNvCxnSpPr>
          <p:nvPr/>
        </p:nvCxnSpPr>
        <p:spPr>
          <a:xfrm flipH="1" flipV="1">
            <a:off x="2905198" y="3579483"/>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63" name="直線コネクタ 262">
            <a:extLst>
              <a:ext uri="{FF2B5EF4-FFF2-40B4-BE49-F238E27FC236}">
                <a16:creationId xmlns:a16="http://schemas.microsoft.com/office/drawing/2014/main" id="{2904CE05-B813-4D01-615B-0D887C8D8F12}"/>
              </a:ext>
            </a:extLst>
          </p:cNvPr>
          <p:cNvCxnSpPr>
            <a:cxnSpLocks/>
            <a:endCxn id="67" idx="2"/>
          </p:cNvCxnSpPr>
          <p:nvPr/>
        </p:nvCxnSpPr>
        <p:spPr>
          <a:xfrm>
            <a:off x="2898861" y="3683297"/>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69" name="直線コネクタ 268">
            <a:extLst>
              <a:ext uri="{FF2B5EF4-FFF2-40B4-BE49-F238E27FC236}">
                <a16:creationId xmlns:a16="http://schemas.microsoft.com/office/drawing/2014/main" id="{712F1EF4-79FF-3680-473C-1B9799A8F7BD}"/>
              </a:ext>
            </a:extLst>
          </p:cNvPr>
          <p:cNvCxnSpPr>
            <a:cxnSpLocks/>
            <a:stCxn id="25" idx="2"/>
          </p:cNvCxnSpPr>
          <p:nvPr/>
        </p:nvCxnSpPr>
        <p:spPr>
          <a:xfrm flipH="1" flipV="1">
            <a:off x="2888501" y="3798946"/>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2" name="直線コネクタ 271">
            <a:extLst>
              <a:ext uri="{FF2B5EF4-FFF2-40B4-BE49-F238E27FC236}">
                <a16:creationId xmlns:a16="http://schemas.microsoft.com/office/drawing/2014/main" id="{1FB7D274-95F0-A4BE-D778-6417DDECA841}"/>
              </a:ext>
            </a:extLst>
          </p:cNvPr>
          <p:cNvCxnSpPr>
            <a:cxnSpLocks/>
          </p:cNvCxnSpPr>
          <p:nvPr/>
        </p:nvCxnSpPr>
        <p:spPr>
          <a:xfrm flipH="1">
            <a:off x="1206249" y="2449344"/>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3" name="直線コネクタ 272">
            <a:extLst>
              <a:ext uri="{FF2B5EF4-FFF2-40B4-BE49-F238E27FC236}">
                <a16:creationId xmlns:a16="http://schemas.microsoft.com/office/drawing/2014/main" id="{A6B957E1-5496-A2A5-AEF4-1F9EA94E4FA9}"/>
              </a:ext>
            </a:extLst>
          </p:cNvPr>
          <p:cNvCxnSpPr>
            <a:cxnSpLocks/>
          </p:cNvCxnSpPr>
          <p:nvPr/>
        </p:nvCxnSpPr>
        <p:spPr>
          <a:xfrm flipH="1">
            <a:off x="1222460" y="3246235"/>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4" name="直線コネクタ 273">
            <a:extLst>
              <a:ext uri="{FF2B5EF4-FFF2-40B4-BE49-F238E27FC236}">
                <a16:creationId xmlns:a16="http://schemas.microsoft.com/office/drawing/2014/main" id="{F03EA6DE-1B7F-C2EE-6941-E28B236B2F56}"/>
              </a:ext>
            </a:extLst>
          </p:cNvPr>
          <p:cNvCxnSpPr>
            <a:cxnSpLocks/>
          </p:cNvCxnSpPr>
          <p:nvPr/>
        </p:nvCxnSpPr>
        <p:spPr>
          <a:xfrm flipH="1" flipV="1">
            <a:off x="1228797" y="3581347"/>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5" name="直線コネクタ 274">
            <a:extLst>
              <a:ext uri="{FF2B5EF4-FFF2-40B4-BE49-F238E27FC236}">
                <a16:creationId xmlns:a16="http://schemas.microsoft.com/office/drawing/2014/main" id="{79E81ECE-9EE7-09AC-BE10-E3A08642E637}"/>
              </a:ext>
            </a:extLst>
          </p:cNvPr>
          <p:cNvCxnSpPr>
            <a:cxnSpLocks/>
          </p:cNvCxnSpPr>
          <p:nvPr/>
        </p:nvCxnSpPr>
        <p:spPr>
          <a:xfrm>
            <a:off x="1222460" y="3685161"/>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6" name="直線コネクタ 275">
            <a:extLst>
              <a:ext uri="{FF2B5EF4-FFF2-40B4-BE49-F238E27FC236}">
                <a16:creationId xmlns:a16="http://schemas.microsoft.com/office/drawing/2014/main" id="{187111E3-3062-62E8-45B7-E64029397D0C}"/>
              </a:ext>
            </a:extLst>
          </p:cNvPr>
          <p:cNvCxnSpPr>
            <a:cxnSpLocks/>
          </p:cNvCxnSpPr>
          <p:nvPr/>
        </p:nvCxnSpPr>
        <p:spPr>
          <a:xfrm flipH="1" flipV="1">
            <a:off x="1212100" y="3800810"/>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7" name="直線コネクタ 276">
            <a:extLst>
              <a:ext uri="{FF2B5EF4-FFF2-40B4-BE49-F238E27FC236}">
                <a16:creationId xmlns:a16="http://schemas.microsoft.com/office/drawing/2014/main" id="{23EDBF1C-E2F7-9F6F-45CD-45CAF37E0500}"/>
              </a:ext>
            </a:extLst>
          </p:cNvPr>
          <p:cNvCxnSpPr>
            <a:cxnSpLocks/>
          </p:cNvCxnSpPr>
          <p:nvPr/>
        </p:nvCxnSpPr>
        <p:spPr>
          <a:xfrm flipH="1">
            <a:off x="6249733" y="2485234"/>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8" name="直線コネクタ 277">
            <a:extLst>
              <a:ext uri="{FF2B5EF4-FFF2-40B4-BE49-F238E27FC236}">
                <a16:creationId xmlns:a16="http://schemas.microsoft.com/office/drawing/2014/main" id="{4B041EBC-763F-D4F2-718E-B23661679135}"/>
              </a:ext>
            </a:extLst>
          </p:cNvPr>
          <p:cNvCxnSpPr>
            <a:cxnSpLocks/>
          </p:cNvCxnSpPr>
          <p:nvPr/>
        </p:nvCxnSpPr>
        <p:spPr>
          <a:xfrm flipH="1">
            <a:off x="6265944" y="3282125"/>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9" name="直線コネクタ 278">
            <a:extLst>
              <a:ext uri="{FF2B5EF4-FFF2-40B4-BE49-F238E27FC236}">
                <a16:creationId xmlns:a16="http://schemas.microsoft.com/office/drawing/2014/main" id="{F5E685C1-371D-FD94-9F69-1645AE641009}"/>
              </a:ext>
            </a:extLst>
          </p:cNvPr>
          <p:cNvCxnSpPr>
            <a:cxnSpLocks/>
          </p:cNvCxnSpPr>
          <p:nvPr/>
        </p:nvCxnSpPr>
        <p:spPr>
          <a:xfrm flipH="1" flipV="1">
            <a:off x="6272281" y="3617237"/>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0" name="直線コネクタ 279">
            <a:extLst>
              <a:ext uri="{FF2B5EF4-FFF2-40B4-BE49-F238E27FC236}">
                <a16:creationId xmlns:a16="http://schemas.microsoft.com/office/drawing/2014/main" id="{98D6027C-231C-1633-8071-0836604A7B41}"/>
              </a:ext>
            </a:extLst>
          </p:cNvPr>
          <p:cNvCxnSpPr>
            <a:cxnSpLocks/>
          </p:cNvCxnSpPr>
          <p:nvPr/>
        </p:nvCxnSpPr>
        <p:spPr>
          <a:xfrm>
            <a:off x="6265944" y="3721051"/>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1" name="直線コネクタ 280">
            <a:extLst>
              <a:ext uri="{FF2B5EF4-FFF2-40B4-BE49-F238E27FC236}">
                <a16:creationId xmlns:a16="http://schemas.microsoft.com/office/drawing/2014/main" id="{EE83CB53-AFBE-077A-D746-8B6338CD4DCE}"/>
              </a:ext>
            </a:extLst>
          </p:cNvPr>
          <p:cNvCxnSpPr>
            <a:cxnSpLocks/>
          </p:cNvCxnSpPr>
          <p:nvPr/>
        </p:nvCxnSpPr>
        <p:spPr>
          <a:xfrm flipH="1" flipV="1">
            <a:off x="6255584" y="3836700"/>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2" name="直線コネクタ 281">
            <a:extLst>
              <a:ext uri="{FF2B5EF4-FFF2-40B4-BE49-F238E27FC236}">
                <a16:creationId xmlns:a16="http://schemas.microsoft.com/office/drawing/2014/main" id="{9F623417-3B4C-7DFE-CF28-F69196EF299E}"/>
              </a:ext>
            </a:extLst>
          </p:cNvPr>
          <p:cNvCxnSpPr>
            <a:cxnSpLocks/>
          </p:cNvCxnSpPr>
          <p:nvPr/>
        </p:nvCxnSpPr>
        <p:spPr>
          <a:xfrm flipV="1">
            <a:off x="4527989" y="3240248"/>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3" name="直線コネクタ 282">
            <a:extLst>
              <a:ext uri="{FF2B5EF4-FFF2-40B4-BE49-F238E27FC236}">
                <a16:creationId xmlns:a16="http://schemas.microsoft.com/office/drawing/2014/main" id="{7A6A6799-68B9-2613-7391-7313012E72BC}"/>
              </a:ext>
            </a:extLst>
          </p:cNvPr>
          <p:cNvCxnSpPr>
            <a:cxnSpLocks/>
          </p:cNvCxnSpPr>
          <p:nvPr/>
        </p:nvCxnSpPr>
        <p:spPr>
          <a:xfrm>
            <a:off x="4520434" y="3244371"/>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4" name="直線コネクタ 283">
            <a:extLst>
              <a:ext uri="{FF2B5EF4-FFF2-40B4-BE49-F238E27FC236}">
                <a16:creationId xmlns:a16="http://schemas.microsoft.com/office/drawing/2014/main" id="{841DF851-3529-9ECE-3931-561331A8BE64}"/>
              </a:ext>
            </a:extLst>
          </p:cNvPr>
          <p:cNvCxnSpPr>
            <a:cxnSpLocks/>
          </p:cNvCxnSpPr>
          <p:nvPr/>
        </p:nvCxnSpPr>
        <p:spPr>
          <a:xfrm>
            <a:off x="4531869" y="3255762"/>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8" name="直線コネクタ 287">
            <a:extLst>
              <a:ext uri="{FF2B5EF4-FFF2-40B4-BE49-F238E27FC236}">
                <a16:creationId xmlns:a16="http://schemas.microsoft.com/office/drawing/2014/main" id="{68BA5A2C-8A92-F98C-3631-C49E1FC1F8D2}"/>
              </a:ext>
            </a:extLst>
          </p:cNvPr>
          <p:cNvCxnSpPr>
            <a:cxnSpLocks/>
          </p:cNvCxnSpPr>
          <p:nvPr/>
        </p:nvCxnSpPr>
        <p:spPr>
          <a:xfrm flipV="1">
            <a:off x="4535390" y="4790985"/>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9" name="直線コネクタ 288">
            <a:extLst>
              <a:ext uri="{FF2B5EF4-FFF2-40B4-BE49-F238E27FC236}">
                <a16:creationId xmlns:a16="http://schemas.microsoft.com/office/drawing/2014/main" id="{A94981C3-5866-B022-7D13-59011E6996AF}"/>
              </a:ext>
            </a:extLst>
          </p:cNvPr>
          <p:cNvCxnSpPr>
            <a:cxnSpLocks/>
          </p:cNvCxnSpPr>
          <p:nvPr/>
        </p:nvCxnSpPr>
        <p:spPr>
          <a:xfrm>
            <a:off x="4527835" y="479510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91" name="直線コネクタ 290">
            <a:extLst>
              <a:ext uri="{FF2B5EF4-FFF2-40B4-BE49-F238E27FC236}">
                <a16:creationId xmlns:a16="http://schemas.microsoft.com/office/drawing/2014/main" id="{10EB9B9B-0491-F0FC-A7D0-31F27A43468F}"/>
              </a:ext>
            </a:extLst>
          </p:cNvPr>
          <p:cNvCxnSpPr>
            <a:cxnSpLocks/>
          </p:cNvCxnSpPr>
          <p:nvPr/>
        </p:nvCxnSpPr>
        <p:spPr>
          <a:xfrm flipV="1">
            <a:off x="4527835" y="5581391"/>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6" name="直線コネクタ 305">
            <a:extLst>
              <a:ext uri="{FF2B5EF4-FFF2-40B4-BE49-F238E27FC236}">
                <a16:creationId xmlns:a16="http://schemas.microsoft.com/office/drawing/2014/main" id="{502BEA02-A7E0-52B5-98C2-C785FC2D7D57}"/>
              </a:ext>
            </a:extLst>
          </p:cNvPr>
          <p:cNvCxnSpPr>
            <a:cxnSpLocks/>
          </p:cNvCxnSpPr>
          <p:nvPr/>
        </p:nvCxnSpPr>
        <p:spPr>
          <a:xfrm flipV="1">
            <a:off x="4522532" y="5464349"/>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7" name="直線コネクタ 306">
            <a:extLst>
              <a:ext uri="{FF2B5EF4-FFF2-40B4-BE49-F238E27FC236}">
                <a16:creationId xmlns:a16="http://schemas.microsoft.com/office/drawing/2014/main" id="{B9F1A21E-9380-6519-71E9-19A2731A9811}"/>
              </a:ext>
            </a:extLst>
          </p:cNvPr>
          <p:cNvCxnSpPr>
            <a:cxnSpLocks/>
          </p:cNvCxnSpPr>
          <p:nvPr/>
        </p:nvCxnSpPr>
        <p:spPr>
          <a:xfrm flipV="1">
            <a:off x="4509485" y="5341595"/>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8" name="直線コネクタ 307">
            <a:extLst>
              <a:ext uri="{FF2B5EF4-FFF2-40B4-BE49-F238E27FC236}">
                <a16:creationId xmlns:a16="http://schemas.microsoft.com/office/drawing/2014/main" id="{A357552F-26C3-78BF-7BE6-2D026BAAF388}"/>
              </a:ext>
            </a:extLst>
          </p:cNvPr>
          <p:cNvCxnSpPr>
            <a:cxnSpLocks/>
          </p:cNvCxnSpPr>
          <p:nvPr/>
        </p:nvCxnSpPr>
        <p:spPr>
          <a:xfrm flipV="1">
            <a:off x="4530637" y="4687998"/>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9" name="直線コネクタ 308">
            <a:extLst>
              <a:ext uri="{FF2B5EF4-FFF2-40B4-BE49-F238E27FC236}">
                <a16:creationId xmlns:a16="http://schemas.microsoft.com/office/drawing/2014/main" id="{135CD58E-ACB7-FD17-B3AF-F109C7D807FF}"/>
              </a:ext>
            </a:extLst>
          </p:cNvPr>
          <p:cNvCxnSpPr>
            <a:cxnSpLocks/>
          </p:cNvCxnSpPr>
          <p:nvPr/>
        </p:nvCxnSpPr>
        <p:spPr>
          <a:xfrm flipV="1">
            <a:off x="4517590" y="4565244"/>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nvGrpSpPr>
          <p:cNvPr id="315" name="グループ化 314">
            <a:extLst>
              <a:ext uri="{FF2B5EF4-FFF2-40B4-BE49-F238E27FC236}">
                <a16:creationId xmlns:a16="http://schemas.microsoft.com/office/drawing/2014/main" id="{179AC669-3ED0-9DE3-FE59-A35C277D783A}"/>
              </a:ext>
            </a:extLst>
          </p:cNvPr>
          <p:cNvGrpSpPr/>
          <p:nvPr/>
        </p:nvGrpSpPr>
        <p:grpSpPr>
          <a:xfrm>
            <a:off x="4527486" y="3796253"/>
            <a:ext cx="482573" cy="468207"/>
            <a:chOff x="4527486" y="3796253"/>
            <a:chExt cx="482573" cy="468207"/>
          </a:xfrm>
        </p:grpSpPr>
        <p:cxnSp>
          <p:nvCxnSpPr>
            <p:cNvPr id="285" name="直線コネクタ 284">
              <a:extLst>
                <a:ext uri="{FF2B5EF4-FFF2-40B4-BE49-F238E27FC236}">
                  <a16:creationId xmlns:a16="http://schemas.microsoft.com/office/drawing/2014/main" id="{2339B217-4B9D-6CBA-7D03-B224636B16BD}"/>
                </a:ext>
              </a:extLst>
            </p:cNvPr>
            <p:cNvCxnSpPr>
              <a:cxnSpLocks/>
            </p:cNvCxnSpPr>
            <p:nvPr/>
          </p:nvCxnSpPr>
          <p:spPr>
            <a:xfrm flipV="1">
              <a:off x="4536546" y="4015742"/>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6" name="直線コネクタ 285">
              <a:extLst>
                <a:ext uri="{FF2B5EF4-FFF2-40B4-BE49-F238E27FC236}">
                  <a16:creationId xmlns:a16="http://schemas.microsoft.com/office/drawing/2014/main" id="{3C4AC7A2-B586-F8A3-C34C-0E017B743B28}"/>
                </a:ext>
              </a:extLst>
            </p:cNvPr>
            <p:cNvCxnSpPr>
              <a:cxnSpLocks/>
            </p:cNvCxnSpPr>
            <p:nvPr/>
          </p:nvCxnSpPr>
          <p:spPr>
            <a:xfrm>
              <a:off x="4528991" y="4019865"/>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7" name="直線コネクタ 286">
              <a:extLst>
                <a:ext uri="{FF2B5EF4-FFF2-40B4-BE49-F238E27FC236}">
                  <a16:creationId xmlns:a16="http://schemas.microsoft.com/office/drawing/2014/main" id="{4F531D49-8BD6-D941-6E8B-B020208375D9}"/>
                </a:ext>
              </a:extLst>
            </p:cNvPr>
            <p:cNvCxnSpPr>
              <a:cxnSpLocks/>
            </p:cNvCxnSpPr>
            <p:nvPr/>
          </p:nvCxnSpPr>
          <p:spPr>
            <a:xfrm>
              <a:off x="4540426" y="4031256"/>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0" name="直線コネクタ 309">
              <a:extLst>
                <a:ext uri="{FF2B5EF4-FFF2-40B4-BE49-F238E27FC236}">
                  <a16:creationId xmlns:a16="http://schemas.microsoft.com/office/drawing/2014/main" id="{A4FFEC9A-B67A-A106-5945-87E60280B96A}"/>
                </a:ext>
              </a:extLst>
            </p:cNvPr>
            <p:cNvCxnSpPr>
              <a:cxnSpLocks/>
            </p:cNvCxnSpPr>
            <p:nvPr/>
          </p:nvCxnSpPr>
          <p:spPr>
            <a:xfrm flipV="1">
              <a:off x="4540533" y="3919007"/>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1" name="直線コネクタ 310">
              <a:extLst>
                <a:ext uri="{FF2B5EF4-FFF2-40B4-BE49-F238E27FC236}">
                  <a16:creationId xmlns:a16="http://schemas.microsoft.com/office/drawing/2014/main" id="{D158E32B-2C13-6E39-1166-2F8DE3CA91C6}"/>
                </a:ext>
              </a:extLst>
            </p:cNvPr>
            <p:cNvCxnSpPr>
              <a:cxnSpLocks/>
            </p:cNvCxnSpPr>
            <p:nvPr/>
          </p:nvCxnSpPr>
          <p:spPr>
            <a:xfrm flipV="1">
              <a:off x="4527486" y="3796253"/>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cxnSp>
        <p:nvCxnSpPr>
          <p:cNvPr id="312" name="直線コネクタ 311">
            <a:extLst>
              <a:ext uri="{FF2B5EF4-FFF2-40B4-BE49-F238E27FC236}">
                <a16:creationId xmlns:a16="http://schemas.microsoft.com/office/drawing/2014/main" id="{DF49A140-7F3C-5458-852A-CC6CCDDF7C9D}"/>
              </a:ext>
            </a:extLst>
          </p:cNvPr>
          <p:cNvCxnSpPr>
            <a:cxnSpLocks/>
            <a:stCxn id="103" idx="6"/>
          </p:cNvCxnSpPr>
          <p:nvPr/>
        </p:nvCxnSpPr>
        <p:spPr>
          <a:xfrm flipV="1">
            <a:off x="4518126" y="3151782"/>
            <a:ext cx="463418" cy="9258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7" name="直線コネクタ 316">
            <a:extLst>
              <a:ext uri="{FF2B5EF4-FFF2-40B4-BE49-F238E27FC236}">
                <a16:creationId xmlns:a16="http://schemas.microsoft.com/office/drawing/2014/main" id="{B4DAC1FD-DE50-ED8F-913C-86A940879104}"/>
              </a:ext>
            </a:extLst>
          </p:cNvPr>
          <p:cNvCxnSpPr>
            <a:cxnSpLocks/>
          </p:cNvCxnSpPr>
          <p:nvPr/>
        </p:nvCxnSpPr>
        <p:spPr>
          <a:xfrm rot="10800000" flipV="1">
            <a:off x="5397914" y="4036722"/>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8" name="直線コネクタ 317">
            <a:extLst>
              <a:ext uri="{FF2B5EF4-FFF2-40B4-BE49-F238E27FC236}">
                <a16:creationId xmlns:a16="http://schemas.microsoft.com/office/drawing/2014/main" id="{B3104478-4042-870F-D2FC-6CF2C50A18BC}"/>
              </a:ext>
            </a:extLst>
          </p:cNvPr>
          <p:cNvCxnSpPr>
            <a:cxnSpLocks/>
          </p:cNvCxnSpPr>
          <p:nvPr/>
        </p:nvCxnSpPr>
        <p:spPr>
          <a:xfrm rot="10800000">
            <a:off x="5432418" y="3919007"/>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9" name="直線コネクタ 318">
            <a:extLst>
              <a:ext uri="{FF2B5EF4-FFF2-40B4-BE49-F238E27FC236}">
                <a16:creationId xmlns:a16="http://schemas.microsoft.com/office/drawing/2014/main" id="{219201E8-2697-5076-D309-67B013FA2829}"/>
              </a:ext>
            </a:extLst>
          </p:cNvPr>
          <p:cNvCxnSpPr>
            <a:cxnSpLocks/>
          </p:cNvCxnSpPr>
          <p:nvPr/>
        </p:nvCxnSpPr>
        <p:spPr>
          <a:xfrm rot="10800000">
            <a:off x="5432418" y="3796253"/>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0" name="直線コネクタ 319">
            <a:extLst>
              <a:ext uri="{FF2B5EF4-FFF2-40B4-BE49-F238E27FC236}">
                <a16:creationId xmlns:a16="http://schemas.microsoft.com/office/drawing/2014/main" id="{2DAD7F2A-0605-553E-20A4-457B6994FBE5}"/>
              </a:ext>
            </a:extLst>
          </p:cNvPr>
          <p:cNvCxnSpPr>
            <a:cxnSpLocks/>
          </p:cNvCxnSpPr>
          <p:nvPr/>
        </p:nvCxnSpPr>
        <p:spPr>
          <a:xfrm rot="10800000" flipV="1">
            <a:off x="5426276" y="4019184"/>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1" name="直線コネクタ 320">
            <a:extLst>
              <a:ext uri="{FF2B5EF4-FFF2-40B4-BE49-F238E27FC236}">
                <a16:creationId xmlns:a16="http://schemas.microsoft.com/office/drawing/2014/main" id="{7670BB25-67C6-74DC-E612-9F7C0B0D25CB}"/>
              </a:ext>
            </a:extLst>
          </p:cNvPr>
          <p:cNvCxnSpPr>
            <a:cxnSpLocks/>
          </p:cNvCxnSpPr>
          <p:nvPr/>
        </p:nvCxnSpPr>
        <p:spPr>
          <a:xfrm rot="10800000" flipV="1">
            <a:off x="5421222" y="4025446"/>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2" name="直線コネクタ 321">
            <a:extLst>
              <a:ext uri="{FF2B5EF4-FFF2-40B4-BE49-F238E27FC236}">
                <a16:creationId xmlns:a16="http://schemas.microsoft.com/office/drawing/2014/main" id="{7E3152AC-00EF-B2E2-2EC9-0932DAD5F2A7}"/>
              </a:ext>
            </a:extLst>
          </p:cNvPr>
          <p:cNvCxnSpPr>
            <a:cxnSpLocks/>
          </p:cNvCxnSpPr>
          <p:nvPr/>
        </p:nvCxnSpPr>
        <p:spPr>
          <a:xfrm rot="10800000" flipV="1">
            <a:off x="5401134" y="4805713"/>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3" name="直線コネクタ 322">
            <a:extLst>
              <a:ext uri="{FF2B5EF4-FFF2-40B4-BE49-F238E27FC236}">
                <a16:creationId xmlns:a16="http://schemas.microsoft.com/office/drawing/2014/main" id="{D21B47FA-53EB-CD73-B247-525E74D9C315}"/>
              </a:ext>
            </a:extLst>
          </p:cNvPr>
          <p:cNvCxnSpPr>
            <a:cxnSpLocks/>
          </p:cNvCxnSpPr>
          <p:nvPr/>
        </p:nvCxnSpPr>
        <p:spPr>
          <a:xfrm rot="10800000">
            <a:off x="5435638" y="468799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4" name="直線コネクタ 323">
            <a:extLst>
              <a:ext uri="{FF2B5EF4-FFF2-40B4-BE49-F238E27FC236}">
                <a16:creationId xmlns:a16="http://schemas.microsoft.com/office/drawing/2014/main" id="{2B820D64-CC27-24BC-8C94-E836204453AA}"/>
              </a:ext>
            </a:extLst>
          </p:cNvPr>
          <p:cNvCxnSpPr>
            <a:cxnSpLocks/>
          </p:cNvCxnSpPr>
          <p:nvPr/>
        </p:nvCxnSpPr>
        <p:spPr>
          <a:xfrm rot="10800000">
            <a:off x="5435638" y="456524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5" name="直線コネクタ 324">
            <a:extLst>
              <a:ext uri="{FF2B5EF4-FFF2-40B4-BE49-F238E27FC236}">
                <a16:creationId xmlns:a16="http://schemas.microsoft.com/office/drawing/2014/main" id="{8C3EA039-2235-A65F-AD37-D4AD8ED2A9B5}"/>
              </a:ext>
            </a:extLst>
          </p:cNvPr>
          <p:cNvCxnSpPr>
            <a:cxnSpLocks/>
          </p:cNvCxnSpPr>
          <p:nvPr/>
        </p:nvCxnSpPr>
        <p:spPr>
          <a:xfrm rot="10800000" flipV="1">
            <a:off x="5429496" y="4788175"/>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7" name="直線コネクタ 326">
            <a:extLst>
              <a:ext uri="{FF2B5EF4-FFF2-40B4-BE49-F238E27FC236}">
                <a16:creationId xmlns:a16="http://schemas.microsoft.com/office/drawing/2014/main" id="{7E34B9B2-81B9-173D-0BC8-6F8ECE62C864}"/>
              </a:ext>
            </a:extLst>
          </p:cNvPr>
          <p:cNvCxnSpPr>
            <a:cxnSpLocks/>
          </p:cNvCxnSpPr>
          <p:nvPr/>
        </p:nvCxnSpPr>
        <p:spPr>
          <a:xfrm rot="10800000" flipV="1">
            <a:off x="5393990" y="5579333"/>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8" name="直線コネクタ 327">
            <a:extLst>
              <a:ext uri="{FF2B5EF4-FFF2-40B4-BE49-F238E27FC236}">
                <a16:creationId xmlns:a16="http://schemas.microsoft.com/office/drawing/2014/main" id="{34A3EF29-E064-CCD9-D20F-F5CAC7D8AD2B}"/>
              </a:ext>
            </a:extLst>
          </p:cNvPr>
          <p:cNvCxnSpPr>
            <a:cxnSpLocks/>
          </p:cNvCxnSpPr>
          <p:nvPr/>
        </p:nvCxnSpPr>
        <p:spPr>
          <a:xfrm rot="10800000">
            <a:off x="5428494" y="546161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9" name="直線コネクタ 328">
            <a:extLst>
              <a:ext uri="{FF2B5EF4-FFF2-40B4-BE49-F238E27FC236}">
                <a16:creationId xmlns:a16="http://schemas.microsoft.com/office/drawing/2014/main" id="{4DD0738F-23DA-714A-6C79-03129C8AF449}"/>
              </a:ext>
            </a:extLst>
          </p:cNvPr>
          <p:cNvCxnSpPr>
            <a:cxnSpLocks/>
          </p:cNvCxnSpPr>
          <p:nvPr/>
        </p:nvCxnSpPr>
        <p:spPr>
          <a:xfrm rot="10800000">
            <a:off x="5428494" y="533886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37" name="直線コネクタ 336">
            <a:extLst>
              <a:ext uri="{FF2B5EF4-FFF2-40B4-BE49-F238E27FC236}">
                <a16:creationId xmlns:a16="http://schemas.microsoft.com/office/drawing/2014/main" id="{597E4C6A-20DD-0993-9D13-78BD0BE6E10E}"/>
              </a:ext>
            </a:extLst>
          </p:cNvPr>
          <p:cNvCxnSpPr>
            <a:cxnSpLocks/>
          </p:cNvCxnSpPr>
          <p:nvPr/>
        </p:nvCxnSpPr>
        <p:spPr>
          <a:xfrm rot="10800000" flipV="1">
            <a:off x="5394390" y="3244268"/>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38" name="直線コネクタ 337">
            <a:extLst>
              <a:ext uri="{FF2B5EF4-FFF2-40B4-BE49-F238E27FC236}">
                <a16:creationId xmlns:a16="http://schemas.microsoft.com/office/drawing/2014/main" id="{4C0197D7-7893-594A-24B1-F7D141F3B9C8}"/>
              </a:ext>
            </a:extLst>
          </p:cNvPr>
          <p:cNvCxnSpPr>
            <a:cxnSpLocks/>
          </p:cNvCxnSpPr>
          <p:nvPr/>
        </p:nvCxnSpPr>
        <p:spPr>
          <a:xfrm rot="10800000">
            <a:off x="5428894" y="3126553"/>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0" name="直線コネクタ 339">
            <a:extLst>
              <a:ext uri="{FF2B5EF4-FFF2-40B4-BE49-F238E27FC236}">
                <a16:creationId xmlns:a16="http://schemas.microsoft.com/office/drawing/2014/main" id="{F1B91F23-2DDE-FE45-E128-4D8F96F59731}"/>
              </a:ext>
            </a:extLst>
          </p:cNvPr>
          <p:cNvCxnSpPr>
            <a:cxnSpLocks/>
          </p:cNvCxnSpPr>
          <p:nvPr/>
        </p:nvCxnSpPr>
        <p:spPr>
          <a:xfrm rot="10800000" flipV="1">
            <a:off x="5422752" y="3226730"/>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1" name="直線コネクタ 340">
            <a:extLst>
              <a:ext uri="{FF2B5EF4-FFF2-40B4-BE49-F238E27FC236}">
                <a16:creationId xmlns:a16="http://schemas.microsoft.com/office/drawing/2014/main" id="{18DD26BB-5C32-7390-0DE4-FB2FE83FCDE6}"/>
              </a:ext>
            </a:extLst>
          </p:cNvPr>
          <p:cNvCxnSpPr>
            <a:cxnSpLocks/>
          </p:cNvCxnSpPr>
          <p:nvPr/>
        </p:nvCxnSpPr>
        <p:spPr>
          <a:xfrm rot="10800000" flipV="1">
            <a:off x="5417698" y="3232992"/>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2" name="直線コネクタ 341">
            <a:extLst>
              <a:ext uri="{FF2B5EF4-FFF2-40B4-BE49-F238E27FC236}">
                <a16:creationId xmlns:a16="http://schemas.microsoft.com/office/drawing/2014/main" id="{D04C7513-2018-85B4-63A1-50723A00E14A}"/>
              </a:ext>
            </a:extLst>
          </p:cNvPr>
          <p:cNvCxnSpPr>
            <a:cxnSpLocks/>
          </p:cNvCxnSpPr>
          <p:nvPr/>
        </p:nvCxnSpPr>
        <p:spPr>
          <a:xfrm rot="10800000" flipV="1">
            <a:off x="5402593" y="2457526"/>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5" name="直線コネクタ 344">
            <a:extLst>
              <a:ext uri="{FF2B5EF4-FFF2-40B4-BE49-F238E27FC236}">
                <a16:creationId xmlns:a16="http://schemas.microsoft.com/office/drawing/2014/main" id="{B487C472-01B4-95D2-8B1C-F9A73BF218BB}"/>
              </a:ext>
            </a:extLst>
          </p:cNvPr>
          <p:cNvCxnSpPr>
            <a:cxnSpLocks/>
          </p:cNvCxnSpPr>
          <p:nvPr/>
        </p:nvCxnSpPr>
        <p:spPr>
          <a:xfrm rot="10800000" flipV="1">
            <a:off x="5430955" y="2439988"/>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6" name="直線コネクタ 345">
            <a:extLst>
              <a:ext uri="{FF2B5EF4-FFF2-40B4-BE49-F238E27FC236}">
                <a16:creationId xmlns:a16="http://schemas.microsoft.com/office/drawing/2014/main" id="{2560A074-A950-A381-EE80-DF750CCE187E}"/>
              </a:ext>
            </a:extLst>
          </p:cNvPr>
          <p:cNvCxnSpPr>
            <a:cxnSpLocks/>
          </p:cNvCxnSpPr>
          <p:nvPr/>
        </p:nvCxnSpPr>
        <p:spPr>
          <a:xfrm rot="10800000" flipV="1">
            <a:off x="5425901" y="2446250"/>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sp>
        <p:nvSpPr>
          <p:cNvPr id="5" name="円弧 4">
            <a:extLst>
              <a:ext uri="{FF2B5EF4-FFF2-40B4-BE49-F238E27FC236}">
                <a16:creationId xmlns:a16="http://schemas.microsoft.com/office/drawing/2014/main" id="{08E1BCB3-DE18-EAA9-BFA0-72DC7DEFA888}"/>
              </a:ext>
            </a:extLst>
          </p:cNvPr>
          <p:cNvSpPr/>
          <p:nvPr/>
        </p:nvSpPr>
        <p:spPr bwMode="auto">
          <a:xfrm rot="1518185" flipH="1">
            <a:off x="1536770" y="1730012"/>
            <a:ext cx="981163" cy="1800032"/>
          </a:xfrm>
          <a:prstGeom prst="arc">
            <a:avLst>
              <a:gd name="adj1" fmla="val 17333451"/>
              <a:gd name="adj2" fmla="val 0"/>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effectLst/>
              <a:latin typeface="Arial" charset="0"/>
              <a:ea typeface="ＭＳ Ｐゴシック" pitchFamily="50" charset="-128"/>
            </a:endParaRPr>
          </a:p>
        </p:txBody>
      </p:sp>
      <p:sp>
        <p:nvSpPr>
          <p:cNvPr id="30" name="角丸四角形吹き出し 1">
            <a:extLst>
              <a:ext uri="{FF2B5EF4-FFF2-40B4-BE49-F238E27FC236}">
                <a16:creationId xmlns:a16="http://schemas.microsoft.com/office/drawing/2014/main" id="{0AA1D47E-58D9-EA24-76FE-5ACF88C23823}"/>
              </a:ext>
            </a:extLst>
          </p:cNvPr>
          <p:cNvSpPr/>
          <p:nvPr/>
        </p:nvSpPr>
        <p:spPr bwMode="auto">
          <a:xfrm>
            <a:off x="1086851" y="1595179"/>
            <a:ext cx="5375367" cy="4824006"/>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1 w 4130507"/>
              <a:gd name="connsiteY5" fmla="*/ 1356522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401779 h 1289157"/>
              <a:gd name="connsiteX1" fmla="*/ 174577 w 4130507"/>
              <a:gd name="connsiteY1" fmla="*/ 227202 h 1289157"/>
              <a:gd name="connsiteX2" fmla="*/ 2409462 w 4130507"/>
              <a:gd name="connsiteY2" fmla="*/ 227202 h 1289157"/>
              <a:gd name="connsiteX3" fmla="*/ 2781421 w 4130507"/>
              <a:gd name="connsiteY3" fmla="*/ 227202 h 1289157"/>
              <a:gd name="connsiteX4" fmla="*/ 2243329 w 4130507"/>
              <a:gd name="connsiteY4" fmla="*/ 0 h 1289157"/>
              <a:gd name="connsiteX5" fmla="*/ 3147331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2409462 w 4130507"/>
              <a:gd name="connsiteY2" fmla="*/ 227202 h 1289157"/>
              <a:gd name="connsiteX3" fmla="*/ 2115339 w 4130507"/>
              <a:gd name="connsiteY3" fmla="*/ 227202 h 1289157"/>
              <a:gd name="connsiteX4" fmla="*/ 2243329 w 4130507"/>
              <a:gd name="connsiteY4" fmla="*/ 0 h 1289157"/>
              <a:gd name="connsiteX5" fmla="*/ 3147331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2115339 w 4130507"/>
              <a:gd name="connsiteY3" fmla="*/ 227202 h 1289157"/>
              <a:gd name="connsiteX4" fmla="*/ 2243329 w 4130507"/>
              <a:gd name="connsiteY4" fmla="*/ 0 h 1289157"/>
              <a:gd name="connsiteX5" fmla="*/ 3147331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2115339 w 4130507"/>
              <a:gd name="connsiteY3" fmla="*/ 227202 h 1289157"/>
              <a:gd name="connsiteX4" fmla="*/ 2243329 w 4130507"/>
              <a:gd name="connsiteY4" fmla="*/ 0 h 1289157"/>
              <a:gd name="connsiteX5" fmla="*/ 2434777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1867493 w 4130507"/>
              <a:gd name="connsiteY3" fmla="*/ 227202 h 1289157"/>
              <a:gd name="connsiteX4" fmla="*/ 2243329 w 4130507"/>
              <a:gd name="connsiteY4" fmla="*/ 0 h 1289157"/>
              <a:gd name="connsiteX5" fmla="*/ 2434777 w 4130507"/>
              <a:gd name="connsiteY5" fmla="*/ 215543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1867493 w 4130507"/>
              <a:gd name="connsiteY3" fmla="*/ 227202 h 1289157"/>
              <a:gd name="connsiteX4" fmla="*/ 2243329 w 4130507"/>
              <a:gd name="connsiteY4" fmla="*/ 0 h 1289157"/>
              <a:gd name="connsiteX5" fmla="*/ 2295365 w 4130507"/>
              <a:gd name="connsiteY5" fmla="*/ 220547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401779 h 1289157"/>
              <a:gd name="connsiteX1" fmla="*/ 174577 w 4130507"/>
              <a:gd name="connsiteY1" fmla="*/ 227202 h 1289157"/>
              <a:gd name="connsiteX2" fmla="*/ 1913772 w 4130507"/>
              <a:gd name="connsiteY2" fmla="*/ 232207 h 1289157"/>
              <a:gd name="connsiteX3" fmla="*/ 1867493 w 4130507"/>
              <a:gd name="connsiteY3" fmla="*/ 227202 h 1289157"/>
              <a:gd name="connsiteX4" fmla="*/ 2243329 w 4130507"/>
              <a:gd name="connsiteY4" fmla="*/ 0 h 1289157"/>
              <a:gd name="connsiteX5" fmla="*/ 2295365 w 4130507"/>
              <a:gd name="connsiteY5" fmla="*/ 220547 h 1289157"/>
              <a:gd name="connsiteX6" fmla="*/ 3955930 w 4130507"/>
              <a:gd name="connsiteY6" fmla="*/ 227202 h 1289157"/>
              <a:gd name="connsiteX7" fmla="*/ 4130507 w 4130507"/>
              <a:gd name="connsiteY7" fmla="*/ 401779 h 1289157"/>
              <a:gd name="connsiteX8" fmla="*/ 4130507 w 4130507"/>
              <a:gd name="connsiteY8" fmla="*/ 838209 h 1289157"/>
              <a:gd name="connsiteX9" fmla="*/ 4130507 w 4130507"/>
              <a:gd name="connsiteY9" fmla="*/ 838209 h 1289157"/>
              <a:gd name="connsiteX10" fmla="*/ 4130507 w 4130507"/>
              <a:gd name="connsiteY10" fmla="*/ 1100070 h 1289157"/>
              <a:gd name="connsiteX11" fmla="*/ 4130507 w 4130507"/>
              <a:gd name="connsiteY11" fmla="*/ 1100066 h 1289157"/>
              <a:gd name="connsiteX12" fmla="*/ 3955930 w 4130507"/>
              <a:gd name="connsiteY12" fmla="*/ 1274643 h 1289157"/>
              <a:gd name="connsiteX13" fmla="*/ 3442089 w 4130507"/>
              <a:gd name="connsiteY13" fmla="*/ 1274643 h 1289157"/>
              <a:gd name="connsiteX14" fmla="*/ 3220252 w 4130507"/>
              <a:gd name="connsiteY14" fmla="*/ 1283681 h 1289157"/>
              <a:gd name="connsiteX15" fmla="*/ 3069862 w 4130507"/>
              <a:gd name="connsiteY15" fmla="*/ 1289157 h 1289157"/>
              <a:gd name="connsiteX16" fmla="*/ 174577 w 4130507"/>
              <a:gd name="connsiteY16" fmla="*/ 1274643 h 1289157"/>
              <a:gd name="connsiteX17" fmla="*/ 0 w 4130507"/>
              <a:gd name="connsiteY17" fmla="*/ 1100066 h 1289157"/>
              <a:gd name="connsiteX18" fmla="*/ 0 w 4130507"/>
              <a:gd name="connsiteY18" fmla="*/ 1100070 h 1289157"/>
              <a:gd name="connsiteX19" fmla="*/ 0 w 4130507"/>
              <a:gd name="connsiteY19" fmla="*/ 838209 h 1289157"/>
              <a:gd name="connsiteX20" fmla="*/ 0 w 4130507"/>
              <a:gd name="connsiteY20" fmla="*/ 838209 h 1289157"/>
              <a:gd name="connsiteX21" fmla="*/ 0 w 4130507"/>
              <a:gd name="connsiteY21" fmla="*/ 401779 h 1289157"/>
              <a:gd name="connsiteX0" fmla="*/ 0 w 4130507"/>
              <a:gd name="connsiteY0" fmla="*/ 396775 h 1284153"/>
              <a:gd name="connsiteX1" fmla="*/ 174577 w 4130507"/>
              <a:gd name="connsiteY1" fmla="*/ 222198 h 1284153"/>
              <a:gd name="connsiteX2" fmla="*/ 1913772 w 4130507"/>
              <a:gd name="connsiteY2" fmla="*/ 227203 h 1284153"/>
              <a:gd name="connsiteX3" fmla="*/ 1867493 w 4130507"/>
              <a:gd name="connsiteY3" fmla="*/ 222198 h 1284153"/>
              <a:gd name="connsiteX4" fmla="*/ 2134898 w 4130507"/>
              <a:gd name="connsiteY4" fmla="*/ 0 h 1284153"/>
              <a:gd name="connsiteX5" fmla="*/ 2295365 w 4130507"/>
              <a:gd name="connsiteY5" fmla="*/ 215543 h 1284153"/>
              <a:gd name="connsiteX6" fmla="*/ 3955930 w 4130507"/>
              <a:gd name="connsiteY6" fmla="*/ 222198 h 1284153"/>
              <a:gd name="connsiteX7" fmla="*/ 4130507 w 4130507"/>
              <a:gd name="connsiteY7" fmla="*/ 396775 h 1284153"/>
              <a:gd name="connsiteX8" fmla="*/ 4130507 w 4130507"/>
              <a:gd name="connsiteY8" fmla="*/ 833205 h 1284153"/>
              <a:gd name="connsiteX9" fmla="*/ 4130507 w 4130507"/>
              <a:gd name="connsiteY9" fmla="*/ 833205 h 1284153"/>
              <a:gd name="connsiteX10" fmla="*/ 4130507 w 4130507"/>
              <a:gd name="connsiteY10" fmla="*/ 1095066 h 1284153"/>
              <a:gd name="connsiteX11" fmla="*/ 4130507 w 4130507"/>
              <a:gd name="connsiteY11" fmla="*/ 1095062 h 1284153"/>
              <a:gd name="connsiteX12" fmla="*/ 3955930 w 4130507"/>
              <a:gd name="connsiteY12" fmla="*/ 1269639 h 1284153"/>
              <a:gd name="connsiteX13" fmla="*/ 3442089 w 4130507"/>
              <a:gd name="connsiteY13" fmla="*/ 1269639 h 1284153"/>
              <a:gd name="connsiteX14" fmla="*/ 3220252 w 4130507"/>
              <a:gd name="connsiteY14" fmla="*/ 1278677 h 1284153"/>
              <a:gd name="connsiteX15" fmla="*/ 3069862 w 4130507"/>
              <a:gd name="connsiteY15" fmla="*/ 1284153 h 1284153"/>
              <a:gd name="connsiteX16" fmla="*/ 174577 w 4130507"/>
              <a:gd name="connsiteY16" fmla="*/ 1269639 h 1284153"/>
              <a:gd name="connsiteX17" fmla="*/ 0 w 4130507"/>
              <a:gd name="connsiteY17" fmla="*/ 1095062 h 1284153"/>
              <a:gd name="connsiteX18" fmla="*/ 0 w 4130507"/>
              <a:gd name="connsiteY18" fmla="*/ 1095066 h 1284153"/>
              <a:gd name="connsiteX19" fmla="*/ 0 w 4130507"/>
              <a:gd name="connsiteY19" fmla="*/ 833205 h 1284153"/>
              <a:gd name="connsiteX20" fmla="*/ 0 w 4130507"/>
              <a:gd name="connsiteY20" fmla="*/ 833205 h 1284153"/>
              <a:gd name="connsiteX21" fmla="*/ 0 w 4130507"/>
              <a:gd name="connsiteY21" fmla="*/ 396775 h 1284153"/>
              <a:gd name="connsiteX0" fmla="*/ 0 w 4130507"/>
              <a:gd name="connsiteY0" fmla="*/ 396775 h 1284153"/>
              <a:gd name="connsiteX1" fmla="*/ 174577 w 4130507"/>
              <a:gd name="connsiteY1" fmla="*/ 222198 h 1284153"/>
              <a:gd name="connsiteX2" fmla="*/ 1913772 w 4130507"/>
              <a:gd name="connsiteY2" fmla="*/ 227203 h 1284153"/>
              <a:gd name="connsiteX3" fmla="*/ 1867493 w 4130507"/>
              <a:gd name="connsiteY3" fmla="*/ 222198 h 1284153"/>
              <a:gd name="connsiteX4" fmla="*/ 2134898 w 4130507"/>
              <a:gd name="connsiteY4" fmla="*/ 0 h 1284153"/>
              <a:gd name="connsiteX5" fmla="*/ 2295365 w 4130507"/>
              <a:gd name="connsiteY5" fmla="*/ 215543 h 1284153"/>
              <a:gd name="connsiteX6" fmla="*/ 3955930 w 4130507"/>
              <a:gd name="connsiteY6" fmla="*/ 222198 h 1284153"/>
              <a:gd name="connsiteX7" fmla="*/ 4130507 w 4130507"/>
              <a:gd name="connsiteY7" fmla="*/ 396775 h 1284153"/>
              <a:gd name="connsiteX8" fmla="*/ 4130507 w 4130507"/>
              <a:gd name="connsiteY8" fmla="*/ 833205 h 1284153"/>
              <a:gd name="connsiteX9" fmla="*/ 4130507 w 4130507"/>
              <a:gd name="connsiteY9" fmla="*/ 833205 h 1284153"/>
              <a:gd name="connsiteX10" fmla="*/ 4130507 w 4130507"/>
              <a:gd name="connsiteY10" fmla="*/ 1095066 h 1284153"/>
              <a:gd name="connsiteX11" fmla="*/ 4130507 w 4130507"/>
              <a:gd name="connsiteY11" fmla="*/ 1095062 h 1284153"/>
              <a:gd name="connsiteX12" fmla="*/ 3955930 w 4130507"/>
              <a:gd name="connsiteY12" fmla="*/ 1269639 h 1284153"/>
              <a:gd name="connsiteX13" fmla="*/ 3842111 w 4130507"/>
              <a:gd name="connsiteY13" fmla="*/ 1281361 h 1284153"/>
              <a:gd name="connsiteX14" fmla="*/ 3220252 w 4130507"/>
              <a:gd name="connsiteY14" fmla="*/ 1278677 h 1284153"/>
              <a:gd name="connsiteX15" fmla="*/ 3069862 w 4130507"/>
              <a:gd name="connsiteY15" fmla="*/ 1284153 h 1284153"/>
              <a:gd name="connsiteX16" fmla="*/ 174577 w 4130507"/>
              <a:gd name="connsiteY16" fmla="*/ 1269639 h 1284153"/>
              <a:gd name="connsiteX17" fmla="*/ 0 w 4130507"/>
              <a:gd name="connsiteY17" fmla="*/ 1095062 h 1284153"/>
              <a:gd name="connsiteX18" fmla="*/ 0 w 4130507"/>
              <a:gd name="connsiteY18" fmla="*/ 1095066 h 1284153"/>
              <a:gd name="connsiteX19" fmla="*/ 0 w 4130507"/>
              <a:gd name="connsiteY19" fmla="*/ 833205 h 1284153"/>
              <a:gd name="connsiteX20" fmla="*/ 0 w 4130507"/>
              <a:gd name="connsiteY20" fmla="*/ 833205 h 1284153"/>
              <a:gd name="connsiteX21" fmla="*/ 0 w 4130507"/>
              <a:gd name="connsiteY21" fmla="*/ 396775 h 1284153"/>
              <a:gd name="connsiteX0" fmla="*/ 0 w 4130507"/>
              <a:gd name="connsiteY0" fmla="*/ 400682 h 1288060"/>
              <a:gd name="connsiteX1" fmla="*/ 174577 w 4130507"/>
              <a:gd name="connsiteY1" fmla="*/ 226105 h 1288060"/>
              <a:gd name="connsiteX2" fmla="*/ 1913772 w 4130507"/>
              <a:gd name="connsiteY2" fmla="*/ 231110 h 1288060"/>
              <a:gd name="connsiteX3" fmla="*/ 1867493 w 4130507"/>
              <a:gd name="connsiteY3" fmla="*/ 226105 h 1288060"/>
              <a:gd name="connsiteX4" fmla="*/ 24440 w 4130507"/>
              <a:gd name="connsiteY4" fmla="*/ 0 h 1288060"/>
              <a:gd name="connsiteX5" fmla="*/ 2295365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3955930 w 4130507"/>
              <a:gd name="connsiteY12" fmla="*/ 1273546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1913772 w 4130507"/>
              <a:gd name="connsiteY2" fmla="*/ 231110 h 1288060"/>
              <a:gd name="connsiteX3" fmla="*/ 543284 w 4130507"/>
              <a:gd name="connsiteY3" fmla="*/ 230012 h 1288060"/>
              <a:gd name="connsiteX4" fmla="*/ 24440 w 4130507"/>
              <a:gd name="connsiteY4" fmla="*/ 0 h 1288060"/>
              <a:gd name="connsiteX5" fmla="*/ 2295365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3955930 w 4130507"/>
              <a:gd name="connsiteY12" fmla="*/ 1273546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2295365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3955930 w 4130507"/>
              <a:gd name="connsiteY12" fmla="*/ 1273546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3955930 w 4130507"/>
              <a:gd name="connsiteY12" fmla="*/ 1273546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4024900 w 4130507"/>
              <a:gd name="connsiteY12" fmla="*/ 1281361 h 1288060"/>
              <a:gd name="connsiteX13" fmla="*/ 3842111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4024900 w 4130507"/>
              <a:gd name="connsiteY12" fmla="*/ 1281361 h 1288060"/>
              <a:gd name="connsiteX13" fmla="*/ 3593822 w 4130507"/>
              <a:gd name="connsiteY13" fmla="*/ 1285268 h 1288060"/>
              <a:gd name="connsiteX14" fmla="*/ 3220252 w 4130507"/>
              <a:gd name="connsiteY14" fmla="*/ 1282584 h 1288060"/>
              <a:gd name="connsiteX15" fmla="*/ 3069862 w 4130507"/>
              <a:gd name="connsiteY15" fmla="*/ 1288060 h 1288060"/>
              <a:gd name="connsiteX16" fmla="*/ 174577 w 4130507"/>
              <a:gd name="connsiteY16" fmla="*/ 1273546 h 1288060"/>
              <a:gd name="connsiteX17" fmla="*/ 0 w 4130507"/>
              <a:gd name="connsiteY17" fmla="*/ 1098969 h 1288060"/>
              <a:gd name="connsiteX18" fmla="*/ 0 w 4130507"/>
              <a:gd name="connsiteY18" fmla="*/ 1098973 h 1288060"/>
              <a:gd name="connsiteX19" fmla="*/ 0 w 4130507"/>
              <a:gd name="connsiteY19" fmla="*/ 837112 h 1288060"/>
              <a:gd name="connsiteX20" fmla="*/ 0 w 4130507"/>
              <a:gd name="connsiteY20" fmla="*/ 837112 h 1288060"/>
              <a:gd name="connsiteX21" fmla="*/ 0 w 4130507"/>
              <a:gd name="connsiteY21"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4024900 w 4130507"/>
              <a:gd name="connsiteY12" fmla="*/ 1281361 h 1288060"/>
              <a:gd name="connsiteX13" fmla="*/ 3593822 w 4130507"/>
              <a:gd name="connsiteY13" fmla="*/ 1285268 h 1288060"/>
              <a:gd name="connsiteX14" fmla="*/ 3069862 w 4130507"/>
              <a:gd name="connsiteY14" fmla="*/ 1288060 h 1288060"/>
              <a:gd name="connsiteX15" fmla="*/ 174577 w 4130507"/>
              <a:gd name="connsiteY15" fmla="*/ 1273546 h 1288060"/>
              <a:gd name="connsiteX16" fmla="*/ 0 w 4130507"/>
              <a:gd name="connsiteY16" fmla="*/ 1098969 h 1288060"/>
              <a:gd name="connsiteX17" fmla="*/ 0 w 4130507"/>
              <a:gd name="connsiteY17" fmla="*/ 1098973 h 1288060"/>
              <a:gd name="connsiteX18" fmla="*/ 0 w 4130507"/>
              <a:gd name="connsiteY18" fmla="*/ 837112 h 1288060"/>
              <a:gd name="connsiteX19" fmla="*/ 0 w 4130507"/>
              <a:gd name="connsiteY19" fmla="*/ 837112 h 1288060"/>
              <a:gd name="connsiteX20" fmla="*/ 0 w 4130507"/>
              <a:gd name="connsiteY20" fmla="*/ 400682 h 1288060"/>
              <a:gd name="connsiteX0" fmla="*/ 0 w 4130507"/>
              <a:gd name="connsiteY0" fmla="*/ 400682 h 1288060"/>
              <a:gd name="connsiteX1" fmla="*/ 174577 w 4130507"/>
              <a:gd name="connsiteY1" fmla="*/ 226105 h 1288060"/>
              <a:gd name="connsiteX2" fmla="*/ 548182 w 4130507"/>
              <a:gd name="connsiteY2" fmla="*/ 231110 h 1288060"/>
              <a:gd name="connsiteX3" fmla="*/ 543284 w 4130507"/>
              <a:gd name="connsiteY3" fmla="*/ 230012 h 1288060"/>
              <a:gd name="connsiteX4" fmla="*/ 24440 w 4130507"/>
              <a:gd name="connsiteY4" fmla="*/ 0 h 1288060"/>
              <a:gd name="connsiteX5" fmla="*/ 1247033 w 4130507"/>
              <a:gd name="connsiteY5" fmla="*/ 219450 h 1288060"/>
              <a:gd name="connsiteX6" fmla="*/ 3955930 w 4130507"/>
              <a:gd name="connsiteY6" fmla="*/ 226105 h 1288060"/>
              <a:gd name="connsiteX7" fmla="*/ 4130507 w 4130507"/>
              <a:gd name="connsiteY7" fmla="*/ 400682 h 1288060"/>
              <a:gd name="connsiteX8" fmla="*/ 4130507 w 4130507"/>
              <a:gd name="connsiteY8" fmla="*/ 837112 h 1288060"/>
              <a:gd name="connsiteX9" fmla="*/ 4130507 w 4130507"/>
              <a:gd name="connsiteY9" fmla="*/ 837112 h 1288060"/>
              <a:gd name="connsiteX10" fmla="*/ 4130507 w 4130507"/>
              <a:gd name="connsiteY10" fmla="*/ 1098973 h 1288060"/>
              <a:gd name="connsiteX11" fmla="*/ 4130507 w 4130507"/>
              <a:gd name="connsiteY11" fmla="*/ 1098969 h 1288060"/>
              <a:gd name="connsiteX12" fmla="*/ 4024900 w 4130507"/>
              <a:gd name="connsiteY12" fmla="*/ 1281361 h 1288060"/>
              <a:gd name="connsiteX13" fmla="*/ 3069862 w 4130507"/>
              <a:gd name="connsiteY13" fmla="*/ 1288060 h 1288060"/>
              <a:gd name="connsiteX14" fmla="*/ 174577 w 4130507"/>
              <a:gd name="connsiteY14" fmla="*/ 1273546 h 1288060"/>
              <a:gd name="connsiteX15" fmla="*/ 0 w 4130507"/>
              <a:gd name="connsiteY15" fmla="*/ 1098969 h 1288060"/>
              <a:gd name="connsiteX16" fmla="*/ 0 w 4130507"/>
              <a:gd name="connsiteY16" fmla="*/ 1098973 h 1288060"/>
              <a:gd name="connsiteX17" fmla="*/ 0 w 4130507"/>
              <a:gd name="connsiteY17" fmla="*/ 837112 h 1288060"/>
              <a:gd name="connsiteX18" fmla="*/ 0 w 4130507"/>
              <a:gd name="connsiteY18" fmla="*/ 837112 h 1288060"/>
              <a:gd name="connsiteX19" fmla="*/ 0 w 4130507"/>
              <a:gd name="connsiteY19" fmla="*/ 400682 h 1288060"/>
              <a:gd name="connsiteX0" fmla="*/ 0 w 4130507"/>
              <a:gd name="connsiteY0" fmla="*/ 400682 h 1284153"/>
              <a:gd name="connsiteX1" fmla="*/ 174577 w 4130507"/>
              <a:gd name="connsiteY1" fmla="*/ 226105 h 1284153"/>
              <a:gd name="connsiteX2" fmla="*/ 548182 w 4130507"/>
              <a:gd name="connsiteY2" fmla="*/ 231110 h 1284153"/>
              <a:gd name="connsiteX3" fmla="*/ 543284 w 4130507"/>
              <a:gd name="connsiteY3" fmla="*/ 230012 h 1284153"/>
              <a:gd name="connsiteX4" fmla="*/ 24440 w 4130507"/>
              <a:gd name="connsiteY4" fmla="*/ 0 h 1284153"/>
              <a:gd name="connsiteX5" fmla="*/ 1247033 w 4130507"/>
              <a:gd name="connsiteY5" fmla="*/ 219450 h 1284153"/>
              <a:gd name="connsiteX6" fmla="*/ 3955930 w 4130507"/>
              <a:gd name="connsiteY6" fmla="*/ 226105 h 1284153"/>
              <a:gd name="connsiteX7" fmla="*/ 4130507 w 4130507"/>
              <a:gd name="connsiteY7" fmla="*/ 400682 h 1284153"/>
              <a:gd name="connsiteX8" fmla="*/ 4130507 w 4130507"/>
              <a:gd name="connsiteY8" fmla="*/ 837112 h 1284153"/>
              <a:gd name="connsiteX9" fmla="*/ 4130507 w 4130507"/>
              <a:gd name="connsiteY9" fmla="*/ 837112 h 1284153"/>
              <a:gd name="connsiteX10" fmla="*/ 4130507 w 4130507"/>
              <a:gd name="connsiteY10" fmla="*/ 1098973 h 1284153"/>
              <a:gd name="connsiteX11" fmla="*/ 4130507 w 4130507"/>
              <a:gd name="connsiteY11" fmla="*/ 1098969 h 1284153"/>
              <a:gd name="connsiteX12" fmla="*/ 4024900 w 4130507"/>
              <a:gd name="connsiteY12" fmla="*/ 1281361 h 1284153"/>
              <a:gd name="connsiteX13" fmla="*/ 2118088 w 4130507"/>
              <a:gd name="connsiteY13" fmla="*/ 1284153 h 1284153"/>
              <a:gd name="connsiteX14" fmla="*/ 174577 w 4130507"/>
              <a:gd name="connsiteY14" fmla="*/ 1273546 h 1284153"/>
              <a:gd name="connsiteX15" fmla="*/ 0 w 4130507"/>
              <a:gd name="connsiteY15" fmla="*/ 1098969 h 1284153"/>
              <a:gd name="connsiteX16" fmla="*/ 0 w 4130507"/>
              <a:gd name="connsiteY16" fmla="*/ 1098973 h 1284153"/>
              <a:gd name="connsiteX17" fmla="*/ 0 w 4130507"/>
              <a:gd name="connsiteY17" fmla="*/ 837112 h 1284153"/>
              <a:gd name="connsiteX18" fmla="*/ 0 w 4130507"/>
              <a:gd name="connsiteY18" fmla="*/ 837112 h 1284153"/>
              <a:gd name="connsiteX19" fmla="*/ 0 w 4130507"/>
              <a:gd name="connsiteY19" fmla="*/ 400682 h 1284153"/>
              <a:gd name="connsiteX0" fmla="*/ 0 w 4130507"/>
              <a:gd name="connsiteY0" fmla="*/ 415162 h 1298633"/>
              <a:gd name="connsiteX1" fmla="*/ 174577 w 4130507"/>
              <a:gd name="connsiteY1" fmla="*/ 240585 h 1298633"/>
              <a:gd name="connsiteX2" fmla="*/ 548182 w 4130507"/>
              <a:gd name="connsiteY2" fmla="*/ 245590 h 1298633"/>
              <a:gd name="connsiteX3" fmla="*/ 543284 w 4130507"/>
              <a:gd name="connsiteY3" fmla="*/ 244492 h 1298633"/>
              <a:gd name="connsiteX4" fmla="*/ 1422874 w 4130507"/>
              <a:gd name="connsiteY4" fmla="*/ 0 h 1298633"/>
              <a:gd name="connsiteX5" fmla="*/ 1247033 w 4130507"/>
              <a:gd name="connsiteY5" fmla="*/ 233930 h 1298633"/>
              <a:gd name="connsiteX6" fmla="*/ 3955930 w 4130507"/>
              <a:gd name="connsiteY6" fmla="*/ 240585 h 1298633"/>
              <a:gd name="connsiteX7" fmla="*/ 4130507 w 4130507"/>
              <a:gd name="connsiteY7" fmla="*/ 415162 h 1298633"/>
              <a:gd name="connsiteX8" fmla="*/ 4130507 w 4130507"/>
              <a:gd name="connsiteY8" fmla="*/ 851592 h 1298633"/>
              <a:gd name="connsiteX9" fmla="*/ 4130507 w 4130507"/>
              <a:gd name="connsiteY9" fmla="*/ 851592 h 1298633"/>
              <a:gd name="connsiteX10" fmla="*/ 4130507 w 4130507"/>
              <a:gd name="connsiteY10" fmla="*/ 1113453 h 1298633"/>
              <a:gd name="connsiteX11" fmla="*/ 4130507 w 4130507"/>
              <a:gd name="connsiteY11" fmla="*/ 1113449 h 1298633"/>
              <a:gd name="connsiteX12" fmla="*/ 4024900 w 4130507"/>
              <a:gd name="connsiteY12" fmla="*/ 1295841 h 1298633"/>
              <a:gd name="connsiteX13" fmla="*/ 2118088 w 4130507"/>
              <a:gd name="connsiteY13" fmla="*/ 1298633 h 1298633"/>
              <a:gd name="connsiteX14" fmla="*/ 174577 w 4130507"/>
              <a:gd name="connsiteY14" fmla="*/ 1288026 h 1298633"/>
              <a:gd name="connsiteX15" fmla="*/ 0 w 4130507"/>
              <a:gd name="connsiteY15" fmla="*/ 1113449 h 1298633"/>
              <a:gd name="connsiteX16" fmla="*/ 0 w 4130507"/>
              <a:gd name="connsiteY16" fmla="*/ 1113453 h 1298633"/>
              <a:gd name="connsiteX17" fmla="*/ 0 w 4130507"/>
              <a:gd name="connsiteY17" fmla="*/ 851592 h 1298633"/>
              <a:gd name="connsiteX18" fmla="*/ 0 w 4130507"/>
              <a:gd name="connsiteY18" fmla="*/ 851592 h 1298633"/>
              <a:gd name="connsiteX19" fmla="*/ 0 w 4130507"/>
              <a:gd name="connsiteY19" fmla="*/ 415162 h 1298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130507" h="1298633">
                <a:moveTo>
                  <a:pt x="0" y="415162"/>
                </a:moveTo>
                <a:cubicBezTo>
                  <a:pt x="0" y="318746"/>
                  <a:pt x="78161" y="240585"/>
                  <a:pt x="174577" y="240585"/>
                </a:cubicBezTo>
                <a:lnTo>
                  <a:pt x="548182" y="245590"/>
                </a:lnTo>
                <a:lnTo>
                  <a:pt x="543284" y="244492"/>
                </a:lnTo>
                <a:lnTo>
                  <a:pt x="1422874" y="0"/>
                </a:lnTo>
                <a:lnTo>
                  <a:pt x="1247033" y="233930"/>
                </a:lnTo>
                <a:lnTo>
                  <a:pt x="3955930" y="240585"/>
                </a:lnTo>
                <a:cubicBezTo>
                  <a:pt x="4052346" y="240585"/>
                  <a:pt x="4130507" y="318746"/>
                  <a:pt x="4130507" y="415162"/>
                </a:cubicBezTo>
                <a:lnTo>
                  <a:pt x="4130507" y="851592"/>
                </a:lnTo>
                <a:lnTo>
                  <a:pt x="4130507" y="851592"/>
                </a:lnTo>
                <a:lnTo>
                  <a:pt x="4130507" y="1113453"/>
                </a:lnTo>
                <a:lnTo>
                  <a:pt x="4130507" y="1113449"/>
                </a:lnTo>
                <a:cubicBezTo>
                  <a:pt x="4130507" y="1209865"/>
                  <a:pt x="4121316" y="1295841"/>
                  <a:pt x="4024900" y="1295841"/>
                </a:cubicBezTo>
                <a:lnTo>
                  <a:pt x="2118088" y="1298633"/>
                </a:lnTo>
                <a:lnTo>
                  <a:pt x="174577" y="1288026"/>
                </a:lnTo>
                <a:cubicBezTo>
                  <a:pt x="78161" y="1288026"/>
                  <a:pt x="0" y="1209865"/>
                  <a:pt x="0" y="1113449"/>
                </a:cubicBezTo>
                <a:lnTo>
                  <a:pt x="0" y="1113453"/>
                </a:lnTo>
                <a:lnTo>
                  <a:pt x="0" y="851592"/>
                </a:lnTo>
                <a:lnTo>
                  <a:pt x="0" y="851592"/>
                </a:lnTo>
                <a:lnTo>
                  <a:pt x="0" y="415162"/>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p:cxnSp>
        <p:nvCxnSpPr>
          <p:cNvPr id="10" name="直線矢印コネクタ 9">
            <a:extLst>
              <a:ext uri="{FF2B5EF4-FFF2-40B4-BE49-F238E27FC236}">
                <a16:creationId xmlns:a16="http://schemas.microsoft.com/office/drawing/2014/main" id="{297C9EA2-7603-4200-00BB-833F284EBCFD}"/>
              </a:ext>
            </a:extLst>
          </p:cNvPr>
          <p:cNvCxnSpPr>
            <a:cxnSpLocks/>
          </p:cNvCxnSpPr>
          <p:nvPr/>
        </p:nvCxnSpPr>
        <p:spPr bwMode="auto">
          <a:xfrm>
            <a:off x="2001006" y="5735056"/>
            <a:ext cx="3545030" cy="5165"/>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12" name="テキスト ボックス 11">
            <a:extLst>
              <a:ext uri="{FF2B5EF4-FFF2-40B4-BE49-F238E27FC236}">
                <a16:creationId xmlns:a16="http://schemas.microsoft.com/office/drawing/2014/main" id="{DF8C32D7-01C0-915D-7F46-63E4C93A20E8}"/>
              </a:ext>
            </a:extLst>
          </p:cNvPr>
          <p:cNvSpPr txBox="1"/>
          <p:nvPr/>
        </p:nvSpPr>
        <p:spPr>
          <a:xfrm>
            <a:off x="5681559" y="5463059"/>
            <a:ext cx="1047745" cy="461665"/>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ja-JP" altLang="en-US">
                <a:ea typeface="ＭＳ Ｐゴシック" pitchFamily="50" charset="-128"/>
              </a:rPr>
              <a:t>時間</a:t>
            </a: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14" name="直線矢印コネクタ 13">
            <a:extLst>
              <a:ext uri="{FF2B5EF4-FFF2-40B4-BE49-F238E27FC236}">
                <a16:creationId xmlns:a16="http://schemas.microsoft.com/office/drawing/2014/main" id="{A0F9EFEA-AD8A-EA31-031C-97825425FE35}"/>
              </a:ext>
            </a:extLst>
          </p:cNvPr>
          <p:cNvCxnSpPr>
            <a:cxnSpLocks/>
          </p:cNvCxnSpPr>
          <p:nvPr/>
        </p:nvCxnSpPr>
        <p:spPr bwMode="auto">
          <a:xfrm flipV="1">
            <a:off x="2001006" y="3186105"/>
            <a:ext cx="0" cy="2548951"/>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2" name="テキスト ボックス 21">
            <a:extLst>
              <a:ext uri="{FF2B5EF4-FFF2-40B4-BE49-F238E27FC236}">
                <a16:creationId xmlns:a16="http://schemas.microsoft.com/office/drawing/2014/main" id="{9C122CB1-0CFA-2BFF-64EF-3265D4ED3A26}"/>
              </a:ext>
            </a:extLst>
          </p:cNvPr>
          <p:cNvSpPr txBox="1"/>
          <p:nvPr/>
        </p:nvSpPr>
        <p:spPr>
          <a:xfrm>
            <a:off x="4799306" y="5735056"/>
            <a:ext cx="1047745" cy="400110"/>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2000" b="1" i="0" u="none" strike="noStrike" cap="none" normalizeH="0" baseline="0" dirty="0">
                <a:ln>
                  <a:noFill/>
                </a:ln>
                <a:solidFill>
                  <a:schemeClr val="tx1"/>
                </a:solidFill>
                <a:effectLst/>
                <a:latin typeface="Arial" charset="0"/>
                <a:ea typeface="ＭＳ Ｐゴシック" pitchFamily="50" charset="-128"/>
              </a:rPr>
              <a:t>30</a:t>
            </a:r>
            <a:r>
              <a:rPr kumimoji="1" lang="ja-JP" altLang="en-US" sz="2000" b="1" i="0" u="none" strike="noStrike" cap="none" normalizeH="0" baseline="0">
                <a:ln>
                  <a:noFill/>
                </a:ln>
                <a:solidFill>
                  <a:schemeClr val="tx1"/>
                </a:solidFill>
                <a:effectLst/>
                <a:latin typeface="Arial" charset="0"/>
                <a:ea typeface="ＭＳ Ｐゴシック" pitchFamily="50" charset="-128"/>
              </a:rPr>
              <a:t>分</a:t>
            </a:r>
          </a:p>
        </p:txBody>
      </p:sp>
      <p:sp>
        <p:nvSpPr>
          <p:cNvPr id="32" name="テキスト ボックス 31">
            <a:extLst>
              <a:ext uri="{FF2B5EF4-FFF2-40B4-BE49-F238E27FC236}">
                <a16:creationId xmlns:a16="http://schemas.microsoft.com/office/drawing/2014/main" id="{141D0693-6718-236B-FE6B-4BAD2F78778A}"/>
              </a:ext>
            </a:extLst>
          </p:cNvPr>
          <p:cNvSpPr txBox="1"/>
          <p:nvPr/>
        </p:nvSpPr>
        <p:spPr>
          <a:xfrm>
            <a:off x="1775586" y="5767600"/>
            <a:ext cx="1047745" cy="400110"/>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en-US" altLang="ja-JP" sz="2000" b="0" i="0" u="none" strike="noStrike" cap="none" normalizeH="0" baseline="0" dirty="0">
                <a:ln>
                  <a:noFill/>
                </a:ln>
                <a:solidFill>
                  <a:schemeClr val="tx1"/>
                </a:solidFill>
                <a:effectLst/>
                <a:latin typeface="Arial" charset="0"/>
                <a:ea typeface="ＭＳ Ｐゴシック" pitchFamily="50" charset="-128"/>
              </a:rPr>
              <a:t>0</a:t>
            </a:r>
            <a:r>
              <a:rPr kumimoji="1" lang="ja-JP" altLang="en-US" sz="2000" b="0" i="0" u="none" strike="noStrike" cap="none" normalizeH="0" baseline="0">
                <a:ln>
                  <a:noFill/>
                </a:ln>
                <a:solidFill>
                  <a:schemeClr val="tx1"/>
                </a:solidFill>
                <a:effectLst/>
                <a:latin typeface="Arial" charset="0"/>
                <a:ea typeface="ＭＳ Ｐゴシック" pitchFamily="50" charset="-128"/>
              </a:rPr>
              <a:t>分</a:t>
            </a:r>
          </a:p>
        </p:txBody>
      </p:sp>
      <p:cxnSp>
        <p:nvCxnSpPr>
          <p:cNvPr id="33" name="直線コネクタ 32">
            <a:extLst>
              <a:ext uri="{FF2B5EF4-FFF2-40B4-BE49-F238E27FC236}">
                <a16:creationId xmlns:a16="http://schemas.microsoft.com/office/drawing/2014/main" id="{88952F5A-76D2-E29B-4A3F-DE36611601DD}"/>
              </a:ext>
            </a:extLst>
          </p:cNvPr>
          <p:cNvCxnSpPr>
            <a:cxnSpLocks/>
          </p:cNvCxnSpPr>
          <p:nvPr/>
        </p:nvCxnSpPr>
        <p:spPr>
          <a:xfrm flipH="1" flipV="1">
            <a:off x="5157444" y="3210783"/>
            <a:ext cx="12648" cy="2496894"/>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34" name="直線コネクタ 33">
            <a:extLst>
              <a:ext uri="{FF2B5EF4-FFF2-40B4-BE49-F238E27FC236}">
                <a16:creationId xmlns:a16="http://schemas.microsoft.com/office/drawing/2014/main" id="{70E30E45-7155-4C72-4377-2E1C4B6EED8B}"/>
              </a:ext>
            </a:extLst>
          </p:cNvPr>
          <p:cNvCxnSpPr>
            <a:cxnSpLocks/>
          </p:cNvCxnSpPr>
          <p:nvPr/>
        </p:nvCxnSpPr>
        <p:spPr>
          <a:xfrm>
            <a:off x="1992360" y="3868468"/>
            <a:ext cx="3177732" cy="0"/>
          </a:xfrm>
          <a:prstGeom prst="line">
            <a:avLst/>
          </a:prstGeom>
          <a:ln w="57150">
            <a:solidFill>
              <a:srgbClr val="C00000"/>
            </a:solidFill>
          </a:ln>
        </p:spPr>
        <p:style>
          <a:lnRef idx="1">
            <a:schemeClr val="dk1"/>
          </a:lnRef>
          <a:fillRef idx="0">
            <a:schemeClr val="dk1"/>
          </a:fillRef>
          <a:effectRef idx="0">
            <a:schemeClr val="dk1"/>
          </a:effectRef>
          <a:fontRef idx="minor">
            <a:schemeClr val="tx1"/>
          </a:fontRef>
        </p:style>
      </p:cxnSp>
      <p:sp>
        <p:nvSpPr>
          <p:cNvPr id="38" name="テキスト ボックス 37">
            <a:extLst>
              <a:ext uri="{FF2B5EF4-FFF2-40B4-BE49-F238E27FC236}">
                <a16:creationId xmlns:a16="http://schemas.microsoft.com/office/drawing/2014/main" id="{F937F121-4498-FE71-F663-5B42D7F903CA}"/>
              </a:ext>
            </a:extLst>
          </p:cNvPr>
          <p:cNvSpPr txBox="1"/>
          <p:nvPr/>
        </p:nvSpPr>
        <p:spPr>
          <a:xfrm>
            <a:off x="1427684" y="2772127"/>
            <a:ext cx="1363570" cy="461665"/>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2400" b="0" i="0" u="none" strike="noStrike" cap="none" normalizeH="0" baseline="0">
                <a:ln>
                  <a:noFill/>
                </a:ln>
                <a:solidFill>
                  <a:schemeClr val="tx1"/>
                </a:solidFill>
                <a:effectLst/>
                <a:latin typeface="Arial" charset="0"/>
                <a:ea typeface="ＭＳ Ｐゴシック" pitchFamily="50" charset="-128"/>
              </a:rPr>
              <a:t>電力量</a:t>
            </a:r>
          </a:p>
        </p:txBody>
      </p:sp>
      <p:sp>
        <p:nvSpPr>
          <p:cNvPr id="40" name="テキスト ボックス 39">
            <a:extLst>
              <a:ext uri="{FF2B5EF4-FFF2-40B4-BE49-F238E27FC236}">
                <a16:creationId xmlns:a16="http://schemas.microsoft.com/office/drawing/2014/main" id="{9EE323C8-A76E-B547-BDF0-916D9708FE04}"/>
              </a:ext>
            </a:extLst>
          </p:cNvPr>
          <p:cNvSpPr txBox="1"/>
          <p:nvPr/>
        </p:nvSpPr>
        <p:spPr>
          <a:xfrm>
            <a:off x="1072116" y="3497435"/>
            <a:ext cx="1025642" cy="707886"/>
          </a:xfrm>
          <a:prstGeom prst="rect">
            <a:avLst/>
          </a:prstGeom>
          <a:noFill/>
        </p:spPr>
        <p:txBody>
          <a:bodyPr wrap="square">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ja-JP" altLang="en-US" sz="2000" b="1">
                <a:solidFill>
                  <a:srgbClr val="C00000"/>
                </a:solidFill>
                <a:ea typeface="ＭＳ Ｐゴシック" pitchFamily="50" charset="-128"/>
              </a:rPr>
              <a:t>最大買</a:t>
            </a:r>
            <a:endParaRPr lang="en-US" altLang="ja-JP" sz="2000" b="1" dirty="0">
              <a:solidFill>
                <a:srgbClr val="C00000"/>
              </a:solidFill>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2000" b="1" i="0" u="none" strike="noStrike" cap="none" normalizeH="0" baseline="0">
                <a:ln>
                  <a:noFill/>
                </a:ln>
                <a:solidFill>
                  <a:srgbClr val="C00000"/>
                </a:solidFill>
                <a:effectLst/>
                <a:latin typeface="Arial" charset="0"/>
                <a:ea typeface="ＭＳ Ｐゴシック" pitchFamily="50" charset="-128"/>
              </a:rPr>
              <a:t>電力量</a:t>
            </a:r>
          </a:p>
        </p:txBody>
      </p:sp>
      <p:sp>
        <p:nvSpPr>
          <p:cNvPr id="7" name="フリーフォーム 6">
            <a:extLst>
              <a:ext uri="{FF2B5EF4-FFF2-40B4-BE49-F238E27FC236}">
                <a16:creationId xmlns:a16="http://schemas.microsoft.com/office/drawing/2014/main" id="{DB68EDD4-6B3A-1BF7-6747-B5CFF699CD73}"/>
              </a:ext>
            </a:extLst>
          </p:cNvPr>
          <p:cNvSpPr/>
          <p:nvPr/>
        </p:nvSpPr>
        <p:spPr bwMode="auto">
          <a:xfrm>
            <a:off x="1988189" y="3196984"/>
            <a:ext cx="3177915" cy="1554339"/>
          </a:xfrm>
          <a:custGeom>
            <a:avLst/>
            <a:gdLst>
              <a:gd name="connsiteX0" fmla="*/ 0 w 3177915"/>
              <a:gd name="connsiteY0" fmla="*/ 1144428 h 1554339"/>
              <a:gd name="connsiteX1" fmla="*/ 869430 w 3177915"/>
              <a:gd name="connsiteY1" fmla="*/ 5176 h 1554339"/>
              <a:gd name="connsiteX2" fmla="*/ 1783830 w 3177915"/>
              <a:gd name="connsiteY2" fmla="*/ 1549163 h 1554339"/>
              <a:gd name="connsiteX3" fmla="*/ 3177915 w 3177915"/>
              <a:gd name="connsiteY3" fmla="*/ 409910 h 1554339"/>
            </a:gdLst>
            <a:ahLst/>
            <a:cxnLst>
              <a:cxn ang="0">
                <a:pos x="connsiteX0" y="connsiteY0"/>
              </a:cxn>
              <a:cxn ang="0">
                <a:pos x="connsiteX1" y="connsiteY1"/>
              </a:cxn>
              <a:cxn ang="0">
                <a:pos x="connsiteX2" y="connsiteY2"/>
              </a:cxn>
              <a:cxn ang="0">
                <a:pos x="connsiteX3" y="connsiteY3"/>
              </a:cxn>
            </a:cxnLst>
            <a:rect l="l" t="t" r="r" b="b"/>
            <a:pathLst>
              <a:path w="3177915" h="1554339">
                <a:moveTo>
                  <a:pt x="0" y="1144428"/>
                </a:moveTo>
                <a:cubicBezTo>
                  <a:pt x="286062" y="541074"/>
                  <a:pt x="572125" y="-62280"/>
                  <a:pt x="869430" y="5176"/>
                </a:cubicBezTo>
                <a:cubicBezTo>
                  <a:pt x="1166735" y="72632"/>
                  <a:pt x="1399083" y="1481707"/>
                  <a:pt x="1783830" y="1549163"/>
                </a:cubicBezTo>
                <a:cubicBezTo>
                  <a:pt x="2168578" y="1616619"/>
                  <a:pt x="2673246" y="1013264"/>
                  <a:pt x="3177915" y="409910"/>
                </a:cubicBezTo>
              </a:path>
            </a:pathLst>
          </a:custGeom>
          <a:noFill/>
          <a:ln w="19050" cap="flat" cmpd="sng" algn="ctr">
            <a:solidFill>
              <a:srgbClr val="002060"/>
            </a:solidFill>
            <a:prstDash val="sysDot"/>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43" name="テキスト ボックス 42">
            <a:extLst>
              <a:ext uri="{FF2B5EF4-FFF2-40B4-BE49-F238E27FC236}">
                <a16:creationId xmlns:a16="http://schemas.microsoft.com/office/drawing/2014/main" id="{3462CDBE-6A09-028F-F234-D75B9A989BDB}"/>
              </a:ext>
            </a:extLst>
          </p:cNvPr>
          <p:cNvSpPr txBox="1"/>
          <p:nvPr/>
        </p:nvSpPr>
        <p:spPr>
          <a:xfrm>
            <a:off x="-49228" y="4634594"/>
            <a:ext cx="938078" cy="338554"/>
          </a:xfrm>
          <a:prstGeom prst="rect">
            <a:avLst/>
          </a:prstGeom>
          <a:noFill/>
        </p:spPr>
        <p:txBody>
          <a:bodyPr wrap="none" rtlCol="0">
            <a:spAutoFit/>
          </a:bodyPr>
          <a:lstStyle/>
          <a:p>
            <a:r>
              <a:rPr lang="en-US" altLang="ja-JP" sz="1600" dirty="0"/>
              <a:t>0.2 kWh</a:t>
            </a:r>
            <a:endParaRPr kumimoji="1" lang="ja-JP" altLang="en-US" sz="1600"/>
          </a:p>
        </p:txBody>
      </p:sp>
      <p:sp>
        <p:nvSpPr>
          <p:cNvPr id="45" name="テキスト ボックス 44">
            <a:extLst>
              <a:ext uri="{FF2B5EF4-FFF2-40B4-BE49-F238E27FC236}">
                <a16:creationId xmlns:a16="http://schemas.microsoft.com/office/drawing/2014/main" id="{9FB94DED-1A02-A1A7-77AC-EF0B7FCA9F21}"/>
              </a:ext>
            </a:extLst>
          </p:cNvPr>
          <p:cNvSpPr txBox="1"/>
          <p:nvPr/>
        </p:nvSpPr>
        <p:spPr>
          <a:xfrm>
            <a:off x="183367" y="2155092"/>
            <a:ext cx="639919" cy="584775"/>
          </a:xfrm>
          <a:prstGeom prst="rect">
            <a:avLst/>
          </a:prstGeom>
          <a:noFill/>
        </p:spPr>
        <p:txBody>
          <a:bodyPr wrap="none" rtlCol="0">
            <a:spAutoFit/>
          </a:bodyPr>
          <a:lstStyle/>
          <a:p>
            <a:r>
              <a:rPr lang="en-US" altLang="ja-JP" sz="1600" dirty="0"/>
              <a:t>2742</a:t>
            </a:r>
          </a:p>
          <a:p>
            <a:r>
              <a:rPr lang="en-US" altLang="ja-JP" sz="1600" dirty="0"/>
              <a:t>kWh</a:t>
            </a:r>
            <a:endParaRPr kumimoji="1" lang="ja-JP" altLang="en-US" sz="1600"/>
          </a:p>
        </p:txBody>
      </p:sp>
      <p:sp>
        <p:nvSpPr>
          <p:cNvPr id="46" name="テキスト ボックス 45">
            <a:extLst>
              <a:ext uri="{FF2B5EF4-FFF2-40B4-BE49-F238E27FC236}">
                <a16:creationId xmlns:a16="http://schemas.microsoft.com/office/drawing/2014/main" id="{6DC3BBB8-3530-C93A-80D0-AFBBE8CA987F}"/>
              </a:ext>
            </a:extLst>
          </p:cNvPr>
          <p:cNvSpPr txBox="1"/>
          <p:nvPr/>
        </p:nvSpPr>
        <p:spPr>
          <a:xfrm>
            <a:off x="88151" y="2926748"/>
            <a:ext cx="811441" cy="584775"/>
          </a:xfrm>
          <a:prstGeom prst="rect">
            <a:avLst/>
          </a:prstGeom>
          <a:noFill/>
        </p:spPr>
        <p:txBody>
          <a:bodyPr wrap="none" rtlCol="0">
            <a:spAutoFit/>
          </a:bodyPr>
          <a:lstStyle/>
          <a:p>
            <a:r>
              <a:rPr lang="en-US" altLang="ja-JP" sz="1600" dirty="0"/>
              <a:t>2741.8</a:t>
            </a:r>
          </a:p>
          <a:p>
            <a:r>
              <a:rPr lang="en-US" altLang="ja-JP" sz="1600" dirty="0"/>
              <a:t>kWh</a:t>
            </a:r>
            <a:endParaRPr kumimoji="1" lang="ja-JP" altLang="en-US" sz="1600"/>
          </a:p>
        </p:txBody>
      </p:sp>
      <p:sp>
        <p:nvSpPr>
          <p:cNvPr id="42" name="テキスト ボックス 41">
            <a:extLst>
              <a:ext uri="{FF2B5EF4-FFF2-40B4-BE49-F238E27FC236}">
                <a16:creationId xmlns:a16="http://schemas.microsoft.com/office/drawing/2014/main" id="{BE56EB8C-A858-135B-D4DD-BE42442467D6}"/>
              </a:ext>
            </a:extLst>
          </p:cNvPr>
          <p:cNvSpPr txBox="1"/>
          <p:nvPr/>
        </p:nvSpPr>
        <p:spPr>
          <a:xfrm>
            <a:off x="2269142" y="189791"/>
            <a:ext cx="4605749" cy="584775"/>
          </a:xfrm>
          <a:prstGeom prst="rect">
            <a:avLst/>
          </a:prstGeom>
          <a:noFill/>
        </p:spPr>
        <p:txBody>
          <a:bodyPr wrap="none" rtlCol="0">
            <a:spAutoFit/>
          </a:bodyPr>
          <a:lstStyle/>
          <a:p>
            <a:r>
              <a:rPr kumimoji="1" lang="ja-JP" altLang="en-US" sz="3200"/>
              <a:t>モデル</a:t>
            </a:r>
            <a:r>
              <a:rPr kumimoji="1" lang="en-US" altLang="ja-JP" sz="3200" dirty="0"/>
              <a:t>2</a:t>
            </a:r>
            <a:r>
              <a:rPr kumimoji="1" lang="ja-JP" altLang="en-US" sz="3200"/>
              <a:t>：動的計画モデル</a:t>
            </a:r>
          </a:p>
        </p:txBody>
      </p:sp>
      <mc:AlternateContent xmlns:mc="http://schemas.openxmlformats.org/markup-compatibility/2006">
        <mc:Choice xmlns:a14="http://schemas.microsoft.com/office/drawing/2010/main" Requires="a14">
          <p:sp>
            <p:nvSpPr>
              <p:cNvPr id="44" name="テキスト ボックス 43">
                <a:extLst>
                  <a:ext uri="{FF2B5EF4-FFF2-40B4-BE49-F238E27FC236}">
                    <a16:creationId xmlns:a16="http://schemas.microsoft.com/office/drawing/2014/main" id="{89E4C5F3-C9E1-43B4-B130-165586E08407}"/>
                  </a:ext>
                </a:extLst>
              </p:cNvPr>
              <p:cNvSpPr txBox="1"/>
              <p:nvPr/>
            </p:nvSpPr>
            <p:spPr>
              <a:xfrm>
                <a:off x="125514" y="3735321"/>
                <a:ext cx="635430" cy="584775"/>
              </a:xfrm>
              <a:prstGeom prst="rect">
                <a:avLst/>
              </a:prstGeom>
              <a:noFill/>
            </p:spPr>
            <p:txBody>
              <a:bodyPr wrap="none" rtlCol="0">
                <a:spAutoFit/>
              </a:bodyPr>
              <a:lstStyle/>
              <a:p>
                <a:r>
                  <a:rPr lang="en-US" altLang="ja-JP" sz="1600" dirty="0"/>
                  <a:t>0.2</a:t>
                </a:r>
                <a14:m>
                  <m:oMath xmlns:m="http://schemas.openxmlformats.org/officeDocument/2006/math">
                    <m:r>
                      <a:rPr lang="en-US" altLang="ja-JP" sz="1600" b="0" i="1" smtClean="0">
                        <a:latin typeface="Cambria Math" panose="02040503050406030204" pitchFamily="18" charset="0"/>
                      </a:rPr>
                      <m:t>𝑛</m:t>
                    </m:r>
                    <m:r>
                      <a:rPr lang="en-US" altLang="ja-JP" sz="1600" b="0" i="1" smtClean="0">
                        <a:latin typeface="Cambria Math" panose="02040503050406030204" pitchFamily="18" charset="0"/>
                      </a:rPr>
                      <m:t> </m:t>
                    </m:r>
                  </m:oMath>
                </a14:m>
                <a:endParaRPr lang="en-US" altLang="ja-JP" sz="1600" dirty="0"/>
              </a:p>
              <a:p>
                <a:r>
                  <a:rPr lang="en-US" altLang="ja-JP" sz="1600" dirty="0"/>
                  <a:t>kWh</a:t>
                </a:r>
                <a:endParaRPr kumimoji="1" lang="ja-JP" altLang="en-US" sz="1600"/>
              </a:p>
            </p:txBody>
          </p:sp>
        </mc:Choice>
        <mc:Fallback>
          <p:sp>
            <p:nvSpPr>
              <p:cNvPr id="44" name="テキスト ボックス 43">
                <a:extLst>
                  <a:ext uri="{FF2B5EF4-FFF2-40B4-BE49-F238E27FC236}">
                    <a16:creationId xmlns:a16="http://schemas.microsoft.com/office/drawing/2014/main" id="{89E4C5F3-C9E1-43B4-B130-165586E08407}"/>
                  </a:ext>
                </a:extLst>
              </p:cNvPr>
              <p:cNvSpPr txBox="1">
                <a:spLocks noRot="1" noChangeAspect="1" noMove="1" noResize="1" noEditPoints="1" noAdjustHandles="1" noChangeArrowheads="1" noChangeShapeType="1" noTextEdit="1"/>
              </p:cNvSpPr>
              <p:nvPr/>
            </p:nvSpPr>
            <p:spPr>
              <a:xfrm>
                <a:off x="125514" y="3735321"/>
                <a:ext cx="635430" cy="584775"/>
              </a:xfrm>
              <a:prstGeom prst="rect">
                <a:avLst/>
              </a:prstGeom>
              <a:blipFill>
                <a:blip r:embed="rId4"/>
                <a:stretch>
                  <a:fillRect l="-5882" t="-4255" b="-12766"/>
                </a:stretch>
              </a:blipFill>
            </p:spPr>
            <p:txBody>
              <a:bodyPr/>
              <a:lstStyle/>
              <a:p>
                <a:r>
                  <a:rPr lang="ja-JP" altLang="en-US">
                    <a:noFill/>
                  </a:rPr>
                  <a:t> </a:t>
                </a:r>
              </a:p>
            </p:txBody>
          </p:sp>
        </mc:Fallback>
      </mc:AlternateContent>
      <p:sp>
        <p:nvSpPr>
          <p:cNvPr id="48" name="フリーフォーム 47">
            <a:extLst>
              <a:ext uri="{FF2B5EF4-FFF2-40B4-BE49-F238E27FC236}">
                <a16:creationId xmlns:a16="http://schemas.microsoft.com/office/drawing/2014/main" id="{DF40456E-108A-E287-FDB6-F7465014F8DC}"/>
              </a:ext>
            </a:extLst>
          </p:cNvPr>
          <p:cNvSpPr/>
          <p:nvPr/>
        </p:nvSpPr>
        <p:spPr bwMode="auto">
          <a:xfrm>
            <a:off x="2042556" y="3860825"/>
            <a:ext cx="179919" cy="390541"/>
          </a:xfrm>
          <a:custGeom>
            <a:avLst/>
            <a:gdLst>
              <a:gd name="connsiteX0" fmla="*/ 0 w 179919"/>
              <a:gd name="connsiteY0" fmla="*/ 390541 h 390541"/>
              <a:gd name="connsiteX1" fmla="*/ 154379 w 179919"/>
              <a:gd name="connsiteY1" fmla="*/ 34281 h 390541"/>
              <a:gd name="connsiteX2" fmla="*/ 178130 w 179919"/>
              <a:gd name="connsiteY2" fmla="*/ 34281 h 390541"/>
            </a:gdLst>
            <a:ahLst/>
            <a:cxnLst>
              <a:cxn ang="0">
                <a:pos x="connsiteX0" y="connsiteY0"/>
              </a:cxn>
              <a:cxn ang="0">
                <a:pos x="connsiteX1" y="connsiteY1"/>
              </a:cxn>
              <a:cxn ang="0">
                <a:pos x="connsiteX2" y="connsiteY2"/>
              </a:cxn>
            </a:cxnLst>
            <a:rect l="l" t="t" r="r" b="b"/>
            <a:pathLst>
              <a:path w="179919" h="390541">
                <a:moveTo>
                  <a:pt x="0" y="390541"/>
                </a:moveTo>
                <a:cubicBezTo>
                  <a:pt x="62345" y="242099"/>
                  <a:pt x="124691" y="93658"/>
                  <a:pt x="154379" y="34281"/>
                </a:cubicBezTo>
                <a:cubicBezTo>
                  <a:pt x="184067" y="-25096"/>
                  <a:pt x="181098" y="4592"/>
                  <a:pt x="178130" y="34281"/>
                </a:cubicBezTo>
              </a:path>
            </a:pathLst>
          </a:cu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50" name="フリーフォーム 49">
            <a:extLst>
              <a:ext uri="{FF2B5EF4-FFF2-40B4-BE49-F238E27FC236}">
                <a16:creationId xmlns:a16="http://schemas.microsoft.com/office/drawing/2014/main" id="{89ACEF95-EE87-DA63-D206-EDEA7D02CA70}"/>
              </a:ext>
            </a:extLst>
          </p:cNvPr>
          <p:cNvSpPr/>
          <p:nvPr/>
        </p:nvSpPr>
        <p:spPr bwMode="auto">
          <a:xfrm rot="8808900">
            <a:off x="3348461" y="3446969"/>
            <a:ext cx="1504866" cy="1127025"/>
          </a:xfrm>
          <a:custGeom>
            <a:avLst/>
            <a:gdLst>
              <a:gd name="connsiteX0" fmla="*/ 0 w 179919"/>
              <a:gd name="connsiteY0" fmla="*/ 390541 h 390541"/>
              <a:gd name="connsiteX1" fmla="*/ 154379 w 179919"/>
              <a:gd name="connsiteY1" fmla="*/ 34281 h 390541"/>
              <a:gd name="connsiteX2" fmla="*/ 178130 w 179919"/>
              <a:gd name="connsiteY2" fmla="*/ 34281 h 390541"/>
              <a:gd name="connsiteX0" fmla="*/ 21494 w 178842"/>
              <a:gd name="connsiteY0" fmla="*/ 1222791 h 1222791"/>
              <a:gd name="connsiteX1" fmla="*/ 175873 w 178842"/>
              <a:gd name="connsiteY1" fmla="*/ 866531 h 1222791"/>
              <a:gd name="connsiteX2" fmla="*/ 0 w 178842"/>
              <a:gd name="connsiteY2" fmla="*/ 772 h 1222791"/>
              <a:gd name="connsiteX0" fmla="*/ 21494 w 148300"/>
              <a:gd name="connsiteY0" fmla="*/ 1224256 h 1224256"/>
              <a:gd name="connsiteX1" fmla="*/ 144850 w 148300"/>
              <a:gd name="connsiteY1" fmla="*/ 306516 h 1224256"/>
              <a:gd name="connsiteX2" fmla="*/ 0 w 148300"/>
              <a:gd name="connsiteY2" fmla="*/ 2237 h 1224256"/>
              <a:gd name="connsiteX0" fmla="*/ 33448 w 156804"/>
              <a:gd name="connsiteY0" fmla="*/ 1226233 h 1226233"/>
              <a:gd name="connsiteX1" fmla="*/ 156804 w 156804"/>
              <a:gd name="connsiteY1" fmla="*/ 308493 h 1226233"/>
              <a:gd name="connsiteX2" fmla="*/ 11954 w 156804"/>
              <a:gd name="connsiteY2" fmla="*/ 4214 h 1226233"/>
              <a:gd name="connsiteX0" fmla="*/ 1398125 w 1521481"/>
              <a:gd name="connsiteY0" fmla="*/ 1009679 h 1009679"/>
              <a:gd name="connsiteX1" fmla="*/ 1521481 w 1521481"/>
              <a:gd name="connsiteY1" fmla="*/ 91939 h 1009679"/>
              <a:gd name="connsiteX2" fmla="*/ 0 w 1521481"/>
              <a:gd name="connsiteY2" fmla="*/ 112671 h 1009679"/>
              <a:gd name="connsiteX0" fmla="*/ 1398125 w 1537445"/>
              <a:gd name="connsiteY0" fmla="*/ 1065342 h 1065342"/>
              <a:gd name="connsiteX1" fmla="*/ 1537445 w 1537445"/>
              <a:gd name="connsiteY1" fmla="*/ 76354 h 1065342"/>
              <a:gd name="connsiteX2" fmla="*/ 0 w 1537445"/>
              <a:gd name="connsiteY2" fmla="*/ 168334 h 1065342"/>
              <a:gd name="connsiteX0" fmla="*/ 1398125 w 1537445"/>
              <a:gd name="connsiteY0" fmla="*/ 1062028 h 1062028"/>
              <a:gd name="connsiteX1" fmla="*/ 1537445 w 1537445"/>
              <a:gd name="connsiteY1" fmla="*/ 73040 h 1062028"/>
              <a:gd name="connsiteX2" fmla="*/ 0 w 1537445"/>
              <a:gd name="connsiteY2" fmla="*/ 165020 h 1062028"/>
              <a:gd name="connsiteX0" fmla="*/ 1398125 w 1537445"/>
              <a:gd name="connsiteY0" fmla="*/ 1134047 h 1134047"/>
              <a:gd name="connsiteX1" fmla="*/ 1537445 w 1537445"/>
              <a:gd name="connsiteY1" fmla="*/ 145059 h 1134047"/>
              <a:gd name="connsiteX2" fmla="*/ 0 w 1537445"/>
              <a:gd name="connsiteY2" fmla="*/ 237039 h 1134047"/>
              <a:gd name="connsiteX0" fmla="*/ 1398125 w 1537445"/>
              <a:gd name="connsiteY0" fmla="*/ 1134047 h 1134047"/>
              <a:gd name="connsiteX1" fmla="*/ 1537445 w 1537445"/>
              <a:gd name="connsiteY1" fmla="*/ 145059 h 1134047"/>
              <a:gd name="connsiteX2" fmla="*/ 0 w 1537445"/>
              <a:gd name="connsiteY2" fmla="*/ 237039 h 1134047"/>
              <a:gd name="connsiteX0" fmla="*/ 1398125 w 1532768"/>
              <a:gd name="connsiteY0" fmla="*/ 1128420 h 1128420"/>
              <a:gd name="connsiteX1" fmla="*/ 1532768 w 1532768"/>
              <a:gd name="connsiteY1" fmla="*/ 146584 h 1128420"/>
              <a:gd name="connsiteX2" fmla="*/ 0 w 1532768"/>
              <a:gd name="connsiteY2" fmla="*/ 231412 h 1128420"/>
              <a:gd name="connsiteX0" fmla="*/ 1398125 w 1532768"/>
              <a:gd name="connsiteY0" fmla="*/ 1118845 h 1118845"/>
              <a:gd name="connsiteX1" fmla="*/ 1532768 w 1532768"/>
              <a:gd name="connsiteY1" fmla="*/ 137009 h 1118845"/>
              <a:gd name="connsiteX2" fmla="*/ 0 w 1532768"/>
              <a:gd name="connsiteY2" fmla="*/ 221837 h 1118845"/>
              <a:gd name="connsiteX0" fmla="*/ 1398125 w 1459317"/>
              <a:gd name="connsiteY0" fmla="*/ 1116472 h 1116472"/>
              <a:gd name="connsiteX1" fmla="*/ 1459317 w 1459317"/>
              <a:gd name="connsiteY1" fmla="*/ 137654 h 1116472"/>
              <a:gd name="connsiteX2" fmla="*/ 0 w 1459317"/>
              <a:gd name="connsiteY2" fmla="*/ 219464 h 1116472"/>
              <a:gd name="connsiteX0" fmla="*/ 1398125 w 1492461"/>
              <a:gd name="connsiteY0" fmla="*/ 1116472 h 1116472"/>
              <a:gd name="connsiteX1" fmla="*/ 1459317 w 1492461"/>
              <a:gd name="connsiteY1" fmla="*/ 137654 h 1116472"/>
              <a:gd name="connsiteX2" fmla="*/ 0 w 1492461"/>
              <a:gd name="connsiteY2" fmla="*/ 219464 h 1116472"/>
              <a:gd name="connsiteX0" fmla="*/ 1398125 w 1504866"/>
              <a:gd name="connsiteY0" fmla="*/ 1116472 h 1116472"/>
              <a:gd name="connsiteX1" fmla="*/ 1459317 w 1504866"/>
              <a:gd name="connsiteY1" fmla="*/ 137654 h 1116472"/>
              <a:gd name="connsiteX2" fmla="*/ 0 w 1504866"/>
              <a:gd name="connsiteY2" fmla="*/ 219464 h 1116472"/>
              <a:gd name="connsiteX0" fmla="*/ 1398125 w 1504866"/>
              <a:gd name="connsiteY0" fmla="*/ 1127025 h 1127025"/>
              <a:gd name="connsiteX1" fmla="*/ 1459317 w 1504866"/>
              <a:gd name="connsiteY1" fmla="*/ 148207 h 1127025"/>
              <a:gd name="connsiteX2" fmla="*/ 0 w 1504866"/>
              <a:gd name="connsiteY2" fmla="*/ 230017 h 1127025"/>
            </a:gdLst>
            <a:ahLst/>
            <a:cxnLst>
              <a:cxn ang="0">
                <a:pos x="connsiteX0" y="connsiteY0"/>
              </a:cxn>
              <a:cxn ang="0">
                <a:pos x="connsiteX1" y="connsiteY1"/>
              </a:cxn>
              <a:cxn ang="0">
                <a:pos x="connsiteX2" y="connsiteY2"/>
              </a:cxn>
            </a:cxnLst>
            <a:rect l="l" t="t" r="r" b="b"/>
            <a:pathLst>
              <a:path w="1504866" h="1127025">
                <a:moveTo>
                  <a:pt x="1398125" y="1127025"/>
                </a:moveTo>
                <a:cubicBezTo>
                  <a:pt x="1460470" y="978583"/>
                  <a:pt x="1565788" y="327268"/>
                  <a:pt x="1459317" y="148207"/>
                </a:cubicBezTo>
                <a:cubicBezTo>
                  <a:pt x="1024123" y="-215208"/>
                  <a:pt x="2968" y="200328"/>
                  <a:pt x="0" y="230017"/>
                </a:cubicBezTo>
              </a:path>
            </a:pathLst>
          </a:cu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Tree>
    <p:extLst>
      <p:ext uri="{BB962C8B-B14F-4D97-AF65-F5344CB8AC3E}">
        <p14:creationId xmlns:p14="http://schemas.microsoft.com/office/powerpoint/2010/main" val="681078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8" name="直線コネクタ 357">
            <a:extLst>
              <a:ext uri="{FF2B5EF4-FFF2-40B4-BE49-F238E27FC236}">
                <a16:creationId xmlns:a16="http://schemas.microsoft.com/office/drawing/2014/main" id="{AFB7E46F-DF6F-55C7-14BF-24DB1ACE7254}"/>
              </a:ext>
            </a:extLst>
          </p:cNvPr>
          <p:cNvCxnSpPr>
            <a:cxnSpLocks/>
          </p:cNvCxnSpPr>
          <p:nvPr/>
        </p:nvCxnSpPr>
        <p:spPr>
          <a:xfrm>
            <a:off x="7740352"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59" name="直線コネクタ 358">
            <a:extLst>
              <a:ext uri="{FF2B5EF4-FFF2-40B4-BE49-F238E27FC236}">
                <a16:creationId xmlns:a16="http://schemas.microsoft.com/office/drawing/2014/main" id="{66DA8667-F533-45C5-A367-B431275A6611}"/>
              </a:ext>
            </a:extLst>
          </p:cNvPr>
          <p:cNvCxnSpPr>
            <a:cxnSpLocks/>
          </p:cNvCxnSpPr>
          <p:nvPr/>
        </p:nvCxnSpPr>
        <p:spPr>
          <a:xfrm>
            <a:off x="6048421" y="410846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0" name="直線コネクタ 359">
            <a:extLst>
              <a:ext uri="{FF2B5EF4-FFF2-40B4-BE49-F238E27FC236}">
                <a16:creationId xmlns:a16="http://schemas.microsoft.com/office/drawing/2014/main" id="{76844B47-ECB3-3415-B430-AF2C4F1CEB4A}"/>
              </a:ext>
            </a:extLst>
          </p:cNvPr>
          <p:cNvCxnSpPr>
            <a:cxnSpLocks/>
          </p:cNvCxnSpPr>
          <p:nvPr/>
        </p:nvCxnSpPr>
        <p:spPr>
          <a:xfrm>
            <a:off x="4363626"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1" name="直線コネクタ 360">
            <a:extLst>
              <a:ext uri="{FF2B5EF4-FFF2-40B4-BE49-F238E27FC236}">
                <a16:creationId xmlns:a16="http://schemas.microsoft.com/office/drawing/2014/main" id="{351AC383-544F-1023-FB1F-9261A2B4FA0D}"/>
              </a:ext>
            </a:extLst>
          </p:cNvPr>
          <p:cNvCxnSpPr>
            <a:cxnSpLocks/>
          </p:cNvCxnSpPr>
          <p:nvPr/>
        </p:nvCxnSpPr>
        <p:spPr>
          <a:xfrm>
            <a:off x="2691437"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2" name="直線コネクタ 361">
            <a:extLst>
              <a:ext uri="{FF2B5EF4-FFF2-40B4-BE49-F238E27FC236}">
                <a16:creationId xmlns:a16="http://schemas.microsoft.com/office/drawing/2014/main" id="{9B14F7A6-8039-9B7C-0641-964C0DEBFEDF}"/>
              </a:ext>
            </a:extLst>
          </p:cNvPr>
          <p:cNvCxnSpPr>
            <a:cxnSpLocks/>
          </p:cNvCxnSpPr>
          <p:nvPr/>
        </p:nvCxnSpPr>
        <p:spPr>
          <a:xfrm>
            <a:off x="1004690" y="4088681"/>
            <a:ext cx="0" cy="791864"/>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5" name="直線矢印コネクタ 14">
            <a:extLst>
              <a:ext uri="{FF2B5EF4-FFF2-40B4-BE49-F238E27FC236}">
                <a16:creationId xmlns:a16="http://schemas.microsoft.com/office/drawing/2014/main" id="{EB4CCDB6-3150-9428-1096-D7D4E92168AC}"/>
              </a:ext>
            </a:extLst>
          </p:cNvPr>
          <p:cNvCxnSpPr>
            <a:cxnSpLocks/>
          </p:cNvCxnSpPr>
          <p:nvPr/>
        </p:nvCxnSpPr>
        <p:spPr>
          <a:xfrm>
            <a:off x="7850482" y="5579379"/>
            <a:ext cx="1052574" cy="1"/>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42A2B93D-CA35-54A6-8B6B-21742B4DA0D0}"/>
              </a:ext>
            </a:extLst>
          </p:cNvPr>
          <p:cNvCxnSpPr>
            <a:cxnSpLocks/>
          </p:cNvCxnSpPr>
          <p:nvPr/>
        </p:nvCxnSpPr>
        <p:spPr>
          <a:xfrm>
            <a:off x="7852883" y="4796926"/>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709996C1-FAD1-044F-3C14-33379FE1284E}"/>
              </a:ext>
            </a:extLst>
          </p:cNvPr>
          <p:cNvCxnSpPr>
            <a:cxnSpLocks/>
          </p:cNvCxnSpPr>
          <p:nvPr/>
        </p:nvCxnSpPr>
        <p:spPr>
          <a:xfrm>
            <a:off x="7850482" y="4023773"/>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FA5810F1-99F3-0C84-C5F1-95538B380994}"/>
              </a:ext>
            </a:extLst>
          </p:cNvPr>
          <p:cNvCxnSpPr>
            <a:cxnSpLocks/>
          </p:cNvCxnSpPr>
          <p:nvPr/>
        </p:nvCxnSpPr>
        <p:spPr>
          <a:xfrm>
            <a:off x="7850482" y="3249735"/>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C2ED444E-831F-A8ED-760F-7221B5C6CDF6}"/>
              </a:ext>
            </a:extLst>
          </p:cNvPr>
          <p:cNvCxnSpPr>
            <a:cxnSpLocks/>
          </p:cNvCxnSpPr>
          <p:nvPr/>
        </p:nvCxnSpPr>
        <p:spPr>
          <a:xfrm>
            <a:off x="7850482" y="2452844"/>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FF6AC884-549A-6E83-4735-DB4206DFB82D}"/>
              </a:ext>
            </a:extLst>
          </p:cNvPr>
          <p:cNvCxnSpPr>
            <a:cxnSpLocks/>
          </p:cNvCxnSpPr>
          <p:nvPr/>
        </p:nvCxnSpPr>
        <p:spPr>
          <a:xfrm>
            <a:off x="2683439" y="2457871"/>
            <a:ext cx="0" cy="791864"/>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08" name="直線コネクタ 107">
            <a:extLst>
              <a:ext uri="{FF2B5EF4-FFF2-40B4-BE49-F238E27FC236}">
                <a16:creationId xmlns:a16="http://schemas.microsoft.com/office/drawing/2014/main" id="{15E77718-E981-3C67-32AC-47D83806DC6D}"/>
              </a:ext>
            </a:extLst>
          </p:cNvPr>
          <p:cNvCxnSpPr>
            <a:cxnSpLocks/>
          </p:cNvCxnSpPr>
          <p:nvPr/>
        </p:nvCxnSpPr>
        <p:spPr>
          <a:xfrm>
            <a:off x="1003443" y="2447480"/>
            <a:ext cx="0" cy="791864"/>
          </a:xfrm>
          <a:prstGeom prst="line">
            <a:avLst/>
          </a:prstGeom>
          <a:ln w="25400">
            <a:solidFill>
              <a:schemeClr val="tx1"/>
            </a:solidFill>
          </a:ln>
        </p:spPr>
        <p:style>
          <a:lnRef idx="1">
            <a:schemeClr val="dk1"/>
          </a:lnRef>
          <a:fillRef idx="0">
            <a:schemeClr val="dk1"/>
          </a:fillRef>
          <a:effectRef idx="0">
            <a:schemeClr val="dk1"/>
          </a:effectRef>
          <a:fontRef idx="minor">
            <a:schemeClr val="tx1"/>
          </a:fontRef>
        </p:style>
      </p:cxnSp>
      <p:cxnSp>
        <p:nvCxnSpPr>
          <p:cNvPr id="133" name="直線コネクタ 132">
            <a:extLst>
              <a:ext uri="{FF2B5EF4-FFF2-40B4-BE49-F238E27FC236}">
                <a16:creationId xmlns:a16="http://schemas.microsoft.com/office/drawing/2014/main" id="{CF67ACA6-E658-E796-DB01-1938F4E70EF5}"/>
              </a:ext>
            </a:extLst>
          </p:cNvPr>
          <p:cNvCxnSpPr>
            <a:cxnSpLocks/>
          </p:cNvCxnSpPr>
          <p:nvPr/>
        </p:nvCxnSpPr>
        <p:spPr>
          <a:xfrm>
            <a:off x="7752082"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32" name="直線コネクタ 131">
            <a:extLst>
              <a:ext uri="{FF2B5EF4-FFF2-40B4-BE49-F238E27FC236}">
                <a16:creationId xmlns:a16="http://schemas.microsoft.com/office/drawing/2014/main" id="{0587A512-761F-7F43-6E8A-2C920C5A56BC}"/>
              </a:ext>
            </a:extLst>
          </p:cNvPr>
          <p:cNvCxnSpPr>
            <a:cxnSpLocks/>
          </p:cNvCxnSpPr>
          <p:nvPr/>
        </p:nvCxnSpPr>
        <p:spPr>
          <a:xfrm>
            <a:off x="6047174" y="3160978"/>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77616CD1-E0B2-DED2-5500-D4D57E5B6F0B}"/>
              </a:ext>
            </a:extLst>
          </p:cNvPr>
          <p:cNvCxnSpPr>
            <a:cxnSpLocks/>
          </p:cNvCxnSpPr>
          <p:nvPr/>
        </p:nvCxnSpPr>
        <p:spPr>
          <a:xfrm>
            <a:off x="4362379"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29" name="直線コネクタ 128">
            <a:extLst>
              <a:ext uri="{FF2B5EF4-FFF2-40B4-BE49-F238E27FC236}">
                <a16:creationId xmlns:a16="http://schemas.microsoft.com/office/drawing/2014/main" id="{75A781BF-BD61-98F8-7B7D-A501FCA30BA8}"/>
              </a:ext>
            </a:extLst>
          </p:cNvPr>
          <p:cNvCxnSpPr>
            <a:cxnSpLocks/>
          </p:cNvCxnSpPr>
          <p:nvPr/>
        </p:nvCxnSpPr>
        <p:spPr>
          <a:xfrm>
            <a:off x="2690190"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89" name="直線コネクタ 88">
            <a:extLst>
              <a:ext uri="{FF2B5EF4-FFF2-40B4-BE49-F238E27FC236}">
                <a16:creationId xmlns:a16="http://schemas.microsoft.com/office/drawing/2014/main" id="{289AACC5-7EFD-C799-53B8-18AC31B60095}"/>
              </a:ext>
            </a:extLst>
          </p:cNvPr>
          <p:cNvCxnSpPr>
            <a:cxnSpLocks/>
          </p:cNvCxnSpPr>
          <p:nvPr/>
        </p:nvCxnSpPr>
        <p:spPr>
          <a:xfrm>
            <a:off x="1003443" y="3141192"/>
            <a:ext cx="0" cy="791864"/>
          </a:xfrm>
          <a:prstGeom prst="line">
            <a:avLst/>
          </a:prstGeom>
          <a:ln w="254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24" name="直線矢印コネクタ 123">
            <a:extLst>
              <a:ext uri="{FF2B5EF4-FFF2-40B4-BE49-F238E27FC236}">
                <a16:creationId xmlns:a16="http://schemas.microsoft.com/office/drawing/2014/main" id="{2A3EBCF0-1445-7ED8-E555-EB44BA034973}"/>
              </a:ext>
            </a:extLst>
          </p:cNvPr>
          <p:cNvCxnSpPr>
            <a:cxnSpLocks/>
          </p:cNvCxnSpPr>
          <p:nvPr/>
        </p:nvCxnSpPr>
        <p:spPr>
          <a:xfrm flipV="1">
            <a:off x="1010545" y="1628800"/>
            <a:ext cx="0" cy="82798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 name="直線コネクタ 2">
            <a:extLst>
              <a:ext uri="{FF2B5EF4-FFF2-40B4-BE49-F238E27FC236}">
                <a16:creationId xmlns:a16="http://schemas.microsoft.com/office/drawing/2014/main" id="{1579362F-C260-760A-0CE8-338C31EC0B97}"/>
              </a:ext>
            </a:extLst>
          </p:cNvPr>
          <p:cNvCxnSpPr>
            <a:cxnSpLocks/>
          </p:cNvCxnSpPr>
          <p:nvPr/>
        </p:nvCxnSpPr>
        <p:spPr>
          <a:xfrm>
            <a:off x="987505" y="5579380"/>
            <a:ext cx="1692689" cy="0"/>
          </a:xfrm>
          <a:prstGeom prst="line">
            <a:avLst/>
          </a:prstGeom>
          <a:ln w="25400">
            <a:solidFill>
              <a:srgbClr val="0070C0"/>
            </a:solidFill>
          </a:ln>
        </p:spPr>
        <p:style>
          <a:lnRef idx="1">
            <a:schemeClr val="dk1"/>
          </a:lnRef>
          <a:fillRef idx="0">
            <a:schemeClr val="dk1"/>
          </a:fillRef>
          <a:effectRef idx="0">
            <a:schemeClr val="dk1"/>
          </a:effectRef>
          <a:fontRef idx="minor">
            <a:schemeClr val="tx1"/>
          </a:fontRef>
        </p:style>
      </p:cxnSp>
      <p:cxnSp>
        <p:nvCxnSpPr>
          <p:cNvPr id="4" name="直線コネクタ 3">
            <a:extLst>
              <a:ext uri="{FF2B5EF4-FFF2-40B4-BE49-F238E27FC236}">
                <a16:creationId xmlns:a16="http://schemas.microsoft.com/office/drawing/2014/main" id="{F372C915-9CEE-A3A9-73B6-A1025F98EE0B}"/>
              </a:ext>
            </a:extLst>
          </p:cNvPr>
          <p:cNvCxnSpPr>
            <a:cxnSpLocks/>
          </p:cNvCxnSpPr>
          <p:nvPr/>
        </p:nvCxnSpPr>
        <p:spPr>
          <a:xfrm flipH="1">
            <a:off x="1005001" y="4785257"/>
            <a:ext cx="5544" cy="798058"/>
          </a:xfrm>
          <a:prstGeom prst="line">
            <a:avLst/>
          </a:prstGeom>
          <a:ln w="25400">
            <a:solidFill>
              <a:schemeClr val="tx1"/>
            </a:solidFill>
          </a:ln>
        </p:spPr>
        <p:style>
          <a:lnRef idx="1">
            <a:schemeClr val="dk1"/>
          </a:lnRef>
          <a:fillRef idx="0">
            <a:schemeClr val="dk1"/>
          </a:fillRef>
          <a:effectRef idx="0">
            <a:schemeClr val="dk1"/>
          </a:effectRef>
          <a:fontRef idx="minor">
            <a:schemeClr val="tx1"/>
          </a:fontRef>
        </p:style>
      </p:cxnSp>
      <p:cxnSp>
        <p:nvCxnSpPr>
          <p:cNvPr id="6" name="直線コネクタ 5">
            <a:extLst>
              <a:ext uri="{FF2B5EF4-FFF2-40B4-BE49-F238E27FC236}">
                <a16:creationId xmlns:a16="http://schemas.microsoft.com/office/drawing/2014/main" id="{544C497C-CBF8-6493-5A29-F4E8940FB375}"/>
              </a:ext>
            </a:extLst>
          </p:cNvPr>
          <p:cNvCxnSpPr>
            <a:cxnSpLocks/>
          </p:cNvCxnSpPr>
          <p:nvPr/>
        </p:nvCxnSpPr>
        <p:spPr>
          <a:xfrm>
            <a:off x="2675008" y="5579380"/>
            <a:ext cx="169268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3B54743F-8F88-64DA-4CC7-DA0F090086FF}"/>
              </a:ext>
            </a:extLst>
          </p:cNvPr>
          <p:cNvCxnSpPr>
            <a:cxnSpLocks/>
          </p:cNvCxnSpPr>
          <p:nvPr/>
        </p:nvCxnSpPr>
        <p:spPr>
          <a:xfrm>
            <a:off x="4354485" y="5579380"/>
            <a:ext cx="1692689" cy="0"/>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C687E105-0230-7CDA-9266-1214676A3C11}"/>
              </a:ext>
            </a:extLst>
          </p:cNvPr>
          <p:cNvCxnSpPr>
            <a:cxnSpLocks/>
          </p:cNvCxnSpPr>
          <p:nvPr/>
        </p:nvCxnSpPr>
        <p:spPr>
          <a:xfrm>
            <a:off x="5951011" y="5579380"/>
            <a:ext cx="1692689" cy="0"/>
          </a:xfrm>
          <a:prstGeom prst="line">
            <a:avLst/>
          </a:prstGeom>
          <a:ln w="25400"/>
        </p:spPr>
        <p:style>
          <a:lnRef idx="1">
            <a:schemeClr val="dk1"/>
          </a:lnRef>
          <a:fillRef idx="0">
            <a:schemeClr val="dk1"/>
          </a:fillRef>
          <a:effectRef idx="0">
            <a:schemeClr val="dk1"/>
          </a:effectRef>
          <a:fontRef idx="minor">
            <a:schemeClr val="tx1"/>
          </a:fontRef>
        </p:style>
      </p:cxnSp>
      <p:sp>
        <p:nvSpPr>
          <p:cNvPr id="13" name="テキスト ボックス 12">
            <a:extLst>
              <a:ext uri="{FF2B5EF4-FFF2-40B4-BE49-F238E27FC236}">
                <a16:creationId xmlns:a16="http://schemas.microsoft.com/office/drawing/2014/main" id="{A76312F1-DE1B-D804-E663-5C70A57E9FD0}"/>
              </a:ext>
            </a:extLst>
          </p:cNvPr>
          <p:cNvSpPr txBox="1"/>
          <p:nvPr/>
        </p:nvSpPr>
        <p:spPr>
          <a:xfrm>
            <a:off x="534708" y="5805264"/>
            <a:ext cx="918473" cy="318482"/>
          </a:xfrm>
          <a:prstGeom prst="rect">
            <a:avLst/>
          </a:prstGeom>
          <a:noFill/>
        </p:spPr>
        <p:txBody>
          <a:bodyPr wrap="none" rtlCol="0">
            <a:spAutoFit/>
          </a:bodyPr>
          <a:lstStyle/>
          <a:p>
            <a:r>
              <a:rPr lang="en-US" altLang="ja-JP" sz="1400" dirty="0"/>
              <a:t>0</a:t>
            </a:r>
            <a:r>
              <a:rPr kumimoji="1" lang="en-US" altLang="ja-JP" sz="1400" dirty="0"/>
              <a:t>0:00</a:t>
            </a:r>
            <a:endParaRPr kumimoji="1" lang="ja-JP" altLang="en-US" sz="1400"/>
          </a:p>
        </p:txBody>
      </p:sp>
      <p:sp>
        <p:nvSpPr>
          <p:cNvPr id="16" name="テキスト ボックス 15">
            <a:extLst>
              <a:ext uri="{FF2B5EF4-FFF2-40B4-BE49-F238E27FC236}">
                <a16:creationId xmlns:a16="http://schemas.microsoft.com/office/drawing/2014/main" id="{303E4011-C011-8D0C-5871-A8FC9326DEB5}"/>
              </a:ext>
            </a:extLst>
          </p:cNvPr>
          <p:cNvSpPr txBox="1"/>
          <p:nvPr/>
        </p:nvSpPr>
        <p:spPr>
          <a:xfrm>
            <a:off x="2228984" y="5828826"/>
            <a:ext cx="918473" cy="318482"/>
          </a:xfrm>
          <a:prstGeom prst="rect">
            <a:avLst/>
          </a:prstGeom>
          <a:noFill/>
        </p:spPr>
        <p:txBody>
          <a:bodyPr wrap="none" rtlCol="0">
            <a:spAutoFit/>
          </a:bodyPr>
          <a:lstStyle/>
          <a:p>
            <a:r>
              <a:rPr lang="en-US" altLang="ja-JP" sz="1400" dirty="0"/>
              <a:t>0</a:t>
            </a:r>
            <a:r>
              <a:rPr kumimoji="1" lang="en-US" altLang="ja-JP" sz="1400" dirty="0"/>
              <a:t>0:01</a:t>
            </a:r>
            <a:endParaRPr kumimoji="1" lang="ja-JP" altLang="en-US" sz="1400"/>
          </a:p>
        </p:txBody>
      </p:sp>
      <p:sp>
        <p:nvSpPr>
          <p:cNvPr id="17" name="テキスト ボックス 16">
            <a:extLst>
              <a:ext uri="{FF2B5EF4-FFF2-40B4-BE49-F238E27FC236}">
                <a16:creationId xmlns:a16="http://schemas.microsoft.com/office/drawing/2014/main" id="{95002409-A62C-66A2-FBEE-BBCE9BCA06EF}"/>
              </a:ext>
            </a:extLst>
          </p:cNvPr>
          <p:cNvSpPr txBox="1"/>
          <p:nvPr/>
        </p:nvSpPr>
        <p:spPr>
          <a:xfrm>
            <a:off x="3908460" y="5828826"/>
            <a:ext cx="918473" cy="318482"/>
          </a:xfrm>
          <a:prstGeom prst="rect">
            <a:avLst/>
          </a:prstGeom>
          <a:noFill/>
        </p:spPr>
        <p:txBody>
          <a:bodyPr wrap="none" rtlCol="0">
            <a:spAutoFit/>
          </a:bodyPr>
          <a:lstStyle/>
          <a:p>
            <a:r>
              <a:rPr lang="en-US" altLang="ja-JP" sz="1400" dirty="0"/>
              <a:t>0</a:t>
            </a:r>
            <a:r>
              <a:rPr kumimoji="1" lang="en-US" altLang="ja-JP" sz="1400" dirty="0"/>
              <a:t>0:02</a:t>
            </a:r>
            <a:endParaRPr kumimoji="1" lang="ja-JP" altLang="en-US" sz="1400"/>
          </a:p>
        </p:txBody>
      </p:sp>
      <p:sp>
        <p:nvSpPr>
          <p:cNvPr id="18" name="テキスト ボックス 17">
            <a:extLst>
              <a:ext uri="{FF2B5EF4-FFF2-40B4-BE49-F238E27FC236}">
                <a16:creationId xmlns:a16="http://schemas.microsoft.com/office/drawing/2014/main" id="{714D3584-2591-9A64-B5B7-0C6FF54748C2}"/>
              </a:ext>
            </a:extLst>
          </p:cNvPr>
          <p:cNvSpPr txBox="1"/>
          <p:nvPr/>
        </p:nvSpPr>
        <p:spPr>
          <a:xfrm>
            <a:off x="1428265" y="5661248"/>
            <a:ext cx="848574" cy="414027"/>
          </a:xfrm>
          <a:prstGeom prst="rect">
            <a:avLst/>
          </a:prstGeom>
          <a:noFill/>
        </p:spPr>
        <p:txBody>
          <a:bodyPr wrap="none" rtlCol="0">
            <a:spAutoFit/>
          </a:bodyPr>
          <a:lstStyle/>
          <a:p>
            <a:r>
              <a:rPr lang="en-US" altLang="ja-JP" sz="2000" dirty="0"/>
              <a:t>1</a:t>
            </a:r>
            <a:r>
              <a:rPr lang="ja-JP" altLang="en-US" sz="2000"/>
              <a:t>期</a:t>
            </a:r>
            <a:endParaRPr kumimoji="1" lang="ja-JP" altLang="en-US" sz="2000"/>
          </a:p>
        </p:txBody>
      </p:sp>
      <p:sp>
        <p:nvSpPr>
          <p:cNvPr id="19" name="テキスト ボックス 18">
            <a:extLst>
              <a:ext uri="{FF2B5EF4-FFF2-40B4-BE49-F238E27FC236}">
                <a16:creationId xmlns:a16="http://schemas.microsoft.com/office/drawing/2014/main" id="{F3383439-76AE-4FC5-E8B5-4B72DC42F9C5}"/>
              </a:ext>
            </a:extLst>
          </p:cNvPr>
          <p:cNvSpPr txBox="1"/>
          <p:nvPr/>
        </p:nvSpPr>
        <p:spPr>
          <a:xfrm>
            <a:off x="3144672" y="5661248"/>
            <a:ext cx="848574" cy="414027"/>
          </a:xfrm>
          <a:prstGeom prst="rect">
            <a:avLst/>
          </a:prstGeom>
          <a:noFill/>
        </p:spPr>
        <p:txBody>
          <a:bodyPr wrap="none" rtlCol="0">
            <a:spAutoFit/>
          </a:bodyPr>
          <a:lstStyle/>
          <a:p>
            <a:r>
              <a:rPr lang="en-US" altLang="ja-JP" sz="2000" dirty="0"/>
              <a:t>2</a:t>
            </a:r>
            <a:r>
              <a:rPr lang="ja-JP" altLang="en-US" sz="2000"/>
              <a:t>期</a:t>
            </a:r>
            <a:endParaRPr kumimoji="1" lang="ja-JP" altLang="en-US" sz="2000"/>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B14685E-213B-1578-9FAE-DB2F452B5C5C}"/>
                  </a:ext>
                </a:extLst>
              </p:cNvPr>
              <p:cNvSpPr txBox="1"/>
              <p:nvPr/>
            </p:nvSpPr>
            <p:spPr>
              <a:xfrm>
                <a:off x="6387484" y="5661248"/>
                <a:ext cx="857149" cy="414027"/>
              </a:xfrm>
              <a:prstGeom prst="rect">
                <a:avLst/>
              </a:prstGeom>
              <a:noFill/>
            </p:spPr>
            <p:txBody>
              <a:bodyPr wrap="none" rtlCol="0">
                <a:spAutoFit/>
              </a:bodyPr>
              <a:lstStyle/>
              <a:p>
                <a14:m>
                  <m:oMath xmlns:m="http://schemas.openxmlformats.org/officeDocument/2006/math">
                    <m:r>
                      <a:rPr lang="en-US" altLang="ja-JP" sz="2000" b="0" i="1" smtClean="0">
                        <a:latin typeface="Cambria Math" panose="02040503050406030204" pitchFamily="18" charset="0"/>
                      </a:rPr>
                      <m:t>𝑘</m:t>
                    </m:r>
                  </m:oMath>
                </a14:m>
                <a:r>
                  <a:rPr lang="ja-JP" altLang="en-US" sz="2000"/>
                  <a:t>期</a:t>
                </a:r>
                <a:endParaRPr kumimoji="1" lang="ja-JP" altLang="en-US" sz="2000"/>
              </a:p>
            </p:txBody>
          </p:sp>
        </mc:Choice>
        <mc:Fallback xmlns="">
          <p:sp>
            <p:nvSpPr>
              <p:cNvPr id="20" name="テキスト ボックス 19">
                <a:extLst>
                  <a:ext uri="{FF2B5EF4-FFF2-40B4-BE49-F238E27FC236}">
                    <a16:creationId xmlns:a16="http://schemas.microsoft.com/office/drawing/2014/main" id="{BB14685E-213B-1578-9FAE-DB2F452B5C5C}"/>
                  </a:ext>
                </a:extLst>
              </p:cNvPr>
              <p:cNvSpPr txBox="1">
                <a:spLocks noRot="1" noChangeAspect="1" noMove="1" noResize="1" noEditPoints="1" noAdjustHandles="1" noChangeArrowheads="1" noChangeShapeType="1" noTextEdit="1"/>
              </p:cNvSpPr>
              <p:nvPr/>
            </p:nvSpPr>
            <p:spPr>
              <a:xfrm>
                <a:off x="6387484" y="5661248"/>
                <a:ext cx="857149" cy="414027"/>
              </a:xfrm>
              <a:prstGeom prst="rect">
                <a:avLst/>
              </a:prstGeom>
              <a:blipFill>
                <a:blip r:embed="rId3"/>
                <a:stretch>
                  <a:fillRect t="-8824" b="-17647"/>
                </a:stretch>
              </a:blipFill>
            </p:spPr>
            <p:txBody>
              <a:bodyPr/>
              <a:lstStyle/>
              <a:p>
                <a:r>
                  <a:rPr lang="ja-JP" altLang="en-US">
                    <a:noFill/>
                  </a:rPr>
                  <a:t> </a:t>
                </a:r>
              </a:p>
            </p:txBody>
          </p:sp>
        </mc:Fallback>
      </mc:AlternateContent>
      <p:sp>
        <p:nvSpPr>
          <p:cNvPr id="21" name="円/楕円 20">
            <a:extLst>
              <a:ext uri="{FF2B5EF4-FFF2-40B4-BE49-F238E27FC236}">
                <a16:creationId xmlns:a16="http://schemas.microsoft.com/office/drawing/2014/main" id="{A79A9B97-663D-E8AF-ED9C-AA0ABF72E1F6}"/>
              </a:ext>
            </a:extLst>
          </p:cNvPr>
          <p:cNvSpPr/>
          <p:nvPr/>
        </p:nvSpPr>
        <p:spPr bwMode="auto">
          <a:xfrm>
            <a:off x="851554"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4" name="円/楕円 23">
            <a:extLst>
              <a:ext uri="{FF2B5EF4-FFF2-40B4-BE49-F238E27FC236}">
                <a16:creationId xmlns:a16="http://schemas.microsoft.com/office/drawing/2014/main" id="{F787588C-4873-F125-D320-6226B55CDA41}"/>
              </a:ext>
            </a:extLst>
          </p:cNvPr>
          <p:cNvSpPr/>
          <p:nvPr/>
        </p:nvSpPr>
        <p:spPr bwMode="auto">
          <a:xfrm>
            <a:off x="2531199"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5" name="円/楕円 24">
            <a:extLst>
              <a:ext uri="{FF2B5EF4-FFF2-40B4-BE49-F238E27FC236}">
                <a16:creationId xmlns:a16="http://schemas.microsoft.com/office/drawing/2014/main" id="{6F8BA33B-408E-5630-7D65-1B6F8D03970F}"/>
              </a:ext>
            </a:extLst>
          </p:cNvPr>
          <p:cNvSpPr/>
          <p:nvPr/>
        </p:nvSpPr>
        <p:spPr bwMode="auto">
          <a:xfrm>
            <a:off x="4206633"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6" name="円/楕円 25">
            <a:extLst>
              <a:ext uri="{FF2B5EF4-FFF2-40B4-BE49-F238E27FC236}">
                <a16:creationId xmlns:a16="http://schemas.microsoft.com/office/drawing/2014/main" id="{D263BC6E-077E-CEEC-B05A-FA247B29AE85}"/>
              </a:ext>
            </a:extLst>
          </p:cNvPr>
          <p:cNvSpPr/>
          <p:nvPr/>
        </p:nvSpPr>
        <p:spPr bwMode="auto">
          <a:xfrm>
            <a:off x="5894476" y="54240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7" name="円/楕円 26">
            <a:extLst>
              <a:ext uri="{FF2B5EF4-FFF2-40B4-BE49-F238E27FC236}">
                <a16:creationId xmlns:a16="http://schemas.microsoft.com/office/drawing/2014/main" id="{2E545822-BB0F-240B-5A5B-B490CC881374}"/>
              </a:ext>
            </a:extLst>
          </p:cNvPr>
          <p:cNvSpPr/>
          <p:nvPr/>
        </p:nvSpPr>
        <p:spPr bwMode="auto">
          <a:xfrm>
            <a:off x="7596336"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8" name="テキスト ボックス 27">
            <a:extLst>
              <a:ext uri="{FF2B5EF4-FFF2-40B4-BE49-F238E27FC236}">
                <a16:creationId xmlns:a16="http://schemas.microsoft.com/office/drawing/2014/main" id="{B56ACF71-2F82-19D8-8FC6-E8BAC8878589}"/>
              </a:ext>
            </a:extLst>
          </p:cNvPr>
          <p:cNvSpPr txBox="1"/>
          <p:nvPr/>
        </p:nvSpPr>
        <p:spPr>
          <a:xfrm>
            <a:off x="8390165" y="5660131"/>
            <a:ext cx="646331" cy="369332"/>
          </a:xfrm>
          <a:prstGeom prst="rect">
            <a:avLst/>
          </a:prstGeom>
          <a:noFill/>
        </p:spPr>
        <p:txBody>
          <a:bodyPr wrap="none" rtlCol="0">
            <a:spAutoFit/>
          </a:bodyPr>
          <a:lstStyle/>
          <a:p>
            <a:r>
              <a:rPr kumimoji="1" lang="ja-JP" altLang="en-US" sz="1800"/>
              <a:t>時刻</a:t>
            </a:r>
          </a:p>
        </p:txBody>
      </p:sp>
      <p:cxnSp>
        <p:nvCxnSpPr>
          <p:cNvPr id="52" name="直線コネクタ 51">
            <a:extLst>
              <a:ext uri="{FF2B5EF4-FFF2-40B4-BE49-F238E27FC236}">
                <a16:creationId xmlns:a16="http://schemas.microsoft.com/office/drawing/2014/main" id="{C239F143-F470-2B3F-A0F8-D67BCA6FBBC8}"/>
              </a:ext>
            </a:extLst>
          </p:cNvPr>
          <p:cNvCxnSpPr>
            <a:cxnSpLocks/>
          </p:cNvCxnSpPr>
          <p:nvPr/>
        </p:nvCxnSpPr>
        <p:spPr>
          <a:xfrm>
            <a:off x="990750" y="4796927"/>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54" name="直線コネクタ 53">
            <a:extLst>
              <a:ext uri="{FF2B5EF4-FFF2-40B4-BE49-F238E27FC236}">
                <a16:creationId xmlns:a16="http://schemas.microsoft.com/office/drawing/2014/main" id="{9A956D77-0682-BA05-F2FE-94253C94DAE9}"/>
              </a:ext>
            </a:extLst>
          </p:cNvPr>
          <p:cNvCxnSpPr>
            <a:cxnSpLocks/>
            <a:stCxn id="66" idx="4"/>
            <a:endCxn id="24" idx="0"/>
          </p:cNvCxnSpPr>
          <p:nvPr/>
        </p:nvCxnSpPr>
        <p:spPr>
          <a:xfrm flipH="1">
            <a:off x="2686946" y="4950803"/>
            <a:ext cx="3245" cy="46397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0768325A-6A73-2165-6FA7-BE2089ED7E53}"/>
              </a:ext>
            </a:extLst>
          </p:cNvPr>
          <p:cNvCxnSpPr>
            <a:cxnSpLocks/>
          </p:cNvCxnSpPr>
          <p:nvPr/>
        </p:nvCxnSpPr>
        <p:spPr>
          <a:xfrm>
            <a:off x="2678253"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6" name="直線コネクタ 55">
            <a:extLst>
              <a:ext uri="{FF2B5EF4-FFF2-40B4-BE49-F238E27FC236}">
                <a16:creationId xmlns:a16="http://schemas.microsoft.com/office/drawing/2014/main" id="{4F1C5796-1899-19A8-6CCB-A7321B84F286}"/>
              </a:ext>
            </a:extLst>
          </p:cNvPr>
          <p:cNvCxnSpPr>
            <a:cxnSpLocks/>
            <a:endCxn id="25" idx="0"/>
          </p:cNvCxnSpPr>
          <p:nvPr/>
        </p:nvCxnSpPr>
        <p:spPr>
          <a:xfrm flipH="1">
            <a:off x="4362380" y="4785257"/>
            <a:ext cx="8562" cy="629517"/>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57" name="直線コネクタ 56">
            <a:extLst>
              <a:ext uri="{FF2B5EF4-FFF2-40B4-BE49-F238E27FC236}">
                <a16:creationId xmlns:a16="http://schemas.microsoft.com/office/drawing/2014/main" id="{8DBC5FAA-8A4C-2733-870B-95BA6309F290}"/>
              </a:ext>
            </a:extLst>
          </p:cNvPr>
          <p:cNvCxnSpPr>
            <a:cxnSpLocks/>
          </p:cNvCxnSpPr>
          <p:nvPr/>
        </p:nvCxnSpPr>
        <p:spPr>
          <a:xfrm>
            <a:off x="4357730" y="4796927"/>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06082C1B-8654-6272-FE7F-115CB8EEC412}"/>
              </a:ext>
            </a:extLst>
          </p:cNvPr>
          <p:cNvCxnSpPr>
            <a:cxnSpLocks/>
            <a:endCxn id="26" idx="0"/>
          </p:cNvCxnSpPr>
          <p:nvPr/>
        </p:nvCxnSpPr>
        <p:spPr>
          <a:xfrm>
            <a:off x="6050223" y="4827447"/>
            <a:ext cx="0" cy="596627"/>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直線コネクタ 58">
            <a:extLst>
              <a:ext uri="{FF2B5EF4-FFF2-40B4-BE49-F238E27FC236}">
                <a16:creationId xmlns:a16="http://schemas.microsoft.com/office/drawing/2014/main" id="{34ABE551-A655-F979-75E6-234B40E95B2F}"/>
              </a:ext>
            </a:extLst>
          </p:cNvPr>
          <p:cNvCxnSpPr>
            <a:cxnSpLocks/>
          </p:cNvCxnSpPr>
          <p:nvPr/>
        </p:nvCxnSpPr>
        <p:spPr>
          <a:xfrm>
            <a:off x="5954256"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0" name="直線コネクタ 59">
            <a:extLst>
              <a:ext uri="{FF2B5EF4-FFF2-40B4-BE49-F238E27FC236}">
                <a16:creationId xmlns:a16="http://schemas.microsoft.com/office/drawing/2014/main" id="{9FE46E60-A039-47AD-5A61-C1EB9BB95B03}"/>
              </a:ext>
            </a:extLst>
          </p:cNvPr>
          <p:cNvCxnSpPr>
            <a:cxnSpLocks/>
            <a:endCxn id="27" idx="0"/>
          </p:cNvCxnSpPr>
          <p:nvPr/>
        </p:nvCxnSpPr>
        <p:spPr>
          <a:xfrm>
            <a:off x="7752083" y="4785257"/>
            <a:ext cx="0" cy="629517"/>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65" name="円/楕円 64">
            <a:extLst>
              <a:ext uri="{FF2B5EF4-FFF2-40B4-BE49-F238E27FC236}">
                <a16:creationId xmlns:a16="http://schemas.microsoft.com/office/drawing/2014/main" id="{10F40672-79DF-392B-4017-695748652416}"/>
              </a:ext>
            </a:extLst>
          </p:cNvPr>
          <p:cNvSpPr/>
          <p:nvPr/>
        </p:nvSpPr>
        <p:spPr bwMode="auto">
          <a:xfrm>
            <a:off x="854799"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6" name="円/楕円 65">
            <a:extLst>
              <a:ext uri="{FF2B5EF4-FFF2-40B4-BE49-F238E27FC236}">
                <a16:creationId xmlns:a16="http://schemas.microsoft.com/office/drawing/2014/main" id="{3A477A80-5982-B37E-DCE5-30F7ECB3AEEF}"/>
              </a:ext>
            </a:extLst>
          </p:cNvPr>
          <p:cNvSpPr/>
          <p:nvPr/>
        </p:nvSpPr>
        <p:spPr bwMode="auto">
          <a:xfrm>
            <a:off x="2534444"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7" name="円/楕円 66">
            <a:extLst>
              <a:ext uri="{FF2B5EF4-FFF2-40B4-BE49-F238E27FC236}">
                <a16:creationId xmlns:a16="http://schemas.microsoft.com/office/drawing/2014/main" id="{18763791-B1D8-5DB2-91D9-6C06B625C27F}"/>
              </a:ext>
            </a:extLst>
          </p:cNvPr>
          <p:cNvSpPr/>
          <p:nvPr/>
        </p:nvSpPr>
        <p:spPr bwMode="auto">
          <a:xfrm>
            <a:off x="4209878"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8" name="円/楕円 67">
            <a:extLst>
              <a:ext uri="{FF2B5EF4-FFF2-40B4-BE49-F238E27FC236}">
                <a16:creationId xmlns:a16="http://schemas.microsoft.com/office/drawing/2014/main" id="{7D294EFB-E308-3022-B1C0-1220B57D041F}"/>
              </a:ext>
            </a:extLst>
          </p:cNvPr>
          <p:cNvSpPr/>
          <p:nvPr/>
        </p:nvSpPr>
        <p:spPr bwMode="auto">
          <a:xfrm>
            <a:off x="5897721" y="46416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9" name="円/楕円 68">
            <a:extLst>
              <a:ext uri="{FF2B5EF4-FFF2-40B4-BE49-F238E27FC236}">
                <a16:creationId xmlns:a16="http://schemas.microsoft.com/office/drawing/2014/main" id="{E79E03C3-F3B3-6C87-FF78-6E3B9B30F370}"/>
              </a:ext>
            </a:extLst>
          </p:cNvPr>
          <p:cNvSpPr/>
          <p:nvPr/>
        </p:nvSpPr>
        <p:spPr bwMode="auto">
          <a:xfrm>
            <a:off x="7599581"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70" name="直線コネクタ 69">
            <a:extLst>
              <a:ext uri="{FF2B5EF4-FFF2-40B4-BE49-F238E27FC236}">
                <a16:creationId xmlns:a16="http://schemas.microsoft.com/office/drawing/2014/main" id="{5C2918DB-99C2-0187-DB2E-C3AC1BD9E6FE}"/>
              </a:ext>
            </a:extLst>
          </p:cNvPr>
          <p:cNvCxnSpPr>
            <a:cxnSpLocks/>
          </p:cNvCxnSpPr>
          <p:nvPr/>
        </p:nvCxnSpPr>
        <p:spPr>
          <a:xfrm>
            <a:off x="987505" y="4023774"/>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73" name="直線コネクタ 72">
            <a:extLst>
              <a:ext uri="{FF2B5EF4-FFF2-40B4-BE49-F238E27FC236}">
                <a16:creationId xmlns:a16="http://schemas.microsoft.com/office/drawing/2014/main" id="{F02C0952-3591-10C2-1C57-3F75A8236EC4}"/>
              </a:ext>
            </a:extLst>
          </p:cNvPr>
          <p:cNvCxnSpPr>
            <a:cxnSpLocks/>
          </p:cNvCxnSpPr>
          <p:nvPr/>
        </p:nvCxnSpPr>
        <p:spPr>
          <a:xfrm>
            <a:off x="2675008" y="4023774"/>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70FCA2E3-1CC0-8609-E103-8A777D6AF87D}"/>
              </a:ext>
            </a:extLst>
          </p:cNvPr>
          <p:cNvCxnSpPr>
            <a:cxnSpLocks/>
          </p:cNvCxnSpPr>
          <p:nvPr/>
        </p:nvCxnSpPr>
        <p:spPr>
          <a:xfrm>
            <a:off x="4354485" y="4023774"/>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0FC34DF7-09F0-A389-AECC-B3D3DE080AC4}"/>
              </a:ext>
            </a:extLst>
          </p:cNvPr>
          <p:cNvCxnSpPr>
            <a:cxnSpLocks/>
          </p:cNvCxnSpPr>
          <p:nvPr/>
        </p:nvCxnSpPr>
        <p:spPr>
          <a:xfrm>
            <a:off x="5951011" y="4023774"/>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83" name="円/楕円 82">
            <a:extLst>
              <a:ext uri="{FF2B5EF4-FFF2-40B4-BE49-F238E27FC236}">
                <a16:creationId xmlns:a16="http://schemas.microsoft.com/office/drawing/2014/main" id="{CC807AF3-BB35-EC4B-8BD5-4D1ECA05CDAE}"/>
              </a:ext>
            </a:extLst>
          </p:cNvPr>
          <p:cNvSpPr/>
          <p:nvPr/>
        </p:nvSpPr>
        <p:spPr bwMode="auto">
          <a:xfrm>
            <a:off x="851554"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4" name="円/楕円 83">
            <a:extLst>
              <a:ext uri="{FF2B5EF4-FFF2-40B4-BE49-F238E27FC236}">
                <a16:creationId xmlns:a16="http://schemas.microsoft.com/office/drawing/2014/main" id="{27FFCFB3-908B-39C7-5625-47CC6ADB5002}"/>
              </a:ext>
            </a:extLst>
          </p:cNvPr>
          <p:cNvSpPr/>
          <p:nvPr/>
        </p:nvSpPr>
        <p:spPr bwMode="auto">
          <a:xfrm>
            <a:off x="2531199"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5" name="円/楕円 84">
            <a:extLst>
              <a:ext uri="{FF2B5EF4-FFF2-40B4-BE49-F238E27FC236}">
                <a16:creationId xmlns:a16="http://schemas.microsoft.com/office/drawing/2014/main" id="{EC63C3B5-3B39-BDA7-7F9C-6C4B2133112C}"/>
              </a:ext>
            </a:extLst>
          </p:cNvPr>
          <p:cNvSpPr/>
          <p:nvPr/>
        </p:nvSpPr>
        <p:spPr bwMode="auto">
          <a:xfrm>
            <a:off x="4206633"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6" name="円/楕円 85">
            <a:extLst>
              <a:ext uri="{FF2B5EF4-FFF2-40B4-BE49-F238E27FC236}">
                <a16:creationId xmlns:a16="http://schemas.microsoft.com/office/drawing/2014/main" id="{3337589E-44F9-17ED-4100-5931B4F980C1}"/>
              </a:ext>
            </a:extLst>
          </p:cNvPr>
          <p:cNvSpPr/>
          <p:nvPr/>
        </p:nvSpPr>
        <p:spPr bwMode="auto">
          <a:xfrm>
            <a:off x="5894476" y="38684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7" name="円/楕円 86">
            <a:extLst>
              <a:ext uri="{FF2B5EF4-FFF2-40B4-BE49-F238E27FC236}">
                <a16:creationId xmlns:a16="http://schemas.microsoft.com/office/drawing/2014/main" id="{621D7B0F-16E0-0252-33A4-102F6F760CB0}"/>
              </a:ext>
            </a:extLst>
          </p:cNvPr>
          <p:cNvSpPr/>
          <p:nvPr/>
        </p:nvSpPr>
        <p:spPr bwMode="auto">
          <a:xfrm>
            <a:off x="7596336"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88" name="直線コネクタ 87">
            <a:extLst>
              <a:ext uri="{FF2B5EF4-FFF2-40B4-BE49-F238E27FC236}">
                <a16:creationId xmlns:a16="http://schemas.microsoft.com/office/drawing/2014/main" id="{3F20D8FE-B588-A54C-2981-D3946492B476}"/>
              </a:ext>
            </a:extLst>
          </p:cNvPr>
          <p:cNvCxnSpPr>
            <a:cxnSpLocks/>
          </p:cNvCxnSpPr>
          <p:nvPr/>
        </p:nvCxnSpPr>
        <p:spPr>
          <a:xfrm>
            <a:off x="987505" y="3249736"/>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91" name="直線コネクタ 90">
            <a:extLst>
              <a:ext uri="{FF2B5EF4-FFF2-40B4-BE49-F238E27FC236}">
                <a16:creationId xmlns:a16="http://schemas.microsoft.com/office/drawing/2014/main" id="{B6A5EA67-497D-DF41-E67C-CA10D1867330}"/>
              </a:ext>
            </a:extLst>
          </p:cNvPr>
          <p:cNvCxnSpPr>
            <a:cxnSpLocks/>
          </p:cNvCxnSpPr>
          <p:nvPr/>
        </p:nvCxnSpPr>
        <p:spPr>
          <a:xfrm>
            <a:off x="2675008" y="3249736"/>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3" name="直線コネクタ 92">
            <a:extLst>
              <a:ext uri="{FF2B5EF4-FFF2-40B4-BE49-F238E27FC236}">
                <a16:creationId xmlns:a16="http://schemas.microsoft.com/office/drawing/2014/main" id="{04C465A0-9294-2DCE-90F3-C026EA75B99E}"/>
              </a:ext>
            </a:extLst>
          </p:cNvPr>
          <p:cNvCxnSpPr>
            <a:cxnSpLocks/>
          </p:cNvCxnSpPr>
          <p:nvPr/>
        </p:nvCxnSpPr>
        <p:spPr>
          <a:xfrm>
            <a:off x="4354485" y="3249736"/>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95" name="直線コネクタ 94">
            <a:extLst>
              <a:ext uri="{FF2B5EF4-FFF2-40B4-BE49-F238E27FC236}">
                <a16:creationId xmlns:a16="http://schemas.microsoft.com/office/drawing/2014/main" id="{32258E12-3185-B032-8E4E-14F3880C1320}"/>
              </a:ext>
            </a:extLst>
          </p:cNvPr>
          <p:cNvCxnSpPr>
            <a:cxnSpLocks/>
          </p:cNvCxnSpPr>
          <p:nvPr/>
        </p:nvCxnSpPr>
        <p:spPr>
          <a:xfrm>
            <a:off x="5951011" y="3249736"/>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101" name="円/楕円 100">
            <a:extLst>
              <a:ext uri="{FF2B5EF4-FFF2-40B4-BE49-F238E27FC236}">
                <a16:creationId xmlns:a16="http://schemas.microsoft.com/office/drawing/2014/main" id="{92561C02-5A75-CC85-738D-2503A8351A21}"/>
              </a:ext>
            </a:extLst>
          </p:cNvPr>
          <p:cNvSpPr/>
          <p:nvPr/>
        </p:nvSpPr>
        <p:spPr bwMode="auto">
          <a:xfrm>
            <a:off x="851554"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2" name="円/楕円 101">
            <a:extLst>
              <a:ext uri="{FF2B5EF4-FFF2-40B4-BE49-F238E27FC236}">
                <a16:creationId xmlns:a16="http://schemas.microsoft.com/office/drawing/2014/main" id="{FD059308-B2A5-7504-862B-187874BE5943}"/>
              </a:ext>
            </a:extLst>
          </p:cNvPr>
          <p:cNvSpPr/>
          <p:nvPr/>
        </p:nvSpPr>
        <p:spPr bwMode="auto">
          <a:xfrm>
            <a:off x="2531199"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3" name="円/楕円 102">
            <a:extLst>
              <a:ext uri="{FF2B5EF4-FFF2-40B4-BE49-F238E27FC236}">
                <a16:creationId xmlns:a16="http://schemas.microsoft.com/office/drawing/2014/main" id="{09048BEE-8B52-89DC-A224-4DEED00E6C29}"/>
              </a:ext>
            </a:extLst>
          </p:cNvPr>
          <p:cNvSpPr/>
          <p:nvPr/>
        </p:nvSpPr>
        <p:spPr bwMode="auto">
          <a:xfrm>
            <a:off x="4206633"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4" name="円/楕円 103">
            <a:extLst>
              <a:ext uri="{FF2B5EF4-FFF2-40B4-BE49-F238E27FC236}">
                <a16:creationId xmlns:a16="http://schemas.microsoft.com/office/drawing/2014/main" id="{82207B07-822D-4158-E6AF-43C5F2B5E8AC}"/>
              </a:ext>
            </a:extLst>
          </p:cNvPr>
          <p:cNvSpPr/>
          <p:nvPr/>
        </p:nvSpPr>
        <p:spPr bwMode="auto">
          <a:xfrm>
            <a:off x="5894476" y="30944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5" name="円/楕円 104">
            <a:extLst>
              <a:ext uri="{FF2B5EF4-FFF2-40B4-BE49-F238E27FC236}">
                <a16:creationId xmlns:a16="http://schemas.microsoft.com/office/drawing/2014/main" id="{361B3580-1D19-9BCA-FBA4-022F2E2EB6AB}"/>
              </a:ext>
            </a:extLst>
          </p:cNvPr>
          <p:cNvSpPr/>
          <p:nvPr/>
        </p:nvSpPr>
        <p:spPr bwMode="auto">
          <a:xfrm>
            <a:off x="7596336"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106" name="直線コネクタ 105">
            <a:extLst>
              <a:ext uri="{FF2B5EF4-FFF2-40B4-BE49-F238E27FC236}">
                <a16:creationId xmlns:a16="http://schemas.microsoft.com/office/drawing/2014/main" id="{029F738F-7FAB-FC43-402B-12851E3A01AC}"/>
              </a:ext>
            </a:extLst>
          </p:cNvPr>
          <p:cNvCxnSpPr>
            <a:cxnSpLocks/>
          </p:cNvCxnSpPr>
          <p:nvPr/>
        </p:nvCxnSpPr>
        <p:spPr>
          <a:xfrm>
            <a:off x="987505" y="2452845"/>
            <a:ext cx="1692689"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09" name="直線コネクタ 108">
            <a:extLst>
              <a:ext uri="{FF2B5EF4-FFF2-40B4-BE49-F238E27FC236}">
                <a16:creationId xmlns:a16="http://schemas.microsoft.com/office/drawing/2014/main" id="{A6FF9033-5100-4E6D-A2E0-95FCE5B1E5D7}"/>
              </a:ext>
            </a:extLst>
          </p:cNvPr>
          <p:cNvCxnSpPr>
            <a:cxnSpLocks/>
          </p:cNvCxnSpPr>
          <p:nvPr/>
        </p:nvCxnSpPr>
        <p:spPr>
          <a:xfrm>
            <a:off x="2675008"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0" name="直線コネクタ 109">
            <a:extLst>
              <a:ext uri="{FF2B5EF4-FFF2-40B4-BE49-F238E27FC236}">
                <a16:creationId xmlns:a16="http://schemas.microsoft.com/office/drawing/2014/main" id="{2260B6C8-858F-D6ED-A5D3-39606847FD55}"/>
              </a:ext>
            </a:extLst>
          </p:cNvPr>
          <p:cNvCxnSpPr>
            <a:cxnSpLocks/>
            <a:stCxn id="121" idx="0"/>
            <a:endCxn id="103" idx="0"/>
          </p:cNvCxnSpPr>
          <p:nvPr/>
        </p:nvCxnSpPr>
        <p:spPr>
          <a:xfrm>
            <a:off x="4362380" y="2288239"/>
            <a:ext cx="0" cy="79689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11" name="直線コネクタ 110">
            <a:extLst>
              <a:ext uri="{FF2B5EF4-FFF2-40B4-BE49-F238E27FC236}">
                <a16:creationId xmlns:a16="http://schemas.microsoft.com/office/drawing/2014/main" id="{4D59DE2B-0382-1B19-98AE-5A5C19CAF527}"/>
              </a:ext>
            </a:extLst>
          </p:cNvPr>
          <p:cNvCxnSpPr>
            <a:cxnSpLocks/>
          </p:cNvCxnSpPr>
          <p:nvPr/>
        </p:nvCxnSpPr>
        <p:spPr>
          <a:xfrm>
            <a:off x="4354485" y="2452845"/>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12" name="直線コネクタ 111">
            <a:extLst>
              <a:ext uri="{FF2B5EF4-FFF2-40B4-BE49-F238E27FC236}">
                <a16:creationId xmlns:a16="http://schemas.microsoft.com/office/drawing/2014/main" id="{1CEC0E74-5C21-0613-66CF-1BD2BF64B78A}"/>
              </a:ext>
            </a:extLst>
          </p:cNvPr>
          <p:cNvCxnSpPr>
            <a:cxnSpLocks/>
            <a:endCxn id="104" idx="0"/>
          </p:cNvCxnSpPr>
          <p:nvPr/>
        </p:nvCxnSpPr>
        <p:spPr>
          <a:xfrm>
            <a:off x="6047174" y="2447480"/>
            <a:ext cx="3049" cy="646950"/>
          </a:xfrm>
          <a:prstGeom prst="line">
            <a:avLst/>
          </a:prstGeom>
          <a:ln w="12700"/>
        </p:spPr>
        <p:style>
          <a:lnRef idx="1">
            <a:schemeClr val="dk1"/>
          </a:lnRef>
          <a:fillRef idx="0">
            <a:schemeClr val="dk1"/>
          </a:fillRef>
          <a:effectRef idx="0">
            <a:schemeClr val="dk1"/>
          </a:effectRef>
          <a:fontRef idx="minor">
            <a:schemeClr val="tx1"/>
          </a:fontRef>
        </p:style>
      </p:cxnSp>
      <p:cxnSp>
        <p:nvCxnSpPr>
          <p:cNvPr id="113" name="直線コネクタ 112">
            <a:extLst>
              <a:ext uri="{FF2B5EF4-FFF2-40B4-BE49-F238E27FC236}">
                <a16:creationId xmlns:a16="http://schemas.microsoft.com/office/drawing/2014/main" id="{B322A16F-2C39-8752-3EF8-162005FFD30E}"/>
              </a:ext>
            </a:extLst>
          </p:cNvPr>
          <p:cNvCxnSpPr>
            <a:cxnSpLocks/>
          </p:cNvCxnSpPr>
          <p:nvPr/>
        </p:nvCxnSpPr>
        <p:spPr>
          <a:xfrm>
            <a:off x="5951011"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5D03903C-73C2-5BF8-5447-6D5B40162EC9}"/>
              </a:ext>
            </a:extLst>
          </p:cNvPr>
          <p:cNvCxnSpPr/>
          <p:nvPr/>
        </p:nvCxnSpPr>
        <p:spPr>
          <a:xfrm>
            <a:off x="7752082" y="2288239"/>
            <a:ext cx="0" cy="791864"/>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19" name="円/楕円 118">
            <a:extLst>
              <a:ext uri="{FF2B5EF4-FFF2-40B4-BE49-F238E27FC236}">
                <a16:creationId xmlns:a16="http://schemas.microsoft.com/office/drawing/2014/main" id="{DC3E5324-350B-96C8-7E5E-D6AE7B9A0321}"/>
              </a:ext>
            </a:extLst>
          </p:cNvPr>
          <p:cNvSpPr/>
          <p:nvPr/>
        </p:nvSpPr>
        <p:spPr bwMode="auto">
          <a:xfrm>
            <a:off x="851554"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0" name="円/楕円 119">
            <a:extLst>
              <a:ext uri="{FF2B5EF4-FFF2-40B4-BE49-F238E27FC236}">
                <a16:creationId xmlns:a16="http://schemas.microsoft.com/office/drawing/2014/main" id="{A25A3AB3-5600-548E-EB76-E4A4C23D2E8D}"/>
              </a:ext>
            </a:extLst>
          </p:cNvPr>
          <p:cNvSpPr/>
          <p:nvPr/>
        </p:nvSpPr>
        <p:spPr bwMode="auto">
          <a:xfrm>
            <a:off x="2531199"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1" name="円/楕円 120">
            <a:extLst>
              <a:ext uri="{FF2B5EF4-FFF2-40B4-BE49-F238E27FC236}">
                <a16:creationId xmlns:a16="http://schemas.microsoft.com/office/drawing/2014/main" id="{F114083B-F936-0C49-5A1E-F09872F68F9F}"/>
              </a:ext>
            </a:extLst>
          </p:cNvPr>
          <p:cNvSpPr/>
          <p:nvPr/>
        </p:nvSpPr>
        <p:spPr bwMode="auto">
          <a:xfrm>
            <a:off x="4206633"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2" name="円/楕円 121">
            <a:extLst>
              <a:ext uri="{FF2B5EF4-FFF2-40B4-BE49-F238E27FC236}">
                <a16:creationId xmlns:a16="http://schemas.microsoft.com/office/drawing/2014/main" id="{158D5AAC-438B-741E-197C-1969112036E0}"/>
              </a:ext>
            </a:extLst>
          </p:cNvPr>
          <p:cNvSpPr/>
          <p:nvPr/>
        </p:nvSpPr>
        <p:spPr bwMode="auto">
          <a:xfrm>
            <a:off x="5894476" y="22975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3" name="円/楕円 122">
            <a:extLst>
              <a:ext uri="{FF2B5EF4-FFF2-40B4-BE49-F238E27FC236}">
                <a16:creationId xmlns:a16="http://schemas.microsoft.com/office/drawing/2014/main" id="{DA1574F4-A7B0-1935-DB58-0E8787F0F98A}"/>
              </a:ext>
            </a:extLst>
          </p:cNvPr>
          <p:cNvSpPr/>
          <p:nvPr/>
        </p:nvSpPr>
        <p:spPr bwMode="auto">
          <a:xfrm>
            <a:off x="7596336"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8" name="テキスト ボックス 127">
            <a:extLst>
              <a:ext uri="{FF2B5EF4-FFF2-40B4-BE49-F238E27FC236}">
                <a16:creationId xmlns:a16="http://schemas.microsoft.com/office/drawing/2014/main" id="{34A01B17-473A-BB95-6900-30D1B44F88EF}"/>
              </a:ext>
            </a:extLst>
          </p:cNvPr>
          <p:cNvSpPr txBox="1"/>
          <p:nvPr/>
        </p:nvSpPr>
        <p:spPr>
          <a:xfrm>
            <a:off x="456547" y="960351"/>
            <a:ext cx="1107996" cy="646331"/>
          </a:xfrm>
          <a:prstGeom prst="rect">
            <a:avLst/>
          </a:prstGeom>
          <a:noFill/>
        </p:spPr>
        <p:txBody>
          <a:bodyPr wrap="none" rtlCol="0">
            <a:spAutoFit/>
          </a:bodyPr>
          <a:lstStyle/>
          <a:p>
            <a:r>
              <a:rPr kumimoji="1" lang="ja-JP" altLang="en-US" sz="1800"/>
              <a:t>蓄電池の</a:t>
            </a:r>
            <a:endParaRPr kumimoji="1" lang="en-US" altLang="ja-JP" sz="1800" dirty="0"/>
          </a:p>
          <a:p>
            <a:r>
              <a:rPr kumimoji="1" lang="ja-JP" altLang="en-US" sz="1800"/>
              <a:t>残量</a:t>
            </a:r>
          </a:p>
        </p:txBody>
      </p:sp>
      <p:cxnSp>
        <p:nvCxnSpPr>
          <p:cNvPr id="2" name="直線コネクタ 1">
            <a:extLst>
              <a:ext uri="{FF2B5EF4-FFF2-40B4-BE49-F238E27FC236}">
                <a16:creationId xmlns:a16="http://schemas.microsoft.com/office/drawing/2014/main" id="{C55E2E1B-F79D-9E74-39C7-1C8F460DA3E2}"/>
              </a:ext>
            </a:extLst>
          </p:cNvPr>
          <p:cNvCxnSpPr>
            <a:cxnSpLocks/>
            <a:stCxn id="83" idx="6"/>
          </p:cNvCxnSpPr>
          <p:nvPr/>
        </p:nvCxnSpPr>
        <p:spPr>
          <a:xfrm>
            <a:off x="1163047" y="4018409"/>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7C5A9BB5-1762-EF45-C907-5AE35066F44F}"/>
              </a:ext>
            </a:extLst>
          </p:cNvPr>
          <p:cNvCxnSpPr>
            <a:cxnSpLocks/>
            <a:endCxn id="102" idx="2"/>
          </p:cNvCxnSpPr>
          <p:nvPr/>
        </p:nvCxnSpPr>
        <p:spPr>
          <a:xfrm>
            <a:off x="1191394" y="2463238"/>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9" name="直線コネクタ 28">
            <a:extLst>
              <a:ext uri="{FF2B5EF4-FFF2-40B4-BE49-F238E27FC236}">
                <a16:creationId xmlns:a16="http://schemas.microsoft.com/office/drawing/2014/main" id="{225CCB82-10AD-673C-DB1F-ED781A07C2A1}"/>
              </a:ext>
            </a:extLst>
          </p:cNvPr>
          <p:cNvCxnSpPr>
            <a:cxnSpLocks/>
            <a:endCxn id="120" idx="2"/>
          </p:cNvCxnSpPr>
          <p:nvPr/>
        </p:nvCxnSpPr>
        <p:spPr>
          <a:xfrm flipV="1">
            <a:off x="1183972" y="2447480"/>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64C18977-DB53-FAA6-FAF2-4F86DBDF7362}"/>
              </a:ext>
            </a:extLst>
          </p:cNvPr>
          <p:cNvCxnSpPr>
            <a:cxnSpLocks/>
            <a:stCxn id="101" idx="6"/>
            <a:endCxn id="102" idx="2"/>
          </p:cNvCxnSpPr>
          <p:nvPr/>
        </p:nvCxnSpPr>
        <p:spPr>
          <a:xfrm>
            <a:off x="1163047" y="3244371"/>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B4D00D44-85F0-528F-3967-60B9B112FB29}"/>
              </a:ext>
            </a:extLst>
          </p:cNvPr>
          <p:cNvCxnSpPr>
            <a:cxnSpLocks/>
            <a:stCxn id="83" idx="6"/>
            <a:endCxn id="84" idx="2"/>
          </p:cNvCxnSpPr>
          <p:nvPr/>
        </p:nvCxnSpPr>
        <p:spPr>
          <a:xfrm>
            <a:off x="1163047" y="4018409"/>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64" name="直線コネクタ 63">
            <a:extLst>
              <a:ext uri="{FF2B5EF4-FFF2-40B4-BE49-F238E27FC236}">
                <a16:creationId xmlns:a16="http://schemas.microsoft.com/office/drawing/2014/main" id="{8EE824F6-931B-1530-E263-D01D09B045D0}"/>
              </a:ext>
            </a:extLst>
          </p:cNvPr>
          <p:cNvCxnSpPr>
            <a:cxnSpLocks/>
            <a:stCxn id="83" idx="6"/>
            <a:endCxn id="24" idx="2"/>
          </p:cNvCxnSpPr>
          <p:nvPr/>
        </p:nvCxnSpPr>
        <p:spPr>
          <a:xfrm>
            <a:off x="1163047" y="4018409"/>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76" name="直線コネクタ 75">
            <a:extLst>
              <a:ext uri="{FF2B5EF4-FFF2-40B4-BE49-F238E27FC236}">
                <a16:creationId xmlns:a16="http://schemas.microsoft.com/office/drawing/2014/main" id="{6B8C24D7-BA10-4174-DCC9-E551F678BD36}"/>
              </a:ext>
            </a:extLst>
          </p:cNvPr>
          <p:cNvCxnSpPr>
            <a:cxnSpLocks/>
          </p:cNvCxnSpPr>
          <p:nvPr/>
        </p:nvCxnSpPr>
        <p:spPr>
          <a:xfrm>
            <a:off x="1169511" y="4791562"/>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DC2FC703-7098-2413-BECA-F24133301D03}"/>
              </a:ext>
            </a:extLst>
          </p:cNvPr>
          <p:cNvCxnSpPr>
            <a:cxnSpLocks/>
          </p:cNvCxnSpPr>
          <p:nvPr/>
        </p:nvCxnSpPr>
        <p:spPr>
          <a:xfrm flipV="1">
            <a:off x="1169511" y="4017524"/>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99C9367D-8D0E-B741-C342-3B77C0D556BC}"/>
              </a:ext>
            </a:extLst>
          </p:cNvPr>
          <p:cNvCxnSpPr>
            <a:cxnSpLocks/>
          </p:cNvCxnSpPr>
          <p:nvPr/>
        </p:nvCxnSpPr>
        <p:spPr>
          <a:xfrm>
            <a:off x="1169511" y="4791562"/>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4" name="直線コネクタ 93">
            <a:extLst>
              <a:ext uri="{FF2B5EF4-FFF2-40B4-BE49-F238E27FC236}">
                <a16:creationId xmlns:a16="http://schemas.microsoft.com/office/drawing/2014/main" id="{22A6B0F8-C3D0-A99B-3549-BAE28D2C771C}"/>
              </a:ext>
            </a:extLst>
          </p:cNvPr>
          <p:cNvCxnSpPr>
            <a:cxnSpLocks/>
          </p:cNvCxnSpPr>
          <p:nvPr/>
        </p:nvCxnSpPr>
        <p:spPr>
          <a:xfrm flipV="1">
            <a:off x="1168646" y="3999340"/>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6" name="直線コネクタ 95">
            <a:extLst>
              <a:ext uri="{FF2B5EF4-FFF2-40B4-BE49-F238E27FC236}">
                <a16:creationId xmlns:a16="http://schemas.microsoft.com/office/drawing/2014/main" id="{0C3645D5-AA3E-D053-37DF-8C0938179586}"/>
              </a:ext>
            </a:extLst>
          </p:cNvPr>
          <p:cNvCxnSpPr>
            <a:cxnSpLocks/>
          </p:cNvCxnSpPr>
          <p:nvPr/>
        </p:nvCxnSpPr>
        <p:spPr>
          <a:xfrm flipV="1">
            <a:off x="1168646" y="4796231"/>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8" name="直線コネクタ 97">
            <a:extLst>
              <a:ext uri="{FF2B5EF4-FFF2-40B4-BE49-F238E27FC236}">
                <a16:creationId xmlns:a16="http://schemas.microsoft.com/office/drawing/2014/main" id="{379737EC-55CE-A020-0C70-4F6AC4CB303C}"/>
              </a:ext>
            </a:extLst>
          </p:cNvPr>
          <p:cNvCxnSpPr>
            <a:cxnSpLocks/>
          </p:cNvCxnSpPr>
          <p:nvPr/>
        </p:nvCxnSpPr>
        <p:spPr>
          <a:xfrm>
            <a:off x="1168646" y="5570269"/>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1" name="直線コネクタ 190">
            <a:extLst>
              <a:ext uri="{FF2B5EF4-FFF2-40B4-BE49-F238E27FC236}">
                <a16:creationId xmlns:a16="http://schemas.microsoft.com/office/drawing/2014/main" id="{8E3A1003-7E17-0247-5E28-90DE20C431CD}"/>
              </a:ext>
            </a:extLst>
          </p:cNvPr>
          <p:cNvCxnSpPr>
            <a:cxnSpLocks/>
          </p:cNvCxnSpPr>
          <p:nvPr/>
        </p:nvCxnSpPr>
        <p:spPr>
          <a:xfrm flipV="1">
            <a:off x="4530535" y="2447480"/>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3" name="直線コネクタ 192">
            <a:extLst>
              <a:ext uri="{FF2B5EF4-FFF2-40B4-BE49-F238E27FC236}">
                <a16:creationId xmlns:a16="http://schemas.microsoft.com/office/drawing/2014/main" id="{9C771DF8-D2F7-E9F4-1DED-92308A28D267}"/>
              </a:ext>
            </a:extLst>
          </p:cNvPr>
          <p:cNvCxnSpPr>
            <a:cxnSpLocks/>
          </p:cNvCxnSpPr>
          <p:nvPr/>
        </p:nvCxnSpPr>
        <p:spPr>
          <a:xfrm>
            <a:off x="4522980" y="2451603"/>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5" name="直線コネクタ 194">
            <a:extLst>
              <a:ext uri="{FF2B5EF4-FFF2-40B4-BE49-F238E27FC236}">
                <a16:creationId xmlns:a16="http://schemas.microsoft.com/office/drawing/2014/main" id="{1A39E250-8D07-C2DF-E017-C4CB02F50192}"/>
              </a:ext>
            </a:extLst>
          </p:cNvPr>
          <p:cNvCxnSpPr>
            <a:cxnSpLocks/>
          </p:cNvCxnSpPr>
          <p:nvPr/>
        </p:nvCxnSpPr>
        <p:spPr>
          <a:xfrm>
            <a:off x="4534415" y="246299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9" name="直線コネクタ 198">
            <a:extLst>
              <a:ext uri="{FF2B5EF4-FFF2-40B4-BE49-F238E27FC236}">
                <a16:creationId xmlns:a16="http://schemas.microsoft.com/office/drawing/2014/main" id="{344F5A4B-FABD-AB88-787B-45B6FE883A25}"/>
              </a:ext>
            </a:extLst>
          </p:cNvPr>
          <p:cNvCxnSpPr>
            <a:cxnSpLocks/>
          </p:cNvCxnSpPr>
          <p:nvPr/>
        </p:nvCxnSpPr>
        <p:spPr>
          <a:xfrm>
            <a:off x="1172254" y="2444831"/>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1" name="直線コネクタ 200">
            <a:extLst>
              <a:ext uri="{FF2B5EF4-FFF2-40B4-BE49-F238E27FC236}">
                <a16:creationId xmlns:a16="http://schemas.microsoft.com/office/drawing/2014/main" id="{DC2B6FCB-AB0D-B766-8EEA-8DB7D75738BD}"/>
              </a:ext>
            </a:extLst>
          </p:cNvPr>
          <p:cNvCxnSpPr>
            <a:cxnSpLocks/>
            <a:stCxn id="101" idx="6"/>
          </p:cNvCxnSpPr>
          <p:nvPr/>
        </p:nvCxnSpPr>
        <p:spPr>
          <a:xfrm>
            <a:off x="1163047" y="3244371"/>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6" name="直線コネクタ 205">
            <a:extLst>
              <a:ext uri="{FF2B5EF4-FFF2-40B4-BE49-F238E27FC236}">
                <a16:creationId xmlns:a16="http://schemas.microsoft.com/office/drawing/2014/main" id="{24EB5354-4003-D095-F777-67A05C17B6E2}"/>
              </a:ext>
            </a:extLst>
          </p:cNvPr>
          <p:cNvCxnSpPr>
            <a:cxnSpLocks/>
            <a:stCxn id="83" idx="6"/>
          </p:cNvCxnSpPr>
          <p:nvPr/>
        </p:nvCxnSpPr>
        <p:spPr>
          <a:xfrm flipV="1">
            <a:off x="1163047" y="3558965"/>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9" name="直線コネクタ 208">
            <a:extLst>
              <a:ext uri="{FF2B5EF4-FFF2-40B4-BE49-F238E27FC236}">
                <a16:creationId xmlns:a16="http://schemas.microsoft.com/office/drawing/2014/main" id="{21D250C2-4430-AC62-DB36-15EF7DA35911}"/>
              </a:ext>
            </a:extLst>
          </p:cNvPr>
          <p:cNvCxnSpPr>
            <a:cxnSpLocks/>
            <a:stCxn id="65" idx="6"/>
          </p:cNvCxnSpPr>
          <p:nvPr/>
        </p:nvCxnSpPr>
        <p:spPr>
          <a:xfrm flipV="1">
            <a:off x="1166292" y="3675352"/>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2" name="直線コネクタ 211">
            <a:extLst>
              <a:ext uri="{FF2B5EF4-FFF2-40B4-BE49-F238E27FC236}">
                <a16:creationId xmlns:a16="http://schemas.microsoft.com/office/drawing/2014/main" id="{8FDFC686-DE62-3454-BEC3-88B0FABFB2E1}"/>
              </a:ext>
            </a:extLst>
          </p:cNvPr>
          <p:cNvCxnSpPr>
            <a:cxnSpLocks/>
            <a:stCxn id="21" idx="6"/>
          </p:cNvCxnSpPr>
          <p:nvPr/>
        </p:nvCxnSpPr>
        <p:spPr>
          <a:xfrm flipV="1">
            <a:off x="1163047" y="3788687"/>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5" name="直線コネクタ 214">
            <a:extLst>
              <a:ext uri="{FF2B5EF4-FFF2-40B4-BE49-F238E27FC236}">
                <a16:creationId xmlns:a16="http://schemas.microsoft.com/office/drawing/2014/main" id="{40833FB2-3E43-7386-3B9C-31B9859AE85C}"/>
              </a:ext>
            </a:extLst>
          </p:cNvPr>
          <p:cNvCxnSpPr>
            <a:cxnSpLocks/>
          </p:cNvCxnSpPr>
          <p:nvPr/>
        </p:nvCxnSpPr>
        <p:spPr>
          <a:xfrm>
            <a:off x="2835672" y="4012104"/>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6" name="直線コネクタ 215">
            <a:extLst>
              <a:ext uri="{FF2B5EF4-FFF2-40B4-BE49-F238E27FC236}">
                <a16:creationId xmlns:a16="http://schemas.microsoft.com/office/drawing/2014/main" id="{829A71E8-A3D8-2A3D-AFD3-A87C8CE06919}"/>
              </a:ext>
            </a:extLst>
          </p:cNvPr>
          <p:cNvCxnSpPr>
            <a:cxnSpLocks/>
          </p:cNvCxnSpPr>
          <p:nvPr/>
        </p:nvCxnSpPr>
        <p:spPr>
          <a:xfrm>
            <a:off x="2864019" y="2456933"/>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7" name="直線コネクタ 216">
            <a:extLst>
              <a:ext uri="{FF2B5EF4-FFF2-40B4-BE49-F238E27FC236}">
                <a16:creationId xmlns:a16="http://schemas.microsoft.com/office/drawing/2014/main" id="{301EC00E-29FD-3C66-26DA-3C91BC37F2D1}"/>
              </a:ext>
            </a:extLst>
          </p:cNvPr>
          <p:cNvCxnSpPr>
            <a:cxnSpLocks/>
          </p:cNvCxnSpPr>
          <p:nvPr/>
        </p:nvCxnSpPr>
        <p:spPr>
          <a:xfrm flipV="1">
            <a:off x="2856597" y="2441175"/>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8" name="直線コネクタ 217">
            <a:extLst>
              <a:ext uri="{FF2B5EF4-FFF2-40B4-BE49-F238E27FC236}">
                <a16:creationId xmlns:a16="http://schemas.microsoft.com/office/drawing/2014/main" id="{609CC452-77EF-4154-53D3-9C90C9D29107}"/>
              </a:ext>
            </a:extLst>
          </p:cNvPr>
          <p:cNvCxnSpPr>
            <a:cxnSpLocks/>
          </p:cNvCxnSpPr>
          <p:nvPr/>
        </p:nvCxnSpPr>
        <p:spPr>
          <a:xfrm>
            <a:off x="2835672" y="3238066"/>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9" name="直線コネクタ 218">
            <a:extLst>
              <a:ext uri="{FF2B5EF4-FFF2-40B4-BE49-F238E27FC236}">
                <a16:creationId xmlns:a16="http://schemas.microsoft.com/office/drawing/2014/main" id="{62865C6D-DC3D-89F3-F069-F6052AA11DD3}"/>
              </a:ext>
            </a:extLst>
          </p:cNvPr>
          <p:cNvCxnSpPr>
            <a:cxnSpLocks/>
          </p:cNvCxnSpPr>
          <p:nvPr/>
        </p:nvCxnSpPr>
        <p:spPr>
          <a:xfrm>
            <a:off x="2835672" y="4012104"/>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0" name="直線コネクタ 219">
            <a:extLst>
              <a:ext uri="{FF2B5EF4-FFF2-40B4-BE49-F238E27FC236}">
                <a16:creationId xmlns:a16="http://schemas.microsoft.com/office/drawing/2014/main" id="{360F3DE2-1397-08F4-49CC-523DEEAE3AB9}"/>
              </a:ext>
            </a:extLst>
          </p:cNvPr>
          <p:cNvCxnSpPr>
            <a:cxnSpLocks/>
          </p:cNvCxnSpPr>
          <p:nvPr/>
        </p:nvCxnSpPr>
        <p:spPr>
          <a:xfrm>
            <a:off x="2835672" y="4012104"/>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1" name="直線コネクタ 220">
            <a:extLst>
              <a:ext uri="{FF2B5EF4-FFF2-40B4-BE49-F238E27FC236}">
                <a16:creationId xmlns:a16="http://schemas.microsoft.com/office/drawing/2014/main" id="{9CCFFEFF-A095-E935-493A-37D1F24035F2}"/>
              </a:ext>
            </a:extLst>
          </p:cNvPr>
          <p:cNvCxnSpPr>
            <a:cxnSpLocks/>
          </p:cNvCxnSpPr>
          <p:nvPr/>
        </p:nvCxnSpPr>
        <p:spPr>
          <a:xfrm>
            <a:off x="2842136" y="4785257"/>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2" name="直線コネクタ 221">
            <a:extLst>
              <a:ext uri="{FF2B5EF4-FFF2-40B4-BE49-F238E27FC236}">
                <a16:creationId xmlns:a16="http://schemas.microsoft.com/office/drawing/2014/main" id="{B408A9C3-0007-4F98-EEAE-1A425392220D}"/>
              </a:ext>
            </a:extLst>
          </p:cNvPr>
          <p:cNvCxnSpPr>
            <a:cxnSpLocks/>
          </p:cNvCxnSpPr>
          <p:nvPr/>
        </p:nvCxnSpPr>
        <p:spPr>
          <a:xfrm flipV="1">
            <a:off x="2842136" y="4011219"/>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3" name="直線コネクタ 222">
            <a:extLst>
              <a:ext uri="{FF2B5EF4-FFF2-40B4-BE49-F238E27FC236}">
                <a16:creationId xmlns:a16="http://schemas.microsoft.com/office/drawing/2014/main" id="{C7FD53B7-0598-FCB8-EF1D-C885927F49BD}"/>
              </a:ext>
            </a:extLst>
          </p:cNvPr>
          <p:cNvCxnSpPr>
            <a:cxnSpLocks/>
          </p:cNvCxnSpPr>
          <p:nvPr/>
        </p:nvCxnSpPr>
        <p:spPr>
          <a:xfrm>
            <a:off x="2842136" y="478525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4" name="直線コネクタ 223">
            <a:extLst>
              <a:ext uri="{FF2B5EF4-FFF2-40B4-BE49-F238E27FC236}">
                <a16:creationId xmlns:a16="http://schemas.microsoft.com/office/drawing/2014/main" id="{C031A7C5-9C75-5625-11E4-1A2756A122F3}"/>
              </a:ext>
            </a:extLst>
          </p:cNvPr>
          <p:cNvCxnSpPr>
            <a:cxnSpLocks/>
          </p:cNvCxnSpPr>
          <p:nvPr/>
        </p:nvCxnSpPr>
        <p:spPr>
          <a:xfrm flipV="1">
            <a:off x="2841271" y="3993035"/>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5" name="直線コネクタ 224">
            <a:extLst>
              <a:ext uri="{FF2B5EF4-FFF2-40B4-BE49-F238E27FC236}">
                <a16:creationId xmlns:a16="http://schemas.microsoft.com/office/drawing/2014/main" id="{DD621401-6063-F40E-C2B5-899F7310F0E5}"/>
              </a:ext>
            </a:extLst>
          </p:cNvPr>
          <p:cNvCxnSpPr>
            <a:cxnSpLocks/>
          </p:cNvCxnSpPr>
          <p:nvPr/>
        </p:nvCxnSpPr>
        <p:spPr>
          <a:xfrm flipV="1">
            <a:off x="2841271" y="4789926"/>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6" name="直線コネクタ 225">
            <a:extLst>
              <a:ext uri="{FF2B5EF4-FFF2-40B4-BE49-F238E27FC236}">
                <a16:creationId xmlns:a16="http://schemas.microsoft.com/office/drawing/2014/main" id="{8A32F552-1EF5-DE40-D243-F1A26C660658}"/>
              </a:ext>
            </a:extLst>
          </p:cNvPr>
          <p:cNvCxnSpPr>
            <a:cxnSpLocks/>
          </p:cNvCxnSpPr>
          <p:nvPr/>
        </p:nvCxnSpPr>
        <p:spPr>
          <a:xfrm>
            <a:off x="2841271" y="5563964"/>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7" name="直線コネクタ 226">
            <a:extLst>
              <a:ext uri="{FF2B5EF4-FFF2-40B4-BE49-F238E27FC236}">
                <a16:creationId xmlns:a16="http://schemas.microsoft.com/office/drawing/2014/main" id="{C23076EC-6E9A-BE41-0F30-C852F37C9EF5}"/>
              </a:ext>
            </a:extLst>
          </p:cNvPr>
          <p:cNvCxnSpPr>
            <a:cxnSpLocks/>
          </p:cNvCxnSpPr>
          <p:nvPr/>
        </p:nvCxnSpPr>
        <p:spPr>
          <a:xfrm>
            <a:off x="2844879" y="2438526"/>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8" name="直線コネクタ 227">
            <a:extLst>
              <a:ext uri="{FF2B5EF4-FFF2-40B4-BE49-F238E27FC236}">
                <a16:creationId xmlns:a16="http://schemas.microsoft.com/office/drawing/2014/main" id="{6FDCF801-6631-F8EA-A750-78738056C70F}"/>
              </a:ext>
            </a:extLst>
          </p:cNvPr>
          <p:cNvCxnSpPr>
            <a:cxnSpLocks/>
          </p:cNvCxnSpPr>
          <p:nvPr/>
        </p:nvCxnSpPr>
        <p:spPr>
          <a:xfrm>
            <a:off x="2835672" y="3238066"/>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9" name="直線コネクタ 228">
            <a:extLst>
              <a:ext uri="{FF2B5EF4-FFF2-40B4-BE49-F238E27FC236}">
                <a16:creationId xmlns:a16="http://schemas.microsoft.com/office/drawing/2014/main" id="{3A1D3D85-DD85-3C10-C1D1-7871BA21D6AA}"/>
              </a:ext>
            </a:extLst>
          </p:cNvPr>
          <p:cNvCxnSpPr>
            <a:cxnSpLocks/>
          </p:cNvCxnSpPr>
          <p:nvPr/>
        </p:nvCxnSpPr>
        <p:spPr>
          <a:xfrm flipV="1">
            <a:off x="2835672" y="3552660"/>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0" name="直線コネクタ 229">
            <a:extLst>
              <a:ext uri="{FF2B5EF4-FFF2-40B4-BE49-F238E27FC236}">
                <a16:creationId xmlns:a16="http://schemas.microsoft.com/office/drawing/2014/main" id="{81C51E54-44C3-0A16-2FC7-1344A94DF972}"/>
              </a:ext>
            </a:extLst>
          </p:cNvPr>
          <p:cNvCxnSpPr>
            <a:cxnSpLocks/>
          </p:cNvCxnSpPr>
          <p:nvPr/>
        </p:nvCxnSpPr>
        <p:spPr>
          <a:xfrm flipV="1">
            <a:off x="2838917" y="3669047"/>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1" name="直線コネクタ 230">
            <a:extLst>
              <a:ext uri="{FF2B5EF4-FFF2-40B4-BE49-F238E27FC236}">
                <a16:creationId xmlns:a16="http://schemas.microsoft.com/office/drawing/2014/main" id="{AD8F39FE-52DC-EC4C-BBAD-A17274C5E2B8}"/>
              </a:ext>
            </a:extLst>
          </p:cNvPr>
          <p:cNvCxnSpPr>
            <a:cxnSpLocks/>
          </p:cNvCxnSpPr>
          <p:nvPr/>
        </p:nvCxnSpPr>
        <p:spPr>
          <a:xfrm flipV="1">
            <a:off x="2835672" y="3782382"/>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2" name="直線コネクタ 231">
            <a:extLst>
              <a:ext uri="{FF2B5EF4-FFF2-40B4-BE49-F238E27FC236}">
                <a16:creationId xmlns:a16="http://schemas.microsoft.com/office/drawing/2014/main" id="{7A90DF23-A819-FC3C-4A94-B9468EC5E878}"/>
              </a:ext>
            </a:extLst>
          </p:cNvPr>
          <p:cNvCxnSpPr>
            <a:cxnSpLocks/>
            <a:endCxn id="121" idx="2"/>
          </p:cNvCxnSpPr>
          <p:nvPr/>
        </p:nvCxnSpPr>
        <p:spPr>
          <a:xfrm>
            <a:off x="2825437" y="2438526"/>
            <a:ext cx="1381196" cy="895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4" name="直線コネクタ 233">
            <a:extLst>
              <a:ext uri="{FF2B5EF4-FFF2-40B4-BE49-F238E27FC236}">
                <a16:creationId xmlns:a16="http://schemas.microsoft.com/office/drawing/2014/main" id="{DC343941-5A72-C9FE-8109-4C669770BF5E}"/>
              </a:ext>
            </a:extLst>
          </p:cNvPr>
          <p:cNvCxnSpPr>
            <a:cxnSpLocks/>
          </p:cNvCxnSpPr>
          <p:nvPr/>
        </p:nvCxnSpPr>
        <p:spPr>
          <a:xfrm>
            <a:off x="6229443" y="4032095"/>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5" name="直線コネクタ 234">
            <a:extLst>
              <a:ext uri="{FF2B5EF4-FFF2-40B4-BE49-F238E27FC236}">
                <a16:creationId xmlns:a16="http://schemas.microsoft.com/office/drawing/2014/main" id="{4F3AB2DE-8D1A-083F-6F48-8AB83BA7ED70}"/>
              </a:ext>
            </a:extLst>
          </p:cNvPr>
          <p:cNvCxnSpPr>
            <a:cxnSpLocks/>
          </p:cNvCxnSpPr>
          <p:nvPr/>
        </p:nvCxnSpPr>
        <p:spPr>
          <a:xfrm>
            <a:off x="6257790" y="2476924"/>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6" name="直線コネクタ 235">
            <a:extLst>
              <a:ext uri="{FF2B5EF4-FFF2-40B4-BE49-F238E27FC236}">
                <a16:creationId xmlns:a16="http://schemas.microsoft.com/office/drawing/2014/main" id="{4C762E53-6421-5DC0-9A5F-64AAB1EC0BA5}"/>
              </a:ext>
            </a:extLst>
          </p:cNvPr>
          <p:cNvCxnSpPr>
            <a:cxnSpLocks/>
          </p:cNvCxnSpPr>
          <p:nvPr/>
        </p:nvCxnSpPr>
        <p:spPr>
          <a:xfrm flipV="1">
            <a:off x="6250368" y="2461166"/>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7" name="直線コネクタ 236">
            <a:extLst>
              <a:ext uri="{FF2B5EF4-FFF2-40B4-BE49-F238E27FC236}">
                <a16:creationId xmlns:a16="http://schemas.microsoft.com/office/drawing/2014/main" id="{0B3FB891-5AB8-904D-31FA-3A3132F72129}"/>
              </a:ext>
            </a:extLst>
          </p:cNvPr>
          <p:cNvCxnSpPr>
            <a:cxnSpLocks/>
          </p:cNvCxnSpPr>
          <p:nvPr/>
        </p:nvCxnSpPr>
        <p:spPr>
          <a:xfrm>
            <a:off x="6229443" y="325805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8" name="直線コネクタ 237">
            <a:extLst>
              <a:ext uri="{FF2B5EF4-FFF2-40B4-BE49-F238E27FC236}">
                <a16:creationId xmlns:a16="http://schemas.microsoft.com/office/drawing/2014/main" id="{1B10F415-953F-B04E-3EAE-7D3B34123B86}"/>
              </a:ext>
            </a:extLst>
          </p:cNvPr>
          <p:cNvCxnSpPr>
            <a:cxnSpLocks/>
          </p:cNvCxnSpPr>
          <p:nvPr/>
        </p:nvCxnSpPr>
        <p:spPr>
          <a:xfrm>
            <a:off x="6229443" y="4032095"/>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9" name="直線コネクタ 238">
            <a:extLst>
              <a:ext uri="{FF2B5EF4-FFF2-40B4-BE49-F238E27FC236}">
                <a16:creationId xmlns:a16="http://schemas.microsoft.com/office/drawing/2014/main" id="{AAFFFE9F-D19B-3103-4867-AE51BC9CA0F6}"/>
              </a:ext>
            </a:extLst>
          </p:cNvPr>
          <p:cNvCxnSpPr>
            <a:cxnSpLocks/>
          </p:cNvCxnSpPr>
          <p:nvPr/>
        </p:nvCxnSpPr>
        <p:spPr>
          <a:xfrm>
            <a:off x="6229443" y="4032095"/>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0" name="直線コネクタ 239">
            <a:extLst>
              <a:ext uri="{FF2B5EF4-FFF2-40B4-BE49-F238E27FC236}">
                <a16:creationId xmlns:a16="http://schemas.microsoft.com/office/drawing/2014/main" id="{AB6185C5-1111-B62E-972E-244996A1CC78}"/>
              </a:ext>
            </a:extLst>
          </p:cNvPr>
          <p:cNvCxnSpPr>
            <a:cxnSpLocks/>
          </p:cNvCxnSpPr>
          <p:nvPr/>
        </p:nvCxnSpPr>
        <p:spPr>
          <a:xfrm>
            <a:off x="6235907" y="4805248"/>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1" name="直線コネクタ 240">
            <a:extLst>
              <a:ext uri="{FF2B5EF4-FFF2-40B4-BE49-F238E27FC236}">
                <a16:creationId xmlns:a16="http://schemas.microsoft.com/office/drawing/2014/main" id="{CBC96477-560C-1BA2-0BD3-9F34ADE34703}"/>
              </a:ext>
            </a:extLst>
          </p:cNvPr>
          <p:cNvCxnSpPr>
            <a:cxnSpLocks/>
          </p:cNvCxnSpPr>
          <p:nvPr/>
        </p:nvCxnSpPr>
        <p:spPr>
          <a:xfrm flipV="1">
            <a:off x="6235907" y="4031210"/>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2" name="直線コネクタ 241">
            <a:extLst>
              <a:ext uri="{FF2B5EF4-FFF2-40B4-BE49-F238E27FC236}">
                <a16:creationId xmlns:a16="http://schemas.microsoft.com/office/drawing/2014/main" id="{166D07A6-1814-F653-DEBA-506616330334}"/>
              </a:ext>
            </a:extLst>
          </p:cNvPr>
          <p:cNvCxnSpPr>
            <a:cxnSpLocks/>
          </p:cNvCxnSpPr>
          <p:nvPr/>
        </p:nvCxnSpPr>
        <p:spPr>
          <a:xfrm>
            <a:off x="6235907" y="4805248"/>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3" name="直線コネクタ 242">
            <a:extLst>
              <a:ext uri="{FF2B5EF4-FFF2-40B4-BE49-F238E27FC236}">
                <a16:creationId xmlns:a16="http://schemas.microsoft.com/office/drawing/2014/main" id="{0C103958-2453-BCF2-0C9F-4B2B84B1065C}"/>
              </a:ext>
            </a:extLst>
          </p:cNvPr>
          <p:cNvCxnSpPr>
            <a:cxnSpLocks/>
          </p:cNvCxnSpPr>
          <p:nvPr/>
        </p:nvCxnSpPr>
        <p:spPr>
          <a:xfrm flipV="1">
            <a:off x="6235042" y="4013026"/>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4" name="直線コネクタ 243">
            <a:extLst>
              <a:ext uri="{FF2B5EF4-FFF2-40B4-BE49-F238E27FC236}">
                <a16:creationId xmlns:a16="http://schemas.microsoft.com/office/drawing/2014/main" id="{EFCC5FCB-FFDF-2A78-0CA4-5672FD6FCC58}"/>
              </a:ext>
            </a:extLst>
          </p:cNvPr>
          <p:cNvCxnSpPr>
            <a:cxnSpLocks/>
          </p:cNvCxnSpPr>
          <p:nvPr/>
        </p:nvCxnSpPr>
        <p:spPr>
          <a:xfrm flipV="1">
            <a:off x="6235042" y="4809917"/>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5" name="直線コネクタ 244">
            <a:extLst>
              <a:ext uri="{FF2B5EF4-FFF2-40B4-BE49-F238E27FC236}">
                <a16:creationId xmlns:a16="http://schemas.microsoft.com/office/drawing/2014/main" id="{B5E3FAF2-0B30-AA3C-0A7E-748429354F32}"/>
              </a:ext>
            </a:extLst>
          </p:cNvPr>
          <p:cNvCxnSpPr>
            <a:cxnSpLocks/>
          </p:cNvCxnSpPr>
          <p:nvPr/>
        </p:nvCxnSpPr>
        <p:spPr>
          <a:xfrm>
            <a:off x="6235042" y="5583955"/>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6" name="直線コネクタ 245">
            <a:extLst>
              <a:ext uri="{FF2B5EF4-FFF2-40B4-BE49-F238E27FC236}">
                <a16:creationId xmlns:a16="http://schemas.microsoft.com/office/drawing/2014/main" id="{DC77A170-2479-8116-D0E2-6836EE753807}"/>
              </a:ext>
            </a:extLst>
          </p:cNvPr>
          <p:cNvCxnSpPr>
            <a:cxnSpLocks/>
          </p:cNvCxnSpPr>
          <p:nvPr/>
        </p:nvCxnSpPr>
        <p:spPr>
          <a:xfrm>
            <a:off x="6238650" y="2458517"/>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7" name="直線コネクタ 246">
            <a:extLst>
              <a:ext uri="{FF2B5EF4-FFF2-40B4-BE49-F238E27FC236}">
                <a16:creationId xmlns:a16="http://schemas.microsoft.com/office/drawing/2014/main" id="{11AA8F27-0FE3-263E-0B12-8AA176DE00B4}"/>
              </a:ext>
            </a:extLst>
          </p:cNvPr>
          <p:cNvCxnSpPr>
            <a:cxnSpLocks/>
          </p:cNvCxnSpPr>
          <p:nvPr/>
        </p:nvCxnSpPr>
        <p:spPr>
          <a:xfrm>
            <a:off x="6229443" y="3258057"/>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8" name="直線コネクタ 247">
            <a:extLst>
              <a:ext uri="{FF2B5EF4-FFF2-40B4-BE49-F238E27FC236}">
                <a16:creationId xmlns:a16="http://schemas.microsoft.com/office/drawing/2014/main" id="{C3DB9E10-B9C4-2F87-73D4-A81A95FD74E0}"/>
              </a:ext>
            </a:extLst>
          </p:cNvPr>
          <p:cNvCxnSpPr>
            <a:cxnSpLocks/>
          </p:cNvCxnSpPr>
          <p:nvPr/>
        </p:nvCxnSpPr>
        <p:spPr>
          <a:xfrm flipV="1">
            <a:off x="6229443" y="3572651"/>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9" name="直線コネクタ 248">
            <a:extLst>
              <a:ext uri="{FF2B5EF4-FFF2-40B4-BE49-F238E27FC236}">
                <a16:creationId xmlns:a16="http://schemas.microsoft.com/office/drawing/2014/main" id="{3AA0EB1D-B145-A699-A303-85ED8D870B38}"/>
              </a:ext>
            </a:extLst>
          </p:cNvPr>
          <p:cNvCxnSpPr>
            <a:cxnSpLocks/>
          </p:cNvCxnSpPr>
          <p:nvPr/>
        </p:nvCxnSpPr>
        <p:spPr>
          <a:xfrm flipV="1">
            <a:off x="6232688" y="3689038"/>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0" name="直線コネクタ 249">
            <a:extLst>
              <a:ext uri="{FF2B5EF4-FFF2-40B4-BE49-F238E27FC236}">
                <a16:creationId xmlns:a16="http://schemas.microsoft.com/office/drawing/2014/main" id="{3D2AB864-F03C-FDE3-D35D-6B3FB8B278D7}"/>
              </a:ext>
            </a:extLst>
          </p:cNvPr>
          <p:cNvCxnSpPr>
            <a:cxnSpLocks/>
          </p:cNvCxnSpPr>
          <p:nvPr/>
        </p:nvCxnSpPr>
        <p:spPr>
          <a:xfrm flipV="1">
            <a:off x="6229443" y="3802373"/>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1" name="直線コネクタ 250">
            <a:extLst>
              <a:ext uri="{FF2B5EF4-FFF2-40B4-BE49-F238E27FC236}">
                <a16:creationId xmlns:a16="http://schemas.microsoft.com/office/drawing/2014/main" id="{5216363A-0C5F-40AC-B4B8-E373D7BE0173}"/>
              </a:ext>
            </a:extLst>
          </p:cNvPr>
          <p:cNvCxnSpPr>
            <a:cxnSpLocks/>
          </p:cNvCxnSpPr>
          <p:nvPr/>
        </p:nvCxnSpPr>
        <p:spPr>
          <a:xfrm>
            <a:off x="6219208" y="2458517"/>
            <a:ext cx="1381196" cy="895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2" name="直線コネクタ 251">
            <a:extLst>
              <a:ext uri="{FF2B5EF4-FFF2-40B4-BE49-F238E27FC236}">
                <a16:creationId xmlns:a16="http://schemas.microsoft.com/office/drawing/2014/main" id="{C4058955-3B69-6BBB-D8B4-08EBEB86B6F0}"/>
              </a:ext>
            </a:extLst>
          </p:cNvPr>
          <p:cNvCxnSpPr>
            <a:cxnSpLocks/>
            <a:stCxn id="121" idx="2"/>
          </p:cNvCxnSpPr>
          <p:nvPr/>
        </p:nvCxnSpPr>
        <p:spPr>
          <a:xfrm flipH="1">
            <a:off x="2882650" y="2447480"/>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5" name="直線コネクタ 254">
            <a:extLst>
              <a:ext uri="{FF2B5EF4-FFF2-40B4-BE49-F238E27FC236}">
                <a16:creationId xmlns:a16="http://schemas.microsoft.com/office/drawing/2014/main" id="{97BC05BA-3388-19AA-EC23-EA672388BB0A}"/>
              </a:ext>
            </a:extLst>
          </p:cNvPr>
          <p:cNvCxnSpPr>
            <a:cxnSpLocks/>
            <a:stCxn id="103" idx="2"/>
          </p:cNvCxnSpPr>
          <p:nvPr/>
        </p:nvCxnSpPr>
        <p:spPr>
          <a:xfrm flipH="1">
            <a:off x="2898861" y="3244371"/>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8" name="直線コネクタ 257">
            <a:extLst>
              <a:ext uri="{FF2B5EF4-FFF2-40B4-BE49-F238E27FC236}">
                <a16:creationId xmlns:a16="http://schemas.microsoft.com/office/drawing/2014/main" id="{8C7281CF-2A22-BA20-B628-0D2D1473DFAD}"/>
              </a:ext>
            </a:extLst>
          </p:cNvPr>
          <p:cNvCxnSpPr>
            <a:cxnSpLocks/>
            <a:stCxn id="85" idx="2"/>
          </p:cNvCxnSpPr>
          <p:nvPr/>
        </p:nvCxnSpPr>
        <p:spPr>
          <a:xfrm flipH="1" flipV="1">
            <a:off x="2905198" y="3579483"/>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63" name="直線コネクタ 262">
            <a:extLst>
              <a:ext uri="{FF2B5EF4-FFF2-40B4-BE49-F238E27FC236}">
                <a16:creationId xmlns:a16="http://schemas.microsoft.com/office/drawing/2014/main" id="{2904CE05-B813-4D01-615B-0D887C8D8F12}"/>
              </a:ext>
            </a:extLst>
          </p:cNvPr>
          <p:cNvCxnSpPr>
            <a:cxnSpLocks/>
            <a:endCxn id="67" idx="2"/>
          </p:cNvCxnSpPr>
          <p:nvPr/>
        </p:nvCxnSpPr>
        <p:spPr>
          <a:xfrm>
            <a:off x="2898861" y="3683297"/>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69" name="直線コネクタ 268">
            <a:extLst>
              <a:ext uri="{FF2B5EF4-FFF2-40B4-BE49-F238E27FC236}">
                <a16:creationId xmlns:a16="http://schemas.microsoft.com/office/drawing/2014/main" id="{712F1EF4-79FF-3680-473C-1B9799A8F7BD}"/>
              </a:ext>
            </a:extLst>
          </p:cNvPr>
          <p:cNvCxnSpPr>
            <a:cxnSpLocks/>
            <a:stCxn id="25" idx="2"/>
          </p:cNvCxnSpPr>
          <p:nvPr/>
        </p:nvCxnSpPr>
        <p:spPr>
          <a:xfrm flipH="1" flipV="1">
            <a:off x="2888501" y="3798946"/>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2" name="直線コネクタ 271">
            <a:extLst>
              <a:ext uri="{FF2B5EF4-FFF2-40B4-BE49-F238E27FC236}">
                <a16:creationId xmlns:a16="http://schemas.microsoft.com/office/drawing/2014/main" id="{1FB7D274-95F0-A4BE-D778-6417DDECA841}"/>
              </a:ext>
            </a:extLst>
          </p:cNvPr>
          <p:cNvCxnSpPr>
            <a:cxnSpLocks/>
          </p:cNvCxnSpPr>
          <p:nvPr/>
        </p:nvCxnSpPr>
        <p:spPr>
          <a:xfrm flipH="1">
            <a:off x="1206249" y="2449344"/>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3" name="直線コネクタ 272">
            <a:extLst>
              <a:ext uri="{FF2B5EF4-FFF2-40B4-BE49-F238E27FC236}">
                <a16:creationId xmlns:a16="http://schemas.microsoft.com/office/drawing/2014/main" id="{A6B957E1-5496-A2A5-AEF4-1F9EA94E4FA9}"/>
              </a:ext>
            </a:extLst>
          </p:cNvPr>
          <p:cNvCxnSpPr>
            <a:cxnSpLocks/>
          </p:cNvCxnSpPr>
          <p:nvPr/>
        </p:nvCxnSpPr>
        <p:spPr>
          <a:xfrm flipH="1">
            <a:off x="1222460" y="3246235"/>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4" name="直線コネクタ 273">
            <a:extLst>
              <a:ext uri="{FF2B5EF4-FFF2-40B4-BE49-F238E27FC236}">
                <a16:creationId xmlns:a16="http://schemas.microsoft.com/office/drawing/2014/main" id="{F03EA6DE-1B7F-C2EE-6941-E28B236B2F56}"/>
              </a:ext>
            </a:extLst>
          </p:cNvPr>
          <p:cNvCxnSpPr>
            <a:cxnSpLocks/>
          </p:cNvCxnSpPr>
          <p:nvPr/>
        </p:nvCxnSpPr>
        <p:spPr>
          <a:xfrm flipH="1" flipV="1">
            <a:off x="1228797" y="3581347"/>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5" name="直線コネクタ 274">
            <a:extLst>
              <a:ext uri="{FF2B5EF4-FFF2-40B4-BE49-F238E27FC236}">
                <a16:creationId xmlns:a16="http://schemas.microsoft.com/office/drawing/2014/main" id="{79E81ECE-9EE7-09AC-BE10-E3A08642E637}"/>
              </a:ext>
            </a:extLst>
          </p:cNvPr>
          <p:cNvCxnSpPr>
            <a:cxnSpLocks/>
          </p:cNvCxnSpPr>
          <p:nvPr/>
        </p:nvCxnSpPr>
        <p:spPr>
          <a:xfrm>
            <a:off x="1222460" y="3685161"/>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6" name="直線コネクタ 275">
            <a:extLst>
              <a:ext uri="{FF2B5EF4-FFF2-40B4-BE49-F238E27FC236}">
                <a16:creationId xmlns:a16="http://schemas.microsoft.com/office/drawing/2014/main" id="{187111E3-3062-62E8-45B7-E64029397D0C}"/>
              </a:ext>
            </a:extLst>
          </p:cNvPr>
          <p:cNvCxnSpPr>
            <a:cxnSpLocks/>
          </p:cNvCxnSpPr>
          <p:nvPr/>
        </p:nvCxnSpPr>
        <p:spPr>
          <a:xfrm flipH="1" flipV="1">
            <a:off x="1212100" y="3800810"/>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7" name="直線コネクタ 276">
            <a:extLst>
              <a:ext uri="{FF2B5EF4-FFF2-40B4-BE49-F238E27FC236}">
                <a16:creationId xmlns:a16="http://schemas.microsoft.com/office/drawing/2014/main" id="{23EDBF1C-E2F7-9F6F-45CD-45CAF37E0500}"/>
              </a:ext>
            </a:extLst>
          </p:cNvPr>
          <p:cNvCxnSpPr>
            <a:cxnSpLocks/>
          </p:cNvCxnSpPr>
          <p:nvPr/>
        </p:nvCxnSpPr>
        <p:spPr>
          <a:xfrm flipH="1">
            <a:off x="6249733" y="2485234"/>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8" name="直線コネクタ 277">
            <a:extLst>
              <a:ext uri="{FF2B5EF4-FFF2-40B4-BE49-F238E27FC236}">
                <a16:creationId xmlns:a16="http://schemas.microsoft.com/office/drawing/2014/main" id="{4B041EBC-763F-D4F2-718E-B23661679135}"/>
              </a:ext>
            </a:extLst>
          </p:cNvPr>
          <p:cNvCxnSpPr>
            <a:cxnSpLocks/>
          </p:cNvCxnSpPr>
          <p:nvPr/>
        </p:nvCxnSpPr>
        <p:spPr>
          <a:xfrm flipH="1">
            <a:off x="6265944" y="3282125"/>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9" name="直線コネクタ 278">
            <a:extLst>
              <a:ext uri="{FF2B5EF4-FFF2-40B4-BE49-F238E27FC236}">
                <a16:creationId xmlns:a16="http://schemas.microsoft.com/office/drawing/2014/main" id="{F5E685C1-371D-FD94-9F69-1645AE641009}"/>
              </a:ext>
            </a:extLst>
          </p:cNvPr>
          <p:cNvCxnSpPr>
            <a:cxnSpLocks/>
          </p:cNvCxnSpPr>
          <p:nvPr/>
        </p:nvCxnSpPr>
        <p:spPr>
          <a:xfrm flipH="1" flipV="1">
            <a:off x="6272281" y="3617237"/>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0" name="直線コネクタ 279">
            <a:extLst>
              <a:ext uri="{FF2B5EF4-FFF2-40B4-BE49-F238E27FC236}">
                <a16:creationId xmlns:a16="http://schemas.microsoft.com/office/drawing/2014/main" id="{98D6027C-231C-1633-8071-0836604A7B41}"/>
              </a:ext>
            </a:extLst>
          </p:cNvPr>
          <p:cNvCxnSpPr>
            <a:cxnSpLocks/>
          </p:cNvCxnSpPr>
          <p:nvPr/>
        </p:nvCxnSpPr>
        <p:spPr>
          <a:xfrm>
            <a:off x="6265944" y="3721051"/>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1" name="直線コネクタ 280">
            <a:extLst>
              <a:ext uri="{FF2B5EF4-FFF2-40B4-BE49-F238E27FC236}">
                <a16:creationId xmlns:a16="http://schemas.microsoft.com/office/drawing/2014/main" id="{EE83CB53-AFBE-077A-D746-8B6338CD4DCE}"/>
              </a:ext>
            </a:extLst>
          </p:cNvPr>
          <p:cNvCxnSpPr>
            <a:cxnSpLocks/>
          </p:cNvCxnSpPr>
          <p:nvPr/>
        </p:nvCxnSpPr>
        <p:spPr>
          <a:xfrm flipH="1" flipV="1">
            <a:off x="6255584" y="3836700"/>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2" name="直線コネクタ 281">
            <a:extLst>
              <a:ext uri="{FF2B5EF4-FFF2-40B4-BE49-F238E27FC236}">
                <a16:creationId xmlns:a16="http://schemas.microsoft.com/office/drawing/2014/main" id="{9F623417-3B4C-7DFE-CF28-F69196EF299E}"/>
              </a:ext>
            </a:extLst>
          </p:cNvPr>
          <p:cNvCxnSpPr>
            <a:cxnSpLocks/>
          </p:cNvCxnSpPr>
          <p:nvPr/>
        </p:nvCxnSpPr>
        <p:spPr>
          <a:xfrm flipV="1">
            <a:off x="4527989" y="3240248"/>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3" name="直線コネクタ 282">
            <a:extLst>
              <a:ext uri="{FF2B5EF4-FFF2-40B4-BE49-F238E27FC236}">
                <a16:creationId xmlns:a16="http://schemas.microsoft.com/office/drawing/2014/main" id="{7A6A6799-68B9-2613-7391-7313012E72BC}"/>
              </a:ext>
            </a:extLst>
          </p:cNvPr>
          <p:cNvCxnSpPr>
            <a:cxnSpLocks/>
          </p:cNvCxnSpPr>
          <p:nvPr/>
        </p:nvCxnSpPr>
        <p:spPr>
          <a:xfrm>
            <a:off x="4520434" y="3244371"/>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4" name="直線コネクタ 283">
            <a:extLst>
              <a:ext uri="{FF2B5EF4-FFF2-40B4-BE49-F238E27FC236}">
                <a16:creationId xmlns:a16="http://schemas.microsoft.com/office/drawing/2014/main" id="{841DF851-3529-9ECE-3931-561331A8BE64}"/>
              </a:ext>
            </a:extLst>
          </p:cNvPr>
          <p:cNvCxnSpPr>
            <a:cxnSpLocks/>
          </p:cNvCxnSpPr>
          <p:nvPr/>
        </p:nvCxnSpPr>
        <p:spPr>
          <a:xfrm>
            <a:off x="4531869" y="3255762"/>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8" name="直線コネクタ 287">
            <a:extLst>
              <a:ext uri="{FF2B5EF4-FFF2-40B4-BE49-F238E27FC236}">
                <a16:creationId xmlns:a16="http://schemas.microsoft.com/office/drawing/2014/main" id="{68BA5A2C-8A92-F98C-3631-C49E1FC1F8D2}"/>
              </a:ext>
            </a:extLst>
          </p:cNvPr>
          <p:cNvCxnSpPr>
            <a:cxnSpLocks/>
          </p:cNvCxnSpPr>
          <p:nvPr/>
        </p:nvCxnSpPr>
        <p:spPr>
          <a:xfrm flipV="1">
            <a:off x="4535390" y="4790985"/>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9" name="直線コネクタ 288">
            <a:extLst>
              <a:ext uri="{FF2B5EF4-FFF2-40B4-BE49-F238E27FC236}">
                <a16:creationId xmlns:a16="http://schemas.microsoft.com/office/drawing/2014/main" id="{A94981C3-5866-B022-7D13-59011E6996AF}"/>
              </a:ext>
            </a:extLst>
          </p:cNvPr>
          <p:cNvCxnSpPr>
            <a:cxnSpLocks/>
          </p:cNvCxnSpPr>
          <p:nvPr/>
        </p:nvCxnSpPr>
        <p:spPr>
          <a:xfrm>
            <a:off x="4527835" y="479510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91" name="直線コネクタ 290">
            <a:extLst>
              <a:ext uri="{FF2B5EF4-FFF2-40B4-BE49-F238E27FC236}">
                <a16:creationId xmlns:a16="http://schemas.microsoft.com/office/drawing/2014/main" id="{10EB9B9B-0491-F0FC-A7D0-31F27A43468F}"/>
              </a:ext>
            </a:extLst>
          </p:cNvPr>
          <p:cNvCxnSpPr>
            <a:cxnSpLocks/>
          </p:cNvCxnSpPr>
          <p:nvPr/>
        </p:nvCxnSpPr>
        <p:spPr>
          <a:xfrm flipV="1">
            <a:off x="4527835" y="5581391"/>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6" name="直線コネクタ 305">
            <a:extLst>
              <a:ext uri="{FF2B5EF4-FFF2-40B4-BE49-F238E27FC236}">
                <a16:creationId xmlns:a16="http://schemas.microsoft.com/office/drawing/2014/main" id="{502BEA02-A7E0-52B5-98C2-C785FC2D7D57}"/>
              </a:ext>
            </a:extLst>
          </p:cNvPr>
          <p:cNvCxnSpPr>
            <a:cxnSpLocks/>
          </p:cNvCxnSpPr>
          <p:nvPr/>
        </p:nvCxnSpPr>
        <p:spPr>
          <a:xfrm flipV="1">
            <a:off x="4522532" y="5464349"/>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7" name="直線コネクタ 306">
            <a:extLst>
              <a:ext uri="{FF2B5EF4-FFF2-40B4-BE49-F238E27FC236}">
                <a16:creationId xmlns:a16="http://schemas.microsoft.com/office/drawing/2014/main" id="{B9F1A21E-9380-6519-71E9-19A2731A9811}"/>
              </a:ext>
            </a:extLst>
          </p:cNvPr>
          <p:cNvCxnSpPr>
            <a:cxnSpLocks/>
          </p:cNvCxnSpPr>
          <p:nvPr/>
        </p:nvCxnSpPr>
        <p:spPr>
          <a:xfrm flipV="1">
            <a:off x="4509485" y="5341595"/>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8" name="直線コネクタ 307">
            <a:extLst>
              <a:ext uri="{FF2B5EF4-FFF2-40B4-BE49-F238E27FC236}">
                <a16:creationId xmlns:a16="http://schemas.microsoft.com/office/drawing/2014/main" id="{A357552F-26C3-78BF-7BE6-2D026BAAF388}"/>
              </a:ext>
            </a:extLst>
          </p:cNvPr>
          <p:cNvCxnSpPr>
            <a:cxnSpLocks/>
          </p:cNvCxnSpPr>
          <p:nvPr/>
        </p:nvCxnSpPr>
        <p:spPr>
          <a:xfrm flipV="1">
            <a:off x="4530637" y="4687998"/>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9" name="直線コネクタ 308">
            <a:extLst>
              <a:ext uri="{FF2B5EF4-FFF2-40B4-BE49-F238E27FC236}">
                <a16:creationId xmlns:a16="http://schemas.microsoft.com/office/drawing/2014/main" id="{135CD58E-ACB7-FD17-B3AF-F109C7D807FF}"/>
              </a:ext>
            </a:extLst>
          </p:cNvPr>
          <p:cNvCxnSpPr>
            <a:cxnSpLocks/>
          </p:cNvCxnSpPr>
          <p:nvPr/>
        </p:nvCxnSpPr>
        <p:spPr>
          <a:xfrm flipV="1">
            <a:off x="4517590" y="4565244"/>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nvGrpSpPr>
          <p:cNvPr id="315" name="グループ化 314">
            <a:extLst>
              <a:ext uri="{FF2B5EF4-FFF2-40B4-BE49-F238E27FC236}">
                <a16:creationId xmlns:a16="http://schemas.microsoft.com/office/drawing/2014/main" id="{179AC669-3ED0-9DE3-FE59-A35C277D783A}"/>
              </a:ext>
            </a:extLst>
          </p:cNvPr>
          <p:cNvGrpSpPr/>
          <p:nvPr/>
        </p:nvGrpSpPr>
        <p:grpSpPr>
          <a:xfrm>
            <a:off x="4527486" y="3796253"/>
            <a:ext cx="482573" cy="468207"/>
            <a:chOff x="4527486" y="3796253"/>
            <a:chExt cx="482573" cy="468207"/>
          </a:xfrm>
        </p:grpSpPr>
        <p:cxnSp>
          <p:nvCxnSpPr>
            <p:cNvPr id="285" name="直線コネクタ 284">
              <a:extLst>
                <a:ext uri="{FF2B5EF4-FFF2-40B4-BE49-F238E27FC236}">
                  <a16:creationId xmlns:a16="http://schemas.microsoft.com/office/drawing/2014/main" id="{2339B217-4B9D-6CBA-7D03-B224636B16BD}"/>
                </a:ext>
              </a:extLst>
            </p:cNvPr>
            <p:cNvCxnSpPr>
              <a:cxnSpLocks/>
            </p:cNvCxnSpPr>
            <p:nvPr/>
          </p:nvCxnSpPr>
          <p:spPr>
            <a:xfrm flipV="1">
              <a:off x="4536546" y="4015742"/>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6" name="直線コネクタ 285">
              <a:extLst>
                <a:ext uri="{FF2B5EF4-FFF2-40B4-BE49-F238E27FC236}">
                  <a16:creationId xmlns:a16="http://schemas.microsoft.com/office/drawing/2014/main" id="{3C4AC7A2-B586-F8A3-C34C-0E017B743B28}"/>
                </a:ext>
              </a:extLst>
            </p:cNvPr>
            <p:cNvCxnSpPr>
              <a:cxnSpLocks/>
            </p:cNvCxnSpPr>
            <p:nvPr/>
          </p:nvCxnSpPr>
          <p:spPr>
            <a:xfrm>
              <a:off x="4528991" y="4019865"/>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7" name="直線コネクタ 286">
              <a:extLst>
                <a:ext uri="{FF2B5EF4-FFF2-40B4-BE49-F238E27FC236}">
                  <a16:creationId xmlns:a16="http://schemas.microsoft.com/office/drawing/2014/main" id="{4F531D49-8BD6-D941-6E8B-B020208375D9}"/>
                </a:ext>
              </a:extLst>
            </p:cNvPr>
            <p:cNvCxnSpPr>
              <a:cxnSpLocks/>
            </p:cNvCxnSpPr>
            <p:nvPr/>
          </p:nvCxnSpPr>
          <p:spPr>
            <a:xfrm>
              <a:off x="4540426" y="4031256"/>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0" name="直線コネクタ 309">
              <a:extLst>
                <a:ext uri="{FF2B5EF4-FFF2-40B4-BE49-F238E27FC236}">
                  <a16:creationId xmlns:a16="http://schemas.microsoft.com/office/drawing/2014/main" id="{A4FFEC9A-B67A-A106-5945-87E60280B96A}"/>
                </a:ext>
              </a:extLst>
            </p:cNvPr>
            <p:cNvCxnSpPr>
              <a:cxnSpLocks/>
            </p:cNvCxnSpPr>
            <p:nvPr/>
          </p:nvCxnSpPr>
          <p:spPr>
            <a:xfrm flipV="1">
              <a:off x="4540533" y="3919007"/>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1" name="直線コネクタ 310">
              <a:extLst>
                <a:ext uri="{FF2B5EF4-FFF2-40B4-BE49-F238E27FC236}">
                  <a16:creationId xmlns:a16="http://schemas.microsoft.com/office/drawing/2014/main" id="{D158E32B-2C13-6E39-1166-2F8DE3CA91C6}"/>
                </a:ext>
              </a:extLst>
            </p:cNvPr>
            <p:cNvCxnSpPr>
              <a:cxnSpLocks/>
            </p:cNvCxnSpPr>
            <p:nvPr/>
          </p:nvCxnSpPr>
          <p:spPr>
            <a:xfrm flipV="1">
              <a:off x="4527486" y="3796253"/>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cxnSp>
        <p:nvCxnSpPr>
          <p:cNvPr id="312" name="直線コネクタ 311">
            <a:extLst>
              <a:ext uri="{FF2B5EF4-FFF2-40B4-BE49-F238E27FC236}">
                <a16:creationId xmlns:a16="http://schemas.microsoft.com/office/drawing/2014/main" id="{DF49A140-7F3C-5458-852A-CC6CCDDF7C9D}"/>
              </a:ext>
            </a:extLst>
          </p:cNvPr>
          <p:cNvCxnSpPr>
            <a:cxnSpLocks/>
            <a:stCxn id="103" idx="6"/>
          </p:cNvCxnSpPr>
          <p:nvPr/>
        </p:nvCxnSpPr>
        <p:spPr>
          <a:xfrm flipV="1">
            <a:off x="4518126" y="3151782"/>
            <a:ext cx="463418" cy="9258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7" name="直線コネクタ 316">
            <a:extLst>
              <a:ext uri="{FF2B5EF4-FFF2-40B4-BE49-F238E27FC236}">
                <a16:creationId xmlns:a16="http://schemas.microsoft.com/office/drawing/2014/main" id="{B4DAC1FD-DE50-ED8F-913C-86A940879104}"/>
              </a:ext>
            </a:extLst>
          </p:cNvPr>
          <p:cNvCxnSpPr>
            <a:cxnSpLocks/>
          </p:cNvCxnSpPr>
          <p:nvPr/>
        </p:nvCxnSpPr>
        <p:spPr>
          <a:xfrm rot="10800000" flipV="1">
            <a:off x="5397914" y="4036722"/>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8" name="直線コネクタ 317">
            <a:extLst>
              <a:ext uri="{FF2B5EF4-FFF2-40B4-BE49-F238E27FC236}">
                <a16:creationId xmlns:a16="http://schemas.microsoft.com/office/drawing/2014/main" id="{B3104478-4042-870F-D2FC-6CF2C50A18BC}"/>
              </a:ext>
            </a:extLst>
          </p:cNvPr>
          <p:cNvCxnSpPr>
            <a:cxnSpLocks/>
          </p:cNvCxnSpPr>
          <p:nvPr/>
        </p:nvCxnSpPr>
        <p:spPr>
          <a:xfrm rot="10800000">
            <a:off x="5432418" y="3919007"/>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9" name="直線コネクタ 318">
            <a:extLst>
              <a:ext uri="{FF2B5EF4-FFF2-40B4-BE49-F238E27FC236}">
                <a16:creationId xmlns:a16="http://schemas.microsoft.com/office/drawing/2014/main" id="{219201E8-2697-5076-D309-67B013FA2829}"/>
              </a:ext>
            </a:extLst>
          </p:cNvPr>
          <p:cNvCxnSpPr>
            <a:cxnSpLocks/>
          </p:cNvCxnSpPr>
          <p:nvPr/>
        </p:nvCxnSpPr>
        <p:spPr>
          <a:xfrm rot="10800000">
            <a:off x="5432418" y="3796253"/>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0" name="直線コネクタ 319">
            <a:extLst>
              <a:ext uri="{FF2B5EF4-FFF2-40B4-BE49-F238E27FC236}">
                <a16:creationId xmlns:a16="http://schemas.microsoft.com/office/drawing/2014/main" id="{2DAD7F2A-0605-553E-20A4-457B6994FBE5}"/>
              </a:ext>
            </a:extLst>
          </p:cNvPr>
          <p:cNvCxnSpPr>
            <a:cxnSpLocks/>
          </p:cNvCxnSpPr>
          <p:nvPr/>
        </p:nvCxnSpPr>
        <p:spPr>
          <a:xfrm rot="10800000" flipV="1">
            <a:off x="5426276" y="4019184"/>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1" name="直線コネクタ 320">
            <a:extLst>
              <a:ext uri="{FF2B5EF4-FFF2-40B4-BE49-F238E27FC236}">
                <a16:creationId xmlns:a16="http://schemas.microsoft.com/office/drawing/2014/main" id="{7670BB25-67C6-74DC-E612-9F7C0B0D25CB}"/>
              </a:ext>
            </a:extLst>
          </p:cNvPr>
          <p:cNvCxnSpPr>
            <a:cxnSpLocks/>
          </p:cNvCxnSpPr>
          <p:nvPr/>
        </p:nvCxnSpPr>
        <p:spPr>
          <a:xfrm rot="10800000" flipV="1">
            <a:off x="5421222" y="4025446"/>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2" name="直線コネクタ 321">
            <a:extLst>
              <a:ext uri="{FF2B5EF4-FFF2-40B4-BE49-F238E27FC236}">
                <a16:creationId xmlns:a16="http://schemas.microsoft.com/office/drawing/2014/main" id="{7E3152AC-00EF-B2E2-2EC9-0932DAD5F2A7}"/>
              </a:ext>
            </a:extLst>
          </p:cNvPr>
          <p:cNvCxnSpPr>
            <a:cxnSpLocks/>
          </p:cNvCxnSpPr>
          <p:nvPr/>
        </p:nvCxnSpPr>
        <p:spPr>
          <a:xfrm rot="10800000" flipV="1">
            <a:off x="5401134" y="4805713"/>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3" name="直線コネクタ 322">
            <a:extLst>
              <a:ext uri="{FF2B5EF4-FFF2-40B4-BE49-F238E27FC236}">
                <a16:creationId xmlns:a16="http://schemas.microsoft.com/office/drawing/2014/main" id="{D21B47FA-53EB-CD73-B247-525E74D9C315}"/>
              </a:ext>
            </a:extLst>
          </p:cNvPr>
          <p:cNvCxnSpPr>
            <a:cxnSpLocks/>
          </p:cNvCxnSpPr>
          <p:nvPr/>
        </p:nvCxnSpPr>
        <p:spPr>
          <a:xfrm rot="10800000">
            <a:off x="5435638" y="468799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4" name="直線コネクタ 323">
            <a:extLst>
              <a:ext uri="{FF2B5EF4-FFF2-40B4-BE49-F238E27FC236}">
                <a16:creationId xmlns:a16="http://schemas.microsoft.com/office/drawing/2014/main" id="{2B820D64-CC27-24BC-8C94-E836204453AA}"/>
              </a:ext>
            </a:extLst>
          </p:cNvPr>
          <p:cNvCxnSpPr>
            <a:cxnSpLocks/>
          </p:cNvCxnSpPr>
          <p:nvPr/>
        </p:nvCxnSpPr>
        <p:spPr>
          <a:xfrm rot="10800000">
            <a:off x="5435638" y="456524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5" name="直線コネクタ 324">
            <a:extLst>
              <a:ext uri="{FF2B5EF4-FFF2-40B4-BE49-F238E27FC236}">
                <a16:creationId xmlns:a16="http://schemas.microsoft.com/office/drawing/2014/main" id="{8C3EA039-2235-A65F-AD37-D4AD8ED2A9B5}"/>
              </a:ext>
            </a:extLst>
          </p:cNvPr>
          <p:cNvCxnSpPr>
            <a:cxnSpLocks/>
          </p:cNvCxnSpPr>
          <p:nvPr/>
        </p:nvCxnSpPr>
        <p:spPr>
          <a:xfrm rot="10800000" flipV="1">
            <a:off x="5429496" y="4788175"/>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7" name="直線コネクタ 326">
            <a:extLst>
              <a:ext uri="{FF2B5EF4-FFF2-40B4-BE49-F238E27FC236}">
                <a16:creationId xmlns:a16="http://schemas.microsoft.com/office/drawing/2014/main" id="{7E34B9B2-81B9-173D-0BC8-6F8ECE62C864}"/>
              </a:ext>
            </a:extLst>
          </p:cNvPr>
          <p:cNvCxnSpPr>
            <a:cxnSpLocks/>
          </p:cNvCxnSpPr>
          <p:nvPr/>
        </p:nvCxnSpPr>
        <p:spPr>
          <a:xfrm rot="10800000" flipV="1">
            <a:off x="5393990" y="5579333"/>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8" name="直線コネクタ 327">
            <a:extLst>
              <a:ext uri="{FF2B5EF4-FFF2-40B4-BE49-F238E27FC236}">
                <a16:creationId xmlns:a16="http://schemas.microsoft.com/office/drawing/2014/main" id="{34A3EF29-E064-CCD9-D20F-F5CAC7D8AD2B}"/>
              </a:ext>
            </a:extLst>
          </p:cNvPr>
          <p:cNvCxnSpPr>
            <a:cxnSpLocks/>
          </p:cNvCxnSpPr>
          <p:nvPr/>
        </p:nvCxnSpPr>
        <p:spPr>
          <a:xfrm rot="10800000">
            <a:off x="5428494" y="546161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9" name="直線コネクタ 328">
            <a:extLst>
              <a:ext uri="{FF2B5EF4-FFF2-40B4-BE49-F238E27FC236}">
                <a16:creationId xmlns:a16="http://schemas.microsoft.com/office/drawing/2014/main" id="{4DD0738F-23DA-714A-6C79-03129C8AF449}"/>
              </a:ext>
            </a:extLst>
          </p:cNvPr>
          <p:cNvCxnSpPr>
            <a:cxnSpLocks/>
          </p:cNvCxnSpPr>
          <p:nvPr/>
        </p:nvCxnSpPr>
        <p:spPr>
          <a:xfrm rot="10800000">
            <a:off x="5428494" y="533886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37" name="直線コネクタ 336">
            <a:extLst>
              <a:ext uri="{FF2B5EF4-FFF2-40B4-BE49-F238E27FC236}">
                <a16:creationId xmlns:a16="http://schemas.microsoft.com/office/drawing/2014/main" id="{597E4C6A-20DD-0993-9D13-78BD0BE6E10E}"/>
              </a:ext>
            </a:extLst>
          </p:cNvPr>
          <p:cNvCxnSpPr>
            <a:cxnSpLocks/>
          </p:cNvCxnSpPr>
          <p:nvPr/>
        </p:nvCxnSpPr>
        <p:spPr>
          <a:xfrm rot="10800000" flipV="1">
            <a:off x="5394390" y="3244268"/>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38" name="直線コネクタ 337">
            <a:extLst>
              <a:ext uri="{FF2B5EF4-FFF2-40B4-BE49-F238E27FC236}">
                <a16:creationId xmlns:a16="http://schemas.microsoft.com/office/drawing/2014/main" id="{4C0197D7-7893-594A-24B1-F7D141F3B9C8}"/>
              </a:ext>
            </a:extLst>
          </p:cNvPr>
          <p:cNvCxnSpPr>
            <a:cxnSpLocks/>
          </p:cNvCxnSpPr>
          <p:nvPr/>
        </p:nvCxnSpPr>
        <p:spPr>
          <a:xfrm rot="10800000">
            <a:off x="5428894" y="3126553"/>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0" name="直線コネクタ 339">
            <a:extLst>
              <a:ext uri="{FF2B5EF4-FFF2-40B4-BE49-F238E27FC236}">
                <a16:creationId xmlns:a16="http://schemas.microsoft.com/office/drawing/2014/main" id="{F1B91F23-2DDE-FE45-E128-4D8F96F59731}"/>
              </a:ext>
            </a:extLst>
          </p:cNvPr>
          <p:cNvCxnSpPr>
            <a:cxnSpLocks/>
          </p:cNvCxnSpPr>
          <p:nvPr/>
        </p:nvCxnSpPr>
        <p:spPr>
          <a:xfrm rot="10800000" flipV="1">
            <a:off x="5422752" y="3226730"/>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1" name="直線コネクタ 340">
            <a:extLst>
              <a:ext uri="{FF2B5EF4-FFF2-40B4-BE49-F238E27FC236}">
                <a16:creationId xmlns:a16="http://schemas.microsoft.com/office/drawing/2014/main" id="{18DD26BB-5C32-7390-0DE4-FB2FE83FCDE6}"/>
              </a:ext>
            </a:extLst>
          </p:cNvPr>
          <p:cNvCxnSpPr>
            <a:cxnSpLocks/>
          </p:cNvCxnSpPr>
          <p:nvPr/>
        </p:nvCxnSpPr>
        <p:spPr>
          <a:xfrm rot="10800000" flipV="1">
            <a:off x="5417698" y="3232992"/>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2" name="直線コネクタ 341">
            <a:extLst>
              <a:ext uri="{FF2B5EF4-FFF2-40B4-BE49-F238E27FC236}">
                <a16:creationId xmlns:a16="http://schemas.microsoft.com/office/drawing/2014/main" id="{D04C7513-2018-85B4-63A1-50723A00E14A}"/>
              </a:ext>
            </a:extLst>
          </p:cNvPr>
          <p:cNvCxnSpPr>
            <a:cxnSpLocks/>
          </p:cNvCxnSpPr>
          <p:nvPr/>
        </p:nvCxnSpPr>
        <p:spPr>
          <a:xfrm rot="10800000" flipV="1">
            <a:off x="5402593" y="2457526"/>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5" name="直線コネクタ 344">
            <a:extLst>
              <a:ext uri="{FF2B5EF4-FFF2-40B4-BE49-F238E27FC236}">
                <a16:creationId xmlns:a16="http://schemas.microsoft.com/office/drawing/2014/main" id="{B487C472-01B4-95D2-8B1C-F9A73BF218BB}"/>
              </a:ext>
            </a:extLst>
          </p:cNvPr>
          <p:cNvCxnSpPr>
            <a:cxnSpLocks/>
          </p:cNvCxnSpPr>
          <p:nvPr/>
        </p:nvCxnSpPr>
        <p:spPr>
          <a:xfrm rot="10800000" flipV="1">
            <a:off x="5430955" y="2439988"/>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6" name="直線コネクタ 345">
            <a:extLst>
              <a:ext uri="{FF2B5EF4-FFF2-40B4-BE49-F238E27FC236}">
                <a16:creationId xmlns:a16="http://schemas.microsoft.com/office/drawing/2014/main" id="{2560A074-A950-A381-EE80-DF750CCE187E}"/>
              </a:ext>
            </a:extLst>
          </p:cNvPr>
          <p:cNvCxnSpPr>
            <a:cxnSpLocks/>
          </p:cNvCxnSpPr>
          <p:nvPr/>
        </p:nvCxnSpPr>
        <p:spPr>
          <a:xfrm rot="10800000" flipV="1">
            <a:off x="5425901" y="2446250"/>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63" name="テキスト ボックス 362">
                <a:extLst>
                  <a:ext uri="{FF2B5EF4-FFF2-40B4-BE49-F238E27FC236}">
                    <a16:creationId xmlns:a16="http://schemas.microsoft.com/office/drawing/2014/main" id="{DC8C0825-F921-92CB-14C1-58551C61F2BE}"/>
                  </a:ext>
                </a:extLst>
              </p:cNvPr>
              <p:cNvSpPr txBox="1"/>
              <p:nvPr/>
            </p:nvSpPr>
            <p:spPr>
              <a:xfrm>
                <a:off x="6801083" y="1799446"/>
                <a:ext cx="138570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800" b="0" i="1" smtClean="0">
                              <a:solidFill>
                                <a:srgbClr val="0070C0"/>
                              </a:solidFill>
                              <a:latin typeface="Cambria Math" panose="02040503050406030204" pitchFamily="18" charset="0"/>
                            </a:rPr>
                          </m:ctrlPr>
                        </m:sSubPr>
                        <m:e>
                          <m:r>
                            <a:rPr kumimoji="1" lang="en-US" altLang="ja-JP" sz="1800" b="0" i="1" smtClean="0">
                              <a:solidFill>
                                <a:srgbClr val="0070C0"/>
                              </a:solidFill>
                              <a:latin typeface="Cambria Math" panose="02040503050406030204" pitchFamily="18" charset="0"/>
                            </a:rPr>
                            <m:t>𝑟</m:t>
                          </m:r>
                        </m:e>
                        <m:sub>
                          <m:r>
                            <a:rPr kumimoji="1" lang="en-US" altLang="ja-JP" sz="1800" b="0" i="1" smtClean="0">
                              <a:solidFill>
                                <a:srgbClr val="0070C0"/>
                              </a:solidFill>
                              <a:latin typeface="Cambria Math" panose="02040503050406030204" pitchFamily="18" charset="0"/>
                            </a:rPr>
                            <m:t>𝑘</m:t>
                          </m:r>
                        </m:sub>
                      </m:sSub>
                      <m:r>
                        <a:rPr kumimoji="1" lang="en-US" altLang="ja-JP" sz="1800" b="0" i="1" smtClean="0">
                          <a:solidFill>
                            <a:srgbClr val="0070C0"/>
                          </a:solidFill>
                          <a:latin typeface="Cambria Math" panose="02040503050406030204" pitchFamily="18" charset="0"/>
                        </a:rPr>
                        <m:t>(</m:t>
                      </m:r>
                      <m:sSub>
                        <m:sSubPr>
                          <m:ctrlPr>
                            <a:rPr kumimoji="1" lang="en-US" altLang="ja-JP" sz="1800" b="0" i="1" smtClean="0">
                              <a:solidFill>
                                <a:srgbClr val="0070C0"/>
                              </a:solidFill>
                              <a:latin typeface="Cambria Math" panose="02040503050406030204" pitchFamily="18" charset="0"/>
                            </a:rPr>
                          </m:ctrlPr>
                        </m:sSubPr>
                        <m:e>
                          <m:r>
                            <a:rPr kumimoji="1" lang="en-US" altLang="ja-JP" sz="1800" b="0" i="1" smtClean="0">
                              <a:solidFill>
                                <a:srgbClr val="0070C0"/>
                              </a:solidFill>
                              <a:latin typeface="Cambria Math" panose="02040503050406030204" pitchFamily="18" charset="0"/>
                            </a:rPr>
                            <m:t>𝑠</m:t>
                          </m:r>
                        </m:e>
                        <m:sub>
                          <m:r>
                            <a:rPr kumimoji="1" lang="en-US" altLang="ja-JP" sz="1800" b="0" i="1" smtClean="0">
                              <a:solidFill>
                                <a:srgbClr val="0070C0"/>
                              </a:solidFill>
                              <a:latin typeface="Cambria Math" panose="02040503050406030204" pitchFamily="18" charset="0"/>
                            </a:rPr>
                            <m:t>𝑘</m:t>
                          </m:r>
                          <m:r>
                            <a:rPr kumimoji="1" lang="en-US" altLang="ja-JP" sz="1800" b="0" i="1" smtClean="0">
                              <a:solidFill>
                                <a:srgbClr val="0070C0"/>
                              </a:solidFill>
                              <a:latin typeface="Cambria Math" panose="02040503050406030204" pitchFamily="18" charset="0"/>
                            </a:rPr>
                            <m:t>−1</m:t>
                          </m:r>
                        </m:sub>
                      </m:sSub>
                      <m:r>
                        <a:rPr kumimoji="1" lang="en-US" altLang="ja-JP" sz="1800" b="0" i="1" smtClean="0">
                          <a:solidFill>
                            <a:srgbClr val="0070C0"/>
                          </a:solidFill>
                          <a:latin typeface="Cambria Math" panose="02040503050406030204" pitchFamily="18" charset="0"/>
                        </a:rPr>
                        <m:t>,</m:t>
                      </m:r>
                      <m:sSub>
                        <m:sSubPr>
                          <m:ctrlPr>
                            <a:rPr kumimoji="1" lang="en-US" altLang="ja-JP" sz="1800" b="0" i="1" smtClean="0">
                              <a:solidFill>
                                <a:srgbClr val="0070C0"/>
                              </a:solidFill>
                              <a:latin typeface="Cambria Math" panose="02040503050406030204" pitchFamily="18" charset="0"/>
                            </a:rPr>
                          </m:ctrlPr>
                        </m:sSubPr>
                        <m:e>
                          <m:r>
                            <a:rPr kumimoji="1" lang="en-US" altLang="ja-JP" sz="1800" b="0" i="1" smtClean="0">
                              <a:solidFill>
                                <a:srgbClr val="0070C0"/>
                              </a:solidFill>
                              <a:latin typeface="Cambria Math" panose="02040503050406030204" pitchFamily="18" charset="0"/>
                            </a:rPr>
                            <m:t>𝑠</m:t>
                          </m:r>
                        </m:e>
                        <m:sub>
                          <m:r>
                            <a:rPr kumimoji="1" lang="en-US" altLang="ja-JP" sz="1800" b="0" i="1" smtClean="0">
                              <a:solidFill>
                                <a:srgbClr val="0070C0"/>
                              </a:solidFill>
                              <a:latin typeface="Cambria Math" panose="02040503050406030204" pitchFamily="18" charset="0"/>
                            </a:rPr>
                            <m:t>𝑘</m:t>
                          </m:r>
                        </m:sub>
                      </m:sSub>
                      <m:r>
                        <a:rPr kumimoji="1" lang="en-US" altLang="ja-JP" sz="1800" b="0" i="1" smtClean="0">
                          <a:solidFill>
                            <a:srgbClr val="0070C0"/>
                          </a:solidFill>
                          <a:latin typeface="Cambria Math" panose="02040503050406030204" pitchFamily="18" charset="0"/>
                        </a:rPr>
                        <m:t>)</m:t>
                      </m:r>
                    </m:oMath>
                  </m:oMathPara>
                </a14:m>
                <a:endParaRPr kumimoji="1" lang="ja-JP" altLang="en-US">
                  <a:solidFill>
                    <a:srgbClr val="0070C0"/>
                  </a:solidFill>
                </a:endParaRPr>
              </a:p>
            </p:txBody>
          </p:sp>
        </mc:Choice>
        <mc:Fallback>
          <p:sp>
            <p:nvSpPr>
              <p:cNvPr id="363" name="テキスト ボックス 362">
                <a:extLst>
                  <a:ext uri="{FF2B5EF4-FFF2-40B4-BE49-F238E27FC236}">
                    <a16:creationId xmlns:a16="http://schemas.microsoft.com/office/drawing/2014/main" id="{DC8C0825-F921-92CB-14C1-58551C61F2BE}"/>
                  </a:ext>
                </a:extLst>
              </p:cNvPr>
              <p:cNvSpPr txBox="1">
                <a:spLocks noRot="1" noChangeAspect="1" noMove="1" noResize="1" noEditPoints="1" noAdjustHandles="1" noChangeArrowheads="1" noChangeShapeType="1" noTextEdit="1"/>
              </p:cNvSpPr>
              <p:nvPr/>
            </p:nvSpPr>
            <p:spPr>
              <a:xfrm>
                <a:off x="6801083" y="1799446"/>
                <a:ext cx="1385700" cy="369332"/>
              </a:xfrm>
              <a:prstGeom prst="rect">
                <a:avLst/>
              </a:prstGeom>
              <a:blipFill>
                <a:blip r:embed="rId4"/>
                <a:stretch>
                  <a:fillRect b="-20000"/>
                </a:stretch>
              </a:blipFill>
            </p:spPr>
            <p:txBody>
              <a:bodyPr/>
              <a:lstStyle/>
              <a:p>
                <a:r>
                  <a:rPr lang="ja-JP" altLang="en-US">
                    <a:noFill/>
                  </a:rPr>
                  <a:t> </a:t>
                </a:r>
              </a:p>
            </p:txBody>
          </p:sp>
        </mc:Fallback>
      </mc:AlternateContent>
      <p:sp>
        <p:nvSpPr>
          <p:cNvPr id="364" name="円弧 363">
            <a:extLst>
              <a:ext uri="{FF2B5EF4-FFF2-40B4-BE49-F238E27FC236}">
                <a16:creationId xmlns:a16="http://schemas.microsoft.com/office/drawing/2014/main" id="{32950AD8-C29C-E2C4-3477-CCCE72B8B948}"/>
              </a:ext>
            </a:extLst>
          </p:cNvPr>
          <p:cNvSpPr/>
          <p:nvPr/>
        </p:nvSpPr>
        <p:spPr bwMode="auto">
          <a:xfrm flipH="1">
            <a:off x="7092279" y="1813150"/>
            <a:ext cx="1282657" cy="3796702"/>
          </a:xfrm>
          <a:prstGeom prst="arc">
            <a:avLst>
              <a:gd name="adj1" fmla="val 17071240"/>
              <a:gd name="adj2" fmla="val 0"/>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effectLst/>
              <a:latin typeface="Arial" charset="0"/>
              <a:ea typeface="ＭＳ Ｐゴシック" pitchFamily="50" charset="-128"/>
            </a:endParaRPr>
          </a:p>
        </p:txBody>
      </p:sp>
      <mc:AlternateContent xmlns:mc="http://schemas.openxmlformats.org/markup-compatibility/2006">
        <mc:Choice xmlns:a14="http://schemas.microsoft.com/office/drawing/2010/main" Requires="a14">
          <p:sp>
            <p:nvSpPr>
              <p:cNvPr id="365" name="テキスト ボックス 364">
                <a:extLst>
                  <a:ext uri="{FF2B5EF4-FFF2-40B4-BE49-F238E27FC236}">
                    <a16:creationId xmlns:a16="http://schemas.microsoft.com/office/drawing/2014/main" id="{B180D7B0-57A3-5C9C-67BA-8139B6566A16}"/>
                  </a:ext>
                </a:extLst>
              </p:cNvPr>
              <p:cNvSpPr txBox="1"/>
              <p:nvPr/>
            </p:nvSpPr>
            <p:spPr>
              <a:xfrm>
                <a:off x="1912994" y="1408702"/>
                <a:ext cx="3784498" cy="512704"/>
              </a:xfrm>
              <a:prstGeom prst="rect">
                <a:avLst/>
              </a:prstGeom>
              <a:noFill/>
            </p:spPr>
            <p:txBody>
              <a:bodyPr wrap="none" rtlCol="0">
                <a:spAutoFit/>
              </a:bodyPr>
              <a:lstStyle/>
              <a:p>
                <a:pPr/>
                <a:r>
                  <a:rPr kumimoji="1" lang="ja-JP" altLang="en-US" sz="2000" b="0">
                    <a:solidFill>
                      <a:srgbClr val="C00000"/>
                    </a:solidFill>
                  </a:rPr>
                  <a:t>目的関数：</a:t>
                </a:r>
                <a14:m>
                  <m:oMath xmlns:m="http://schemas.openxmlformats.org/officeDocument/2006/math">
                    <m:func>
                      <m:funcPr>
                        <m:ctrlPr>
                          <a:rPr kumimoji="1" lang="en-US" altLang="ja-JP" sz="2000" b="0" i="1" smtClean="0">
                            <a:solidFill>
                              <a:srgbClr val="C00000"/>
                            </a:solidFill>
                            <a:latin typeface="Cambria Math" panose="02040503050406030204" pitchFamily="18" charset="0"/>
                          </a:rPr>
                        </m:ctrlPr>
                      </m:funcPr>
                      <m:fName>
                        <m:limLow>
                          <m:limLowPr>
                            <m:ctrlPr>
                              <a:rPr kumimoji="1" lang="en-US" altLang="ja-JP" sz="2000" b="0" i="1" smtClean="0">
                                <a:solidFill>
                                  <a:srgbClr val="C00000"/>
                                </a:solidFill>
                                <a:latin typeface="Cambria Math" panose="02040503050406030204" pitchFamily="18" charset="0"/>
                              </a:rPr>
                            </m:ctrlPr>
                          </m:limLowPr>
                          <m:e>
                            <m:r>
                              <m:rPr>
                                <m:sty m:val="p"/>
                              </m:rPr>
                              <a:rPr kumimoji="1" lang="en-US" altLang="ja-JP" sz="2000" b="0" i="0" smtClean="0">
                                <a:solidFill>
                                  <a:srgbClr val="C00000"/>
                                </a:solidFill>
                                <a:latin typeface="Cambria Math" panose="02040503050406030204" pitchFamily="18" charset="0"/>
                              </a:rPr>
                              <m:t>min</m:t>
                            </m:r>
                          </m:e>
                          <m:lim/>
                        </m:limLow>
                        <m:r>
                          <a:rPr kumimoji="1" lang="en-US" altLang="ja-JP" sz="2000" b="0" i="1" smtClean="0">
                            <a:solidFill>
                              <a:srgbClr val="C00000"/>
                            </a:solidFill>
                            <a:latin typeface="Cambria Math" panose="02040503050406030204" pitchFamily="18" charset="0"/>
                          </a:rPr>
                          <m:t> </m:t>
                        </m:r>
                      </m:fName>
                      <m:e>
                        <m:nary>
                          <m:naryPr>
                            <m:chr m:val="∑"/>
                            <m:ctrlPr>
                              <a:rPr kumimoji="1" lang="en-US" altLang="ja-JP" sz="2000" b="0" i="1" smtClean="0">
                                <a:solidFill>
                                  <a:srgbClr val="C00000"/>
                                </a:solidFill>
                                <a:latin typeface="Cambria Math" panose="02040503050406030204" pitchFamily="18" charset="0"/>
                              </a:rPr>
                            </m:ctrlPr>
                          </m:naryPr>
                          <m:sub>
                            <m:r>
                              <m:rPr>
                                <m:brk m:alnAt="23"/>
                              </m:rPr>
                              <a:rPr kumimoji="1" lang="en-US" altLang="ja-JP" sz="2000" b="0" i="1" smtClean="0">
                                <a:solidFill>
                                  <a:srgbClr val="C00000"/>
                                </a:solidFill>
                                <a:latin typeface="Cambria Math" panose="02040503050406030204" pitchFamily="18" charset="0"/>
                              </a:rPr>
                              <m:t>𝑘</m:t>
                            </m:r>
                            <m:r>
                              <a:rPr kumimoji="1" lang="en-US" altLang="ja-JP" sz="2000" b="0" i="1" smtClean="0">
                                <a:solidFill>
                                  <a:srgbClr val="C00000"/>
                                </a:solidFill>
                                <a:latin typeface="Cambria Math" panose="02040503050406030204" pitchFamily="18" charset="0"/>
                              </a:rPr>
                              <m:t>=1</m:t>
                            </m:r>
                          </m:sub>
                          <m:sup>
                            <m:r>
                              <a:rPr kumimoji="1" lang="en-US" altLang="ja-JP" sz="2000" b="0" i="1" smtClean="0">
                                <a:solidFill>
                                  <a:srgbClr val="C00000"/>
                                </a:solidFill>
                                <a:latin typeface="Cambria Math" panose="02040503050406030204" pitchFamily="18" charset="0"/>
                              </a:rPr>
                              <m:t>𝐾</m:t>
                            </m:r>
                          </m:sup>
                          <m:e>
                            <m:sSub>
                              <m:sSubPr>
                                <m:ctrlPr>
                                  <a:rPr kumimoji="1" lang="en-US" altLang="ja-JP" sz="2000" b="0" i="1" smtClean="0">
                                    <a:solidFill>
                                      <a:srgbClr val="C00000"/>
                                    </a:solidFill>
                                    <a:latin typeface="Cambria Math" panose="02040503050406030204" pitchFamily="18" charset="0"/>
                                  </a:rPr>
                                </m:ctrlPr>
                              </m:sSubPr>
                              <m:e>
                                <m:r>
                                  <a:rPr kumimoji="1" lang="en-US" altLang="ja-JP" sz="2000" b="0" i="1" smtClean="0">
                                    <a:solidFill>
                                      <a:srgbClr val="C00000"/>
                                    </a:solidFill>
                                    <a:latin typeface="Cambria Math" panose="02040503050406030204" pitchFamily="18" charset="0"/>
                                  </a:rPr>
                                  <m:t>𝑟</m:t>
                                </m:r>
                              </m:e>
                              <m:sub>
                                <m:r>
                                  <a:rPr kumimoji="1" lang="en-US" altLang="ja-JP" sz="2000" b="0" i="1" smtClean="0">
                                    <a:solidFill>
                                      <a:srgbClr val="C00000"/>
                                    </a:solidFill>
                                    <a:latin typeface="Cambria Math" panose="02040503050406030204" pitchFamily="18" charset="0"/>
                                  </a:rPr>
                                  <m:t>𝑘</m:t>
                                </m:r>
                              </m:sub>
                            </m:sSub>
                            <m:r>
                              <a:rPr lang="en-US" altLang="ja-JP" sz="2000" i="1">
                                <a:solidFill>
                                  <a:srgbClr val="C00000"/>
                                </a:solidFill>
                                <a:latin typeface="Cambria Math" panose="02040503050406030204" pitchFamily="18" charset="0"/>
                              </a:rPr>
                              <m:t>(</m:t>
                            </m:r>
                            <m:sSub>
                              <m:sSubPr>
                                <m:ctrlPr>
                                  <a:rPr kumimoji="1" lang="en-US" altLang="ja-JP" sz="2000" b="0" i="1" smtClean="0">
                                    <a:solidFill>
                                      <a:srgbClr val="C00000"/>
                                    </a:solidFill>
                                    <a:latin typeface="Cambria Math" panose="02040503050406030204" pitchFamily="18" charset="0"/>
                                  </a:rPr>
                                </m:ctrlPr>
                              </m:sSubPr>
                              <m:e>
                                <m:r>
                                  <a:rPr lang="en-US" altLang="ja-JP" sz="2000" b="0" i="1" smtClean="0">
                                    <a:solidFill>
                                      <a:srgbClr val="C00000"/>
                                    </a:solidFill>
                                    <a:latin typeface="Cambria Math" panose="02040503050406030204" pitchFamily="18" charset="0"/>
                                  </a:rPr>
                                  <m:t>𝑠</m:t>
                                </m:r>
                              </m:e>
                              <m:sub>
                                <m:r>
                                  <a:rPr lang="en-US" altLang="ja-JP" sz="2000" b="0" i="1" smtClean="0">
                                    <a:solidFill>
                                      <a:srgbClr val="C00000"/>
                                    </a:solidFill>
                                    <a:latin typeface="Cambria Math" panose="02040503050406030204" pitchFamily="18" charset="0"/>
                                  </a:rPr>
                                  <m:t>𝑘</m:t>
                                </m:r>
                                <m:r>
                                  <a:rPr lang="en-US" altLang="ja-JP" sz="2000" b="0" i="1" smtClean="0">
                                    <a:solidFill>
                                      <a:srgbClr val="C00000"/>
                                    </a:solidFill>
                                    <a:latin typeface="Cambria Math" panose="02040503050406030204" pitchFamily="18" charset="0"/>
                                  </a:rPr>
                                  <m:t>−1</m:t>
                                </m:r>
                              </m:sub>
                            </m:sSub>
                            <m:r>
                              <a:rPr lang="en-US" altLang="ja-JP" sz="2000" i="1">
                                <a:solidFill>
                                  <a:srgbClr val="C00000"/>
                                </a:solidFill>
                                <a:latin typeface="Cambria Math" panose="02040503050406030204" pitchFamily="18" charset="0"/>
                              </a:rPr>
                              <m:t>,</m:t>
                            </m:r>
                            <m:sSub>
                              <m:sSubPr>
                                <m:ctrlPr>
                                  <a:rPr lang="en-US" altLang="ja-JP" sz="2000" b="0" i="1" smtClean="0">
                                    <a:solidFill>
                                      <a:srgbClr val="C00000"/>
                                    </a:solidFill>
                                    <a:latin typeface="Cambria Math" panose="02040503050406030204" pitchFamily="18" charset="0"/>
                                  </a:rPr>
                                </m:ctrlPr>
                              </m:sSubPr>
                              <m:e>
                                <m:r>
                                  <a:rPr lang="en-US" altLang="ja-JP" sz="2000" b="0" i="1" smtClean="0">
                                    <a:solidFill>
                                      <a:srgbClr val="C00000"/>
                                    </a:solidFill>
                                    <a:latin typeface="Cambria Math" panose="02040503050406030204" pitchFamily="18" charset="0"/>
                                  </a:rPr>
                                  <m:t>𝑠</m:t>
                                </m:r>
                              </m:e>
                              <m:sub>
                                <m:r>
                                  <a:rPr lang="en-US" altLang="ja-JP" sz="2000" b="0" i="1" smtClean="0">
                                    <a:solidFill>
                                      <a:srgbClr val="C00000"/>
                                    </a:solidFill>
                                    <a:latin typeface="Cambria Math" panose="02040503050406030204" pitchFamily="18" charset="0"/>
                                  </a:rPr>
                                  <m:t>𝑘</m:t>
                                </m:r>
                              </m:sub>
                            </m:sSub>
                            <m:r>
                              <a:rPr lang="en-US" altLang="ja-JP" sz="2000" i="1">
                                <a:solidFill>
                                  <a:srgbClr val="C00000"/>
                                </a:solidFill>
                                <a:latin typeface="Cambria Math" panose="02040503050406030204" pitchFamily="18" charset="0"/>
                              </a:rPr>
                              <m:t>)</m:t>
                            </m:r>
                            <m:r>
                              <m:rPr>
                                <m:nor/>
                              </m:rPr>
                              <a:rPr lang="ja-JP" altLang="en-US" sz="2000">
                                <a:solidFill>
                                  <a:srgbClr val="C00000"/>
                                </a:solidFill>
                              </a:rPr>
                              <m:t> </m:t>
                            </m:r>
                          </m:e>
                        </m:nary>
                      </m:e>
                    </m:func>
                  </m:oMath>
                </a14:m>
                <a:endParaRPr kumimoji="1" lang="ja-JP" altLang="en-US" sz="2000">
                  <a:solidFill>
                    <a:srgbClr val="C00000"/>
                  </a:solidFill>
                </a:endParaRPr>
              </a:p>
            </p:txBody>
          </p:sp>
        </mc:Choice>
        <mc:Fallback>
          <p:sp>
            <p:nvSpPr>
              <p:cNvPr id="365" name="テキスト ボックス 364">
                <a:extLst>
                  <a:ext uri="{FF2B5EF4-FFF2-40B4-BE49-F238E27FC236}">
                    <a16:creationId xmlns:a16="http://schemas.microsoft.com/office/drawing/2014/main" id="{B180D7B0-57A3-5C9C-67BA-8139B6566A16}"/>
                  </a:ext>
                </a:extLst>
              </p:cNvPr>
              <p:cNvSpPr txBox="1">
                <a:spLocks noRot="1" noChangeAspect="1" noMove="1" noResize="1" noEditPoints="1" noAdjustHandles="1" noChangeArrowheads="1" noChangeShapeType="1" noTextEdit="1"/>
              </p:cNvSpPr>
              <p:nvPr/>
            </p:nvSpPr>
            <p:spPr>
              <a:xfrm>
                <a:off x="1912994" y="1408702"/>
                <a:ext cx="3784498" cy="512704"/>
              </a:xfrm>
              <a:prstGeom prst="rect">
                <a:avLst/>
              </a:prstGeom>
              <a:blipFill>
                <a:blip r:embed="rId5"/>
                <a:stretch>
                  <a:fillRect l="-1338" t="-85714" r="-669" b="-119048"/>
                </a:stretch>
              </a:blipFill>
            </p:spPr>
            <p:txBody>
              <a:bodyPr/>
              <a:lstStyle/>
              <a:p>
                <a:r>
                  <a:rPr lang="ja-JP" altLang="en-US">
                    <a:noFill/>
                  </a:rPr>
                  <a:t> </a:t>
                </a:r>
              </a:p>
            </p:txBody>
          </p:sp>
        </mc:Fallback>
      </mc:AlternateContent>
      <p:sp>
        <p:nvSpPr>
          <p:cNvPr id="366" name="テキスト ボックス 365">
            <a:extLst>
              <a:ext uri="{FF2B5EF4-FFF2-40B4-BE49-F238E27FC236}">
                <a16:creationId xmlns:a16="http://schemas.microsoft.com/office/drawing/2014/main" id="{7B8F50AE-5F1E-4838-3F0B-E4D9D9B721EA}"/>
              </a:ext>
            </a:extLst>
          </p:cNvPr>
          <p:cNvSpPr txBox="1"/>
          <p:nvPr/>
        </p:nvSpPr>
        <p:spPr>
          <a:xfrm>
            <a:off x="2269142" y="189791"/>
            <a:ext cx="4605749" cy="584775"/>
          </a:xfrm>
          <a:prstGeom prst="rect">
            <a:avLst/>
          </a:prstGeom>
          <a:noFill/>
        </p:spPr>
        <p:txBody>
          <a:bodyPr wrap="none" rtlCol="0">
            <a:spAutoFit/>
          </a:bodyPr>
          <a:lstStyle/>
          <a:p>
            <a:r>
              <a:rPr kumimoji="1" lang="ja-JP" altLang="en-US" sz="3200"/>
              <a:t>モデル</a:t>
            </a:r>
            <a:r>
              <a:rPr kumimoji="1" lang="en-US" altLang="ja-JP" sz="3200" dirty="0"/>
              <a:t>2</a:t>
            </a:r>
            <a:r>
              <a:rPr kumimoji="1" lang="ja-JP" altLang="en-US" sz="3200"/>
              <a:t>：動的計画モデル</a:t>
            </a:r>
          </a:p>
        </p:txBody>
      </p:sp>
      <p:sp>
        <p:nvSpPr>
          <p:cNvPr id="5" name="テキスト ボックス 4">
            <a:extLst>
              <a:ext uri="{FF2B5EF4-FFF2-40B4-BE49-F238E27FC236}">
                <a16:creationId xmlns:a16="http://schemas.microsoft.com/office/drawing/2014/main" id="{D1AAF7A3-3992-D9CF-9846-2FA584179FC1}"/>
              </a:ext>
            </a:extLst>
          </p:cNvPr>
          <p:cNvSpPr txBox="1"/>
          <p:nvPr/>
        </p:nvSpPr>
        <p:spPr>
          <a:xfrm>
            <a:off x="98813" y="5420363"/>
            <a:ext cx="766557" cy="338554"/>
          </a:xfrm>
          <a:prstGeom prst="rect">
            <a:avLst/>
          </a:prstGeom>
          <a:noFill/>
        </p:spPr>
        <p:txBody>
          <a:bodyPr wrap="none" rtlCol="0">
            <a:spAutoFit/>
          </a:bodyPr>
          <a:lstStyle/>
          <a:p>
            <a:r>
              <a:rPr lang="en-US" altLang="ja-JP" sz="1600" dirty="0"/>
              <a:t>0 kWh</a:t>
            </a:r>
            <a:endParaRPr kumimoji="1" lang="ja-JP" altLang="en-US" sz="1600"/>
          </a:p>
        </p:txBody>
      </p:sp>
      <p:sp>
        <p:nvSpPr>
          <p:cNvPr id="7" name="テキスト ボックス 6">
            <a:extLst>
              <a:ext uri="{FF2B5EF4-FFF2-40B4-BE49-F238E27FC236}">
                <a16:creationId xmlns:a16="http://schemas.microsoft.com/office/drawing/2014/main" id="{0417FC07-C032-CFBC-33D8-5C59272750B6}"/>
              </a:ext>
            </a:extLst>
          </p:cNvPr>
          <p:cNvSpPr txBox="1"/>
          <p:nvPr/>
        </p:nvSpPr>
        <p:spPr>
          <a:xfrm>
            <a:off x="-49228" y="4634594"/>
            <a:ext cx="938078" cy="338554"/>
          </a:xfrm>
          <a:prstGeom prst="rect">
            <a:avLst/>
          </a:prstGeom>
          <a:noFill/>
        </p:spPr>
        <p:txBody>
          <a:bodyPr wrap="none" rtlCol="0">
            <a:spAutoFit/>
          </a:bodyPr>
          <a:lstStyle/>
          <a:p>
            <a:r>
              <a:rPr lang="en-US" altLang="ja-JP" sz="1600" dirty="0"/>
              <a:t>0.2 kWh</a:t>
            </a:r>
            <a:endParaRPr kumimoji="1" lang="ja-JP" altLang="en-US" sz="1600"/>
          </a:p>
        </p:txBody>
      </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1C63C00C-A990-E3B5-2203-6DDDD56B7034}"/>
                  </a:ext>
                </a:extLst>
              </p:cNvPr>
              <p:cNvSpPr txBox="1"/>
              <p:nvPr/>
            </p:nvSpPr>
            <p:spPr>
              <a:xfrm>
                <a:off x="125514" y="3735321"/>
                <a:ext cx="635430" cy="584775"/>
              </a:xfrm>
              <a:prstGeom prst="rect">
                <a:avLst/>
              </a:prstGeom>
              <a:noFill/>
            </p:spPr>
            <p:txBody>
              <a:bodyPr wrap="none" rtlCol="0">
                <a:spAutoFit/>
              </a:bodyPr>
              <a:lstStyle/>
              <a:p>
                <a:r>
                  <a:rPr lang="en-US" altLang="ja-JP" sz="1600" dirty="0"/>
                  <a:t>0.2</a:t>
                </a:r>
                <a14:m>
                  <m:oMath xmlns:m="http://schemas.openxmlformats.org/officeDocument/2006/math">
                    <m:r>
                      <a:rPr lang="en-US" altLang="ja-JP" sz="1600" b="0" i="1" smtClean="0">
                        <a:latin typeface="Cambria Math" panose="02040503050406030204" pitchFamily="18" charset="0"/>
                      </a:rPr>
                      <m:t>𝑛</m:t>
                    </m:r>
                    <m:r>
                      <a:rPr lang="en-US" altLang="ja-JP" sz="1600" b="0" i="1" smtClean="0">
                        <a:latin typeface="Cambria Math" panose="02040503050406030204" pitchFamily="18" charset="0"/>
                      </a:rPr>
                      <m:t> </m:t>
                    </m:r>
                  </m:oMath>
                </a14:m>
                <a:endParaRPr lang="en-US" altLang="ja-JP" sz="1600" dirty="0"/>
              </a:p>
              <a:p>
                <a:r>
                  <a:rPr lang="en-US" altLang="ja-JP" sz="1600" dirty="0"/>
                  <a:t>kWh</a:t>
                </a:r>
                <a:endParaRPr kumimoji="1" lang="ja-JP" altLang="en-US" sz="1600"/>
              </a:p>
            </p:txBody>
          </p:sp>
        </mc:Choice>
        <mc:Fallback>
          <p:sp>
            <p:nvSpPr>
              <p:cNvPr id="10" name="テキスト ボックス 9">
                <a:extLst>
                  <a:ext uri="{FF2B5EF4-FFF2-40B4-BE49-F238E27FC236}">
                    <a16:creationId xmlns:a16="http://schemas.microsoft.com/office/drawing/2014/main" id="{1C63C00C-A990-E3B5-2203-6DDDD56B7034}"/>
                  </a:ext>
                </a:extLst>
              </p:cNvPr>
              <p:cNvSpPr txBox="1">
                <a:spLocks noRot="1" noChangeAspect="1" noMove="1" noResize="1" noEditPoints="1" noAdjustHandles="1" noChangeArrowheads="1" noChangeShapeType="1" noTextEdit="1"/>
              </p:cNvSpPr>
              <p:nvPr/>
            </p:nvSpPr>
            <p:spPr>
              <a:xfrm>
                <a:off x="125514" y="3735321"/>
                <a:ext cx="635430" cy="584775"/>
              </a:xfrm>
              <a:prstGeom prst="rect">
                <a:avLst/>
              </a:prstGeom>
              <a:blipFill>
                <a:blip r:embed="rId6"/>
                <a:stretch>
                  <a:fillRect l="-5882" t="-4255" b="-12766"/>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24F5C9BB-EE22-FEC2-3362-67120EBC794E}"/>
              </a:ext>
            </a:extLst>
          </p:cNvPr>
          <p:cNvSpPr txBox="1"/>
          <p:nvPr/>
        </p:nvSpPr>
        <p:spPr>
          <a:xfrm>
            <a:off x="183367" y="2155092"/>
            <a:ext cx="639919" cy="584775"/>
          </a:xfrm>
          <a:prstGeom prst="rect">
            <a:avLst/>
          </a:prstGeom>
          <a:noFill/>
        </p:spPr>
        <p:txBody>
          <a:bodyPr wrap="none" rtlCol="0">
            <a:spAutoFit/>
          </a:bodyPr>
          <a:lstStyle/>
          <a:p>
            <a:r>
              <a:rPr lang="en-US" altLang="ja-JP" sz="1600" dirty="0"/>
              <a:t>2742</a:t>
            </a:r>
          </a:p>
          <a:p>
            <a:r>
              <a:rPr lang="en-US" altLang="ja-JP" sz="1600" dirty="0"/>
              <a:t>kWh</a:t>
            </a:r>
            <a:endParaRPr kumimoji="1" lang="ja-JP" altLang="en-US" sz="1600"/>
          </a:p>
        </p:txBody>
      </p:sp>
      <p:sp>
        <p:nvSpPr>
          <p:cNvPr id="14" name="テキスト ボックス 13">
            <a:extLst>
              <a:ext uri="{FF2B5EF4-FFF2-40B4-BE49-F238E27FC236}">
                <a16:creationId xmlns:a16="http://schemas.microsoft.com/office/drawing/2014/main" id="{EE540288-708E-28B5-CE22-2D17309C421E}"/>
              </a:ext>
            </a:extLst>
          </p:cNvPr>
          <p:cNvSpPr txBox="1"/>
          <p:nvPr/>
        </p:nvSpPr>
        <p:spPr>
          <a:xfrm>
            <a:off x="88151" y="2926748"/>
            <a:ext cx="811441" cy="584775"/>
          </a:xfrm>
          <a:prstGeom prst="rect">
            <a:avLst/>
          </a:prstGeom>
          <a:noFill/>
        </p:spPr>
        <p:txBody>
          <a:bodyPr wrap="none" rtlCol="0">
            <a:spAutoFit/>
          </a:bodyPr>
          <a:lstStyle/>
          <a:p>
            <a:r>
              <a:rPr lang="en-US" altLang="ja-JP" sz="1600" dirty="0"/>
              <a:t>2741.8</a:t>
            </a:r>
          </a:p>
          <a:p>
            <a:r>
              <a:rPr lang="en-US" altLang="ja-JP" sz="1600" dirty="0"/>
              <a:t>kWh</a:t>
            </a:r>
            <a:endParaRPr kumimoji="1" lang="ja-JP" altLang="en-US" sz="1600"/>
          </a:p>
        </p:txBody>
      </p:sp>
    </p:spTree>
    <p:extLst>
      <p:ext uri="{BB962C8B-B14F-4D97-AF65-F5344CB8AC3E}">
        <p14:creationId xmlns:p14="http://schemas.microsoft.com/office/powerpoint/2010/main" val="6407226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40053441-9E96-3FD4-4208-55C613C6E0FB}"/>
              </a:ext>
            </a:extLst>
          </p:cNvPr>
          <p:cNvSpPr/>
          <p:nvPr/>
        </p:nvSpPr>
        <p:spPr bwMode="auto">
          <a:xfrm>
            <a:off x="585280" y="5179452"/>
            <a:ext cx="6984776" cy="1097892"/>
          </a:xfrm>
          <a:prstGeom prst="rect">
            <a:avLst/>
          </a:prstGeom>
          <a:solidFill>
            <a:schemeClr val="bg1"/>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 name="正方形/長方形 9">
            <a:extLst>
              <a:ext uri="{FF2B5EF4-FFF2-40B4-BE49-F238E27FC236}">
                <a16:creationId xmlns:a16="http://schemas.microsoft.com/office/drawing/2014/main" id="{7B848D92-63DB-6506-DF15-FCB22FBC837E}"/>
              </a:ext>
            </a:extLst>
          </p:cNvPr>
          <p:cNvSpPr/>
          <p:nvPr/>
        </p:nvSpPr>
        <p:spPr bwMode="auto">
          <a:xfrm>
            <a:off x="585280" y="2427593"/>
            <a:ext cx="6984776" cy="1560842"/>
          </a:xfrm>
          <a:prstGeom prst="rect">
            <a:avLst/>
          </a:prstGeom>
          <a:solidFill>
            <a:schemeClr val="bg1"/>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 name="正方形/長方形 7">
            <a:extLst>
              <a:ext uri="{FF2B5EF4-FFF2-40B4-BE49-F238E27FC236}">
                <a16:creationId xmlns:a16="http://schemas.microsoft.com/office/drawing/2014/main" id="{541218D2-1449-C34E-CCC3-E000B42E4127}"/>
              </a:ext>
            </a:extLst>
          </p:cNvPr>
          <p:cNvSpPr/>
          <p:nvPr/>
        </p:nvSpPr>
        <p:spPr bwMode="auto">
          <a:xfrm>
            <a:off x="585280" y="4185301"/>
            <a:ext cx="6984776" cy="857754"/>
          </a:xfrm>
          <a:prstGeom prst="rect">
            <a:avLst/>
          </a:prstGeom>
          <a:solidFill>
            <a:schemeClr val="bg1"/>
          </a:solidFill>
          <a:ln w="952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7" name="テキスト ボックス 6">
            <a:extLst>
              <a:ext uri="{FF2B5EF4-FFF2-40B4-BE49-F238E27FC236}">
                <a16:creationId xmlns:a16="http://schemas.microsoft.com/office/drawing/2014/main" id="{7CCE5CC8-7CF5-8D43-A407-E3508F535F98}"/>
              </a:ext>
            </a:extLst>
          </p:cNvPr>
          <p:cNvSpPr txBox="1"/>
          <p:nvPr/>
        </p:nvSpPr>
        <p:spPr>
          <a:xfrm>
            <a:off x="3238155" y="189791"/>
            <a:ext cx="2667718" cy="584775"/>
          </a:xfrm>
          <a:prstGeom prst="rect">
            <a:avLst/>
          </a:prstGeom>
          <a:noFill/>
        </p:spPr>
        <p:txBody>
          <a:bodyPr wrap="none" rtlCol="0">
            <a:spAutoFit/>
          </a:bodyPr>
          <a:lstStyle/>
          <a:p>
            <a:r>
              <a:rPr lang="ja-JP" altLang="en-US" sz="3200"/>
              <a:t>実験設定</a:t>
            </a:r>
            <a:r>
              <a:rPr lang="en-US" altLang="ja-JP" sz="3200" dirty="0"/>
              <a:t>(1/2)</a:t>
            </a:r>
            <a:endParaRPr kumimoji="1" lang="ja-JP" altLang="en-US" sz="3200"/>
          </a:p>
        </p:txBody>
      </p:sp>
      <p:sp>
        <p:nvSpPr>
          <p:cNvPr id="2" name="テキスト ボックス 1">
            <a:extLst>
              <a:ext uri="{FF2B5EF4-FFF2-40B4-BE49-F238E27FC236}">
                <a16:creationId xmlns:a16="http://schemas.microsoft.com/office/drawing/2014/main" id="{26364A02-FA45-62C8-62D2-2DBACB6F236E}"/>
              </a:ext>
            </a:extLst>
          </p:cNvPr>
          <p:cNvSpPr txBox="1"/>
          <p:nvPr/>
        </p:nvSpPr>
        <p:spPr>
          <a:xfrm>
            <a:off x="360271" y="980728"/>
            <a:ext cx="3427541" cy="461665"/>
          </a:xfrm>
          <a:prstGeom prst="rect">
            <a:avLst/>
          </a:prstGeom>
          <a:solidFill>
            <a:schemeClr val="bg1"/>
          </a:solidFill>
        </p:spPr>
        <p:txBody>
          <a:bodyPr wrap="none" rtlCol="0">
            <a:spAutoFit/>
          </a:bodyPr>
          <a:lstStyle/>
          <a:p>
            <a:r>
              <a:rPr kumimoji="1" lang="ja-JP" altLang="en-US" b="1"/>
              <a:t>対象：</a:t>
            </a:r>
            <a:r>
              <a:rPr lang="ja-JP" altLang="en-US" b="1"/>
              <a:t>徳島</a:t>
            </a:r>
            <a:r>
              <a:rPr kumimoji="1" lang="ja-JP" altLang="en-US" b="1"/>
              <a:t>県のある工場</a:t>
            </a:r>
          </a:p>
        </p:txBody>
      </p:sp>
      <p:sp>
        <p:nvSpPr>
          <p:cNvPr id="3" name="テキスト ボックス 2">
            <a:extLst>
              <a:ext uri="{FF2B5EF4-FFF2-40B4-BE49-F238E27FC236}">
                <a16:creationId xmlns:a16="http://schemas.microsoft.com/office/drawing/2014/main" id="{5A1BEC3D-37EE-9B1D-090E-9E42057B229C}"/>
              </a:ext>
            </a:extLst>
          </p:cNvPr>
          <p:cNvSpPr txBox="1"/>
          <p:nvPr/>
        </p:nvSpPr>
        <p:spPr>
          <a:xfrm>
            <a:off x="662596" y="1438371"/>
            <a:ext cx="6179897" cy="400110"/>
          </a:xfrm>
          <a:prstGeom prst="rect">
            <a:avLst/>
          </a:prstGeom>
          <a:noFill/>
        </p:spPr>
        <p:txBody>
          <a:bodyPr wrap="none" rtlCol="0">
            <a:spAutoFit/>
          </a:bodyPr>
          <a:lstStyle/>
          <a:p>
            <a:r>
              <a:rPr lang="ja-JP" altLang="en-US" sz="2000"/>
              <a:t>・実験期間：</a:t>
            </a:r>
            <a:r>
              <a:rPr lang="en-US" altLang="ja-JP" sz="2000" dirty="0"/>
              <a:t>2025/7/3 00:00〜7/10 00:00 </a:t>
            </a:r>
            <a:r>
              <a:rPr kumimoji="1" lang="en-US" altLang="ja-JP" sz="2000" dirty="0"/>
              <a:t>(10,080</a:t>
            </a:r>
            <a:r>
              <a:rPr kumimoji="1" lang="ja-JP" altLang="en-US" sz="2000"/>
              <a:t>期分</a:t>
            </a:r>
            <a:r>
              <a:rPr kumimoji="1" lang="en-US" altLang="ja-JP" sz="2000" dirty="0"/>
              <a:t>)</a:t>
            </a:r>
            <a:endParaRPr kumimoji="1" lang="ja-JP" altLang="en-US" sz="2000"/>
          </a:p>
        </p:txBody>
      </p:sp>
      <p:sp>
        <p:nvSpPr>
          <p:cNvPr id="4" name="テキスト ボックス 3">
            <a:extLst>
              <a:ext uri="{FF2B5EF4-FFF2-40B4-BE49-F238E27FC236}">
                <a16:creationId xmlns:a16="http://schemas.microsoft.com/office/drawing/2014/main" id="{84134E3F-3359-8627-E397-66BFDA663ECD}"/>
              </a:ext>
            </a:extLst>
          </p:cNvPr>
          <p:cNvSpPr txBox="1"/>
          <p:nvPr/>
        </p:nvSpPr>
        <p:spPr>
          <a:xfrm>
            <a:off x="631040" y="3596189"/>
            <a:ext cx="5878344" cy="2646878"/>
          </a:xfrm>
          <a:prstGeom prst="rect">
            <a:avLst/>
          </a:prstGeom>
          <a:noFill/>
        </p:spPr>
        <p:txBody>
          <a:bodyPr wrap="square" rtlCol="0">
            <a:spAutoFit/>
          </a:bodyPr>
          <a:lstStyle/>
          <a:p>
            <a:pPr algn="l"/>
            <a:endParaRPr lang="en-US" altLang="ja-JP" sz="2000" b="1" dirty="0">
              <a:solidFill>
                <a:srgbClr val="C00000"/>
              </a:solidFill>
            </a:endParaRPr>
          </a:p>
          <a:p>
            <a:pPr algn="l"/>
            <a:r>
              <a:rPr lang="ja-JP" altLang="en-US" sz="2000" b="1">
                <a:solidFill>
                  <a:srgbClr val="C00000"/>
                </a:solidFill>
              </a:rPr>
              <a:t>　</a:t>
            </a:r>
            <a:endParaRPr kumimoji="1" lang="en-US" altLang="ja-JP" sz="1050" dirty="0"/>
          </a:p>
          <a:p>
            <a:pPr algn="l"/>
            <a:r>
              <a:rPr lang="ja-JP" altLang="en-US" b="1"/>
              <a:t>線形計画モデルの制約</a:t>
            </a:r>
            <a:endParaRPr lang="en-US" altLang="ja-JP" b="1" dirty="0"/>
          </a:p>
          <a:p>
            <a:pPr algn="l"/>
            <a:r>
              <a:rPr lang="ja-JP" altLang="en-US" sz="2000"/>
              <a:t>　・</a:t>
            </a:r>
            <a:r>
              <a:rPr lang="en-US" altLang="ja-JP" sz="2000" b="1" u="sng" dirty="0"/>
              <a:t>30</a:t>
            </a:r>
            <a:r>
              <a:rPr lang="ja-JP" altLang="en-US" sz="2000" b="1" u="sng"/>
              <a:t>分間</a:t>
            </a:r>
            <a:r>
              <a:rPr lang="ja-JP" altLang="en-US" sz="2000"/>
              <a:t>の平均買電力量：</a:t>
            </a:r>
            <a:r>
              <a:rPr lang="en-US" altLang="ja-JP" sz="2000" dirty="0"/>
              <a:t>25 kWh/min </a:t>
            </a:r>
            <a:r>
              <a:rPr lang="ja-JP" altLang="en-US" sz="2000"/>
              <a:t>以下</a:t>
            </a:r>
            <a:endParaRPr lang="en-US" altLang="ja-JP" sz="2000" dirty="0"/>
          </a:p>
          <a:p>
            <a:pPr algn="l"/>
            <a:endParaRPr kumimoji="1" lang="en-US" altLang="ja-JP" sz="1800" dirty="0"/>
          </a:p>
          <a:p>
            <a:pPr algn="l"/>
            <a:r>
              <a:rPr lang="ja-JP" altLang="en-US" b="1"/>
              <a:t>動的計画モデルの制約</a:t>
            </a:r>
            <a:endParaRPr lang="en-US" altLang="ja-JP" b="1" dirty="0"/>
          </a:p>
          <a:p>
            <a:pPr algn="l"/>
            <a:r>
              <a:rPr lang="en-US" altLang="ja-JP" sz="2000" dirty="0"/>
              <a:t>  </a:t>
            </a:r>
            <a:r>
              <a:rPr lang="ja-JP" altLang="en-US" sz="2000"/>
              <a:t>・蓄電池の残量の</a:t>
            </a:r>
            <a:r>
              <a:rPr lang="ja-JP" altLang="en-US" sz="2000" b="1" u="sng"/>
              <a:t>刻み幅</a:t>
            </a:r>
            <a:r>
              <a:rPr lang="ja-JP" altLang="en-US" sz="2000"/>
              <a:t>：</a:t>
            </a:r>
            <a:r>
              <a:rPr lang="en-US" altLang="ja-JP" sz="2000" dirty="0"/>
              <a:t>0.2 kWh</a:t>
            </a:r>
          </a:p>
          <a:p>
            <a:pPr algn="l"/>
            <a:r>
              <a:rPr lang="ja-JP" altLang="en-US" sz="2000"/>
              <a:t>　・</a:t>
            </a:r>
            <a:r>
              <a:rPr lang="en-US" altLang="ja-JP" sz="2000" b="1" u="sng" dirty="0"/>
              <a:t>1</a:t>
            </a:r>
            <a:r>
              <a:rPr lang="ja-JP" altLang="en-US" sz="2000" b="1" u="sng"/>
              <a:t>分間</a:t>
            </a:r>
            <a:r>
              <a:rPr lang="ja-JP" altLang="en-US" sz="2000"/>
              <a:t>の買電力量</a:t>
            </a:r>
            <a:r>
              <a:rPr lang="en-US" altLang="ja-JP" sz="2000" dirty="0"/>
              <a:t>	 </a:t>
            </a:r>
            <a:r>
              <a:rPr lang="ja-JP" altLang="en-US" sz="2000"/>
              <a:t>：</a:t>
            </a:r>
            <a:r>
              <a:rPr lang="en-US" altLang="ja-JP" sz="2000" dirty="0"/>
              <a:t>50/60 kWh/min </a:t>
            </a:r>
            <a:r>
              <a:rPr lang="ja-JP" altLang="en-US" sz="2000"/>
              <a:t>以下</a:t>
            </a:r>
            <a:endParaRPr lang="en-US" altLang="ja-JP" sz="2000" dirty="0"/>
          </a:p>
        </p:txBody>
      </p:sp>
      <p:sp>
        <p:nvSpPr>
          <p:cNvPr id="13" name="テキスト ボックス 12">
            <a:extLst>
              <a:ext uri="{FF2B5EF4-FFF2-40B4-BE49-F238E27FC236}">
                <a16:creationId xmlns:a16="http://schemas.microsoft.com/office/drawing/2014/main" id="{9F3D5365-8E07-F629-2DE1-0F88F86C98EE}"/>
              </a:ext>
            </a:extLst>
          </p:cNvPr>
          <p:cNvSpPr txBox="1"/>
          <p:nvPr/>
        </p:nvSpPr>
        <p:spPr>
          <a:xfrm>
            <a:off x="631040" y="2454810"/>
            <a:ext cx="6430118" cy="461665"/>
          </a:xfrm>
          <a:prstGeom prst="rect">
            <a:avLst/>
          </a:prstGeom>
          <a:noFill/>
        </p:spPr>
        <p:txBody>
          <a:bodyPr wrap="square">
            <a:spAutoFit/>
          </a:bodyPr>
          <a:lstStyle/>
          <a:p>
            <a:pPr algn="l"/>
            <a:r>
              <a:rPr kumimoji="1" lang="ja-JP" altLang="en-US" b="1"/>
              <a:t>線形計画モデル・動的計画モデル共通の制約</a:t>
            </a:r>
            <a:endParaRPr kumimoji="1" lang="en-US" altLang="ja-JP" b="1" dirty="0"/>
          </a:p>
        </p:txBody>
      </p:sp>
      <p:sp>
        <p:nvSpPr>
          <p:cNvPr id="15" name="テキスト ボックス 14">
            <a:extLst>
              <a:ext uri="{FF2B5EF4-FFF2-40B4-BE49-F238E27FC236}">
                <a16:creationId xmlns:a16="http://schemas.microsoft.com/office/drawing/2014/main" id="{E5423C15-D738-B055-63D9-88454F30AD7B}"/>
              </a:ext>
            </a:extLst>
          </p:cNvPr>
          <p:cNvSpPr txBox="1"/>
          <p:nvPr/>
        </p:nvSpPr>
        <p:spPr>
          <a:xfrm>
            <a:off x="662596" y="1711349"/>
            <a:ext cx="7100872" cy="584775"/>
          </a:xfrm>
          <a:prstGeom prst="rect">
            <a:avLst/>
          </a:prstGeom>
          <a:noFill/>
        </p:spPr>
        <p:txBody>
          <a:bodyPr wrap="square">
            <a:spAutoFit/>
          </a:bodyPr>
          <a:lstStyle/>
          <a:p>
            <a:pPr algn="l"/>
            <a:r>
              <a:rPr lang="ja-JP" altLang="en-US" b="1">
                <a:solidFill>
                  <a:srgbClr val="C00000"/>
                </a:solidFill>
              </a:rPr>
              <a:t>・目的：費用</a:t>
            </a:r>
            <a:r>
              <a:rPr lang="en-US" altLang="ja-JP" b="1" dirty="0">
                <a:solidFill>
                  <a:srgbClr val="C00000"/>
                </a:solidFill>
              </a:rPr>
              <a:t>(</a:t>
            </a:r>
            <a:r>
              <a:rPr lang="ja-JP" altLang="en-US" b="1">
                <a:solidFill>
                  <a:srgbClr val="C00000"/>
                </a:solidFill>
              </a:rPr>
              <a:t>買電料金</a:t>
            </a:r>
            <a:r>
              <a:rPr lang="en-US" altLang="ja-JP" b="1" dirty="0">
                <a:solidFill>
                  <a:srgbClr val="C00000"/>
                </a:solidFill>
              </a:rPr>
              <a:t>-</a:t>
            </a:r>
            <a:r>
              <a:rPr lang="ja-JP" altLang="en-US" b="1">
                <a:solidFill>
                  <a:srgbClr val="C00000"/>
                </a:solidFill>
              </a:rPr>
              <a:t>売電料金</a:t>
            </a:r>
            <a:r>
              <a:rPr lang="en-US" altLang="ja-JP" b="1" dirty="0">
                <a:solidFill>
                  <a:srgbClr val="C00000"/>
                </a:solidFill>
              </a:rPr>
              <a:t>)</a:t>
            </a:r>
            <a:r>
              <a:rPr lang="ja-JP" altLang="en-US" b="1">
                <a:solidFill>
                  <a:srgbClr val="C00000"/>
                </a:solidFill>
              </a:rPr>
              <a:t>の最小化</a:t>
            </a:r>
            <a:r>
              <a:rPr lang="ja-JP" altLang="en-US" sz="3200"/>
              <a:t>　</a:t>
            </a:r>
            <a:endParaRPr lang="en-US" altLang="ja-JP" sz="1050" dirty="0"/>
          </a:p>
        </p:txBody>
      </p:sp>
      <p:sp>
        <p:nvSpPr>
          <p:cNvPr id="17" name="テキスト ボックス 16">
            <a:extLst>
              <a:ext uri="{FF2B5EF4-FFF2-40B4-BE49-F238E27FC236}">
                <a16:creationId xmlns:a16="http://schemas.microsoft.com/office/drawing/2014/main" id="{38BB7600-C249-BA6B-6D57-B3145360CC44}"/>
              </a:ext>
            </a:extLst>
          </p:cNvPr>
          <p:cNvSpPr txBox="1"/>
          <p:nvPr/>
        </p:nvSpPr>
        <p:spPr>
          <a:xfrm>
            <a:off x="999520" y="2921168"/>
            <a:ext cx="7100872" cy="1015663"/>
          </a:xfrm>
          <a:prstGeom prst="rect">
            <a:avLst/>
          </a:prstGeom>
          <a:noFill/>
        </p:spPr>
        <p:txBody>
          <a:bodyPr wrap="square">
            <a:spAutoFit/>
          </a:bodyPr>
          <a:lstStyle/>
          <a:p>
            <a:pPr algn="l"/>
            <a:r>
              <a:rPr kumimoji="1" lang="ja-JP" altLang="en-US" sz="2000"/>
              <a:t>　　・蓄電池の最大容量</a:t>
            </a:r>
            <a:r>
              <a:rPr kumimoji="1" lang="en-US" altLang="ja-JP" sz="2000" dirty="0"/>
              <a:t>	</a:t>
            </a:r>
            <a:r>
              <a:rPr kumimoji="1" lang="ja-JP" altLang="en-US" sz="2000"/>
              <a:t>　　：</a:t>
            </a:r>
            <a:r>
              <a:rPr kumimoji="1" lang="en-US" altLang="ja-JP" sz="2000" dirty="0"/>
              <a:t>2,742 kWh</a:t>
            </a:r>
          </a:p>
          <a:p>
            <a:pPr algn="l"/>
            <a:r>
              <a:rPr lang="ja-JP" altLang="en-US" sz="2000"/>
              <a:t>　　・　　　　　　初期残量</a:t>
            </a:r>
            <a:r>
              <a:rPr lang="en-US" altLang="ja-JP" sz="2000" dirty="0"/>
              <a:t>	</a:t>
            </a:r>
            <a:r>
              <a:rPr lang="ja-JP" altLang="en-US" sz="2000"/>
              <a:t>　　：</a:t>
            </a:r>
            <a:r>
              <a:rPr lang="en-US" altLang="ja-JP" sz="2000" dirty="0"/>
              <a:t>1891 kWh</a:t>
            </a:r>
          </a:p>
          <a:p>
            <a:pPr algn="l"/>
            <a:r>
              <a:rPr kumimoji="1" lang="ja-JP" altLang="en-US" sz="2000"/>
              <a:t>　　・</a:t>
            </a:r>
            <a:r>
              <a:rPr lang="ja-JP" altLang="en-US" sz="2000"/>
              <a:t>　　　　　　</a:t>
            </a:r>
            <a:r>
              <a:rPr kumimoji="1" lang="ja-JP" altLang="en-US" sz="2000"/>
              <a:t>最大充放電量</a:t>
            </a:r>
            <a:r>
              <a:rPr kumimoji="1" lang="en-US" altLang="ja-JP" sz="2000" dirty="0"/>
              <a:t> </a:t>
            </a:r>
            <a:r>
              <a:rPr kumimoji="1" lang="ja-JP" altLang="en-US" sz="2000"/>
              <a:t>：</a:t>
            </a:r>
            <a:r>
              <a:rPr lang="en-US" altLang="ja-JP" sz="2000" dirty="0"/>
              <a:t>450/60 kWh/min</a:t>
            </a:r>
          </a:p>
        </p:txBody>
      </p:sp>
    </p:spTree>
    <p:extLst>
      <p:ext uri="{BB962C8B-B14F-4D97-AF65-F5344CB8AC3E}">
        <p14:creationId xmlns:p14="http://schemas.microsoft.com/office/powerpoint/2010/main" val="1497684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3238155" y="189791"/>
            <a:ext cx="2667718" cy="584775"/>
          </a:xfrm>
          <a:prstGeom prst="rect">
            <a:avLst/>
          </a:prstGeom>
          <a:noFill/>
        </p:spPr>
        <p:txBody>
          <a:bodyPr wrap="none" rtlCol="0">
            <a:spAutoFit/>
          </a:bodyPr>
          <a:lstStyle/>
          <a:p>
            <a:r>
              <a:rPr lang="ja-JP" altLang="en-US" sz="3200"/>
              <a:t>実験設定</a:t>
            </a:r>
            <a:r>
              <a:rPr lang="en-US" altLang="ja-JP" sz="3200" dirty="0"/>
              <a:t>(2/2)</a:t>
            </a:r>
            <a:endParaRPr kumimoji="1" lang="ja-JP" altLang="en-US" sz="3200"/>
          </a:p>
        </p:txBody>
      </p:sp>
      <p:sp>
        <p:nvSpPr>
          <p:cNvPr id="2" name="テキスト ボックス 1">
            <a:extLst>
              <a:ext uri="{FF2B5EF4-FFF2-40B4-BE49-F238E27FC236}">
                <a16:creationId xmlns:a16="http://schemas.microsoft.com/office/drawing/2014/main" id="{26364A02-FA45-62C8-62D2-2DBACB6F236E}"/>
              </a:ext>
            </a:extLst>
          </p:cNvPr>
          <p:cNvSpPr txBox="1"/>
          <p:nvPr/>
        </p:nvSpPr>
        <p:spPr>
          <a:xfrm>
            <a:off x="476539" y="908720"/>
            <a:ext cx="2185214" cy="461665"/>
          </a:xfrm>
          <a:prstGeom prst="rect">
            <a:avLst/>
          </a:prstGeom>
          <a:noFill/>
        </p:spPr>
        <p:txBody>
          <a:bodyPr wrap="none" rtlCol="0">
            <a:spAutoFit/>
          </a:bodyPr>
          <a:lstStyle/>
          <a:p>
            <a:r>
              <a:rPr lang="ja-JP" altLang="en-US"/>
              <a:t>・太陽光発電量</a:t>
            </a:r>
            <a:endParaRPr kumimoji="1" lang="ja-JP" altLang="en-US"/>
          </a:p>
        </p:txBody>
      </p:sp>
      <p:pic>
        <p:nvPicPr>
          <p:cNvPr id="6" name="図 5">
            <a:extLst>
              <a:ext uri="{FF2B5EF4-FFF2-40B4-BE49-F238E27FC236}">
                <a16:creationId xmlns:a16="http://schemas.microsoft.com/office/drawing/2014/main" id="{5F609587-26AB-2113-3311-06EB54CC967B}"/>
              </a:ext>
            </a:extLst>
          </p:cNvPr>
          <p:cNvPicPr>
            <a:picLocks noChangeAspect="1"/>
          </p:cNvPicPr>
          <p:nvPr/>
        </p:nvPicPr>
        <p:blipFill rotWithShape="1">
          <a:blip r:embed="rId3">
            <a:extLst>
              <a:ext uri="{28A0092B-C50C-407E-A947-70E740481C1C}">
                <a14:useLocalDpi xmlns:a14="http://schemas.microsoft.com/office/drawing/2010/main" val="0"/>
              </a:ext>
            </a:extLst>
          </a:blip>
          <a:srcRect l="3839" r="1662" b="6758"/>
          <a:stretch/>
        </p:blipFill>
        <p:spPr>
          <a:xfrm>
            <a:off x="4914840" y="1371332"/>
            <a:ext cx="3128097" cy="2057668"/>
          </a:xfrm>
          <a:prstGeom prst="rect">
            <a:avLst/>
          </a:prstGeom>
        </p:spPr>
      </p:pic>
      <p:sp>
        <p:nvSpPr>
          <p:cNvPr id="9" name="テキスト ボックス 8">
            <a:extLst>
              <a:ext uri="{FF2B5EF4-FFF2-40B4-BE49-F238E27FC236}">
                <a16:creationId xmlns:a16="http://schemas.microsoft.com/office/drawing/2014/main" id="{6E0285FA-421F-9B02-0AB1-F2EC28D6BB41}"/>
              </a:ext>
            </a:extLst>
          </p:cNvPr>
          <p:cNvSpPr txBox="1"/>
          <p:nvPr/>
        </p:nvSpPr>
        <p:spPr>
          <a:xfrm>
            <a:off x="4690665" y="908720"/>
            <a:ext cx="1877437" cy="461665"/>
          </a:xfrm>
          <a:prstGeom prst="rect">
            <a:avLst/>
          </a:prstGeom>
          <a:noFill/>
        </p:spPr>
        <p:txBody>
          <a:bodyPr wrap="none" rtlCol="0">
            <a:spAutoFit/>
          </a:bodyPr>
          <a:lstStyle/>
          <a:p>
            <a:r>
              <a:rPr lang="ja-JP" altLang="en-US"/>
              <a:t>・売買電単価</a:t>
            </a:r>
            <a:endParaRPr kumimoji="1" lang="ja-JP" altLang="en-US"/>
          </a:p>
        </p:txBody>
      </p:sp>
      <p:pic>
        <p:nvPicPr>
          <p:cNvPr id="11" name="図 10">
            <a:extLst>
              <a:ext uri="{FF2B5EF4-FFF2-40B4-BE49-F238E27FC236}">
                <a16:creationId xmlns:a16="http://schemas.microsoft.com/office/drawing/2014/main" id="{B13A5D14-7444-66FF-2FFF-30C95E47BB94}"/>
              </a:ext>
            </a:extLst>
          </p:cNvPr>
          <p:cNvPicPr>
            <a:picLocks noChangeAspect="1"/>
          </p:cNvPicPr>
          <p:nvPr/>
        </p:nvPicPr>
        <p:blipFill rotWithShape="1">
          <a:blip r:embed="rId4">
            <a:extLst>
              <a:ext uri="{28A0092B-C50C-407E-A947-70E740481C1C}">
                <a14:useLocalDpi xmlns:a14="http://schemas.microsoft.com/office/drawing/2010/main" val="0"/>
              </a:ext>
            </a:extLst>
          </a:blip>
          <a:srcRect l="3419" b="5888"/>
          <a:stretch/>
        </p:blipFill>
        <p:spPr>
          <a:xfrm>
            <a:off x="497966" y="4098546"/>
            <a:ext cx="3672408" cy="2385740"/>
          </a:xfrm>
          <a:prstGeom prst="rect">
            <a:avLst/>
          </a:prstGeom>
        </p:spPr>
      </p:pic>
      <p:pic>
        <p:nvPicPr>
          <p:cNvPr id="13" name="図 12">
            <a:extLst>
              <a:ext uri="{FF2B5EF4-FFF2-40B4-BE49-F238E27FC236}">
                <a16:creationId xmlns:a16="http://schemas.microsoft.com/office/drawing/2014/main" id="{DFEB86AC-9C73-550B-9272-1B516C92B452}"/>
              </a:ext>
            </a:extLst>
          </p:cNvPr>
          <p:cNvPicPr>
            <a:picLocks noChangeAspect="1"/>
          </p:cNvPicPr>
          <p:nvPr/>
        </p:nvPicPr>
        <p:blipFill rotWithShape="1">
          <a:blip r:embed="rId5">
            <a:extLst>
              <a:ext uri="{28A0092B-C50C-407E-A947-70E740481C1C}">
                <a14:useLocalDpi xmlns:a14="http://schemas.microsoft.com/office/drawing/2010/main" val="0"/>
              </a:ext>
            </a:extLst>
          </a:blip>
          <a:srcRect l="4123" t="-6869" r="-655" b="6869"/>
          <a:stretch/>
        </p:blipFill>
        <p:spPr>
          <a:xfrm>
            <a:off x="476539" y="1196752"/>
            <a:ext cx="3672408" cy="2536194"/>
          </a:xfrm>
          <a:prstGeom prst="rect">
            <a:avLst/>
          </a:prstGeom>
        </p:spPr>
      </p:pic>
      <p:sp>
        <p:nvSpPr>
          <p:cNvPr id="14" name="テキスト ボックス 13">
            <a:extLst>
              <a:ext uri="{FF2B5EF4-FFF2-40B4-BE49-F238E27FC236}">
                <a16:creationId xmlns:a16="http://schemas.microsoft.com/office/drawing/2014/main" id="{50652145-B86F-F919-EC00-E90803FE0FE4}"/>
              </a:ext>
            </a:extLst>
          </p:cNvPr>
          <p:cNvSpPr txBox="1"/>
          <p:nvPr/>
        </p:nvSpPr>
        <p:spPr>
          <a:xfrm>
            <a:off x="475089" y="3701958"/>
            <a:ext cx="2800767" cy="461665"/>
          </a:xfrm>
          <a:prstGeom prst="rect">
            <a:avLst/>
          </a:prstGeom>
          <a:noFill/>
        </p:spPr>
        <p:txBody>
          <a:bodyPr wrap="none" rtlCol="0">
            <a:spAutoFit/>
          </a:bodyPr>
          <a:lstStyle/>
          <a:p>
            <a:r>
              <a:rPr lang="ja-JP" altLang="en-US"/>
              <a:t>・消費電力量の合計</a:t>
            </a:r>
            <a:endParaRPr kumimoji="1" lang="ja-JP" altLang="en-US"/>
          </a:p>
        </p:txBody>
      </p:sp>
      <p:sp>
        <p:nvSpPr>
          <p:cNvPr id="8" name="正方形/長方形 7">
            <a:extLst>
              <a:ext uri="{FF2B5EF4-FFF2-40B4-BE49-F238E27FC236}">
                <a16:creationId xmlns:a16="http://schemas.microsoft.com/office/drawing/2014/main" id="{A15A5E03-D789-1805-5473-702BB45BAFCB}"/>
              </a:ext>
            </a:extLst>
          </p:cNvPr>
          <p:cNvSpPr/>
          <p:nvPr/>
        </p:nvSpPr>
        <p:spPr bwMode="auto">
          <a:xfrm>
            <a:off x="5155887" y="2670529"/>
            <a:ext cx="45719" cy="216024"/>
          </a:xfrm>
          <a:prstGeom prst="rect">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10" name="直線コネクタ 9">
            <a:extLst>
              <a:ext uri="{FF2B5EF4-FFF2-40B4-BE49-F238E27FC236}">
                <a16:creationId xmlns:a16="http://schemas.microsoft.com/office/drawing/2014/main" id="{9303CE47-E4AC-AD91-2EC5-A1EFEFEBA17F}"/>
              </a:ext>
            </a:extLst>
          </p:cNvPr>
          <p:cNvCxnSpPr>
            <a:cxnSpLocks/>
          </p:cNvCxnSpPr>
          <p:nvPr/>
        </p:nvCxnSpPr>
        <p:spPr bwMode="auto">
          <a:xfrm flipH="1">
            <a:off x="4869121" y="2652412"/>
            <a:ext cx="282448" cy="1341843"/>
          </a:xfrm>
          <a:prstGeom prst="line">
            <a:avLst/>
          </a:prstGeom>
          <a:solidFill>
            <a:schemeClr val="bg1"/>
          </a:solidFill>
          <a:ln w="19050" cap="flat" cmpd="sng" algn="ctr">
            <a:solidFill>
              <a:srgbClr val="0070C0"/>
            </a:solidFill>
            <a:prstDash val="solid"/>
            <a:round/>
            <a:headEnd type="none" w="med" len="med"/>
            <a:tailEnd type="none" w="med" len="med"/>
          </a:ln>
          <a:effectLst/>
        </p:spPr>
      </p:cxnSp>
      <p:cxnSp>
        <p:nvCxnSpPr>
          <p:cNvPr id="15" name="直線コネクタ 14">
            <a:extLst>
              <a:ext uri="{FF2B5EF4-FFF2-40B4-BE49-F238E27FC236}">
                <a16:creationId xmlns:a16="http://schemas.microsoft.com/office/drawing/2014/main" id="{E2BF56AA-E30C-89FF-1496-42EBEF9E7863}"/>
              </a:ext>
            </a:extLst>
          </p:cNvPr>
          <p:cNvCxnSpPr>
            <a:cxnSpLocks/>
          </p:cNvCxnSpPr>
          <p:nvPr/>
        </p:nvCxnSpPr>
        <p:spPr bwMode="auto">
          <a:xfrm>
            <a:off x="5190160" y="2661115"/>
            <a:ext cx="3618670" cy="1310333"/>
          </a:xfrm>
          <a:prstGeom prst="line">
            <a:avLst/>
          </a:prstGeom>
          <a:solidFill>
            <a:schemeClr val="bg1"/>
          </a:solidFill>
          <a:ln w="19050" cap="flat" cmpd="sng" algn="ctr">
            <a:solidFill>
              <a:srgbClr val="0070C0"/>
            </a:solidFill>
            <a:prstDash val="solid"/>
            <a:round/>
            <a:headEnd type="none" w="med" len="med"/>
            <a:tailEnd type="none" w="med" len="med"/>
          </a:ln>
          <a:effectLst/>
        </p:spPr>
      </p:cxnSp>
      <p:pic>
        <p:nvPicPr>
          <p:cNvPr id="25" name="図 24">
            <a:extLst>
              <a:ext uri="{FF2B5EF4-FFF2-40B4-BE49-F238E27FC236}">
                <a16:creationId xmlns:a16="http://schemas.microsoft.com/office/drawing/2014/main" id="{40863FFD-0C56-A5E6-E729-C76968AD6B33}"/>
              </a:ext>
            </a:extLst>
          </p:cNvPr>
          <p:cNvPicPr>
            <a:picLocks noChangeAspect="1"/>
          </p:cNvPicPr>
          <p:nvPr/>
        </p:nvPicPr>
        <p:blipFill rotWithShape="1">
          <a:blip r:embed="rId6">
            <a:extLst>
              <a:ext uri="{28A0092B-C50C-407E-A947-70E740481C1C}">
                <a14:useLocalDpi xmlns:a14="http://schemas.microsoft.com/office/drawing/2010/main" val="0"/>
              </a:ext>
            </a:extLst>
          </a:blip>
          <a:srcRect l="-291" t="5259" r="291" b="-1642"/>
          <a:stretch/>
        </p:blipFill>
        <p:spPr>
          <a:xfrm>
            <a:off x="4531368" y="4003280"/>
            <a:ext cx="4361112" cy="2522064"/>
          </a:xfrm>
          <a:prstGeom prst="rect">
            <a:avLst/>
          </a:prstGeom>
        </p:spPr>
      </p:pic>
    </p:spTree>
    <p:extLst>
      <p:ext uri="{BB962C8B-B14F-4D97-AF65-F5344CB8AC3E}">
        <p14:creationId xmlns:p14="http://schemas.microsoft.com/office/powerpoint/2010/main" val="14243733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456698" y="189791"/>
            <a:ext cx="4230645" cy="584775"/>
          </a:xfrm>
          <a:prstGeom prst="rect">
            <a:avLst/>
          </a:prstGeom>
          <a:noFill/>
        </p:spPr>
        <p:txBody>
          <a:bodyPr wrap="none" rtlCol="0">
            <a:spAutoFit/>
          </a:bodyPr>
          <a:lstStyle/>
          <a:p>
            <a:r>
              <a:rPr lang="ja-JP" altLang="en-US" sz="3200"/>
              <a:t>線形計画モデルの結果</a:t>
            </a:r>
            <a:endParaRPr kumimoji="1" lang="ja-JP" altLang="en-US" sz="3200"/>
          </a:p>
        </p:txBody>
      </p:sp>
      <p:pic>
        <p:nvPicPr>
          <p:cNvPr id="3" name="図 2">
            <a:extLst>
              <a:ext uri="{FF2B5EF4-FFF2-40B4-BE49-F238E27FC236}">
                <a16:creationId xmlns:a16="http://schemas.microsoft.com/office/drawing/2014/main" id="{45E0C9E0-96AD-D060-5E13-F66A592AA8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836" y="1692848"/>
            <a:ext cx="5036228" cy="3611953"/>
          </a:xfrm>
          <a:prstGeom prst="rect">
            <a:avLst/>
          </a:prstGeom>
        </p:spPr>
      </p:pic>
      <p:sp>
        <p:nvSpPr>
          <p:cNvPr id="9" name="テキスト ボックス 8">
            <a:extLst>
              <a:ext uri="{FF2B5EF4-FFF2-40B4-BE49-F238E27FC236}">
                <a16:creationId xmlns:a16="http://schemas.microsoft.com/office/drawing/2014/main" id="{4C56220F-6070-9C08-25E0-82220763EB06}"/>
              </a:ext>
            </a:extLst>
          </p:cNvPr>
          <p:cNvSpPr txBox="1"/>
          <p:nvPr/>
        </p:nvSpPr>
        <p:spPr>
          <a:xfrm>
            <a:off x="539552" y="1105752"/>
            <a:ext cx="3887603" cy="461665"/>
          </a:xfrm>
          <a:prstGeom prst="rect">
            <a:avLst/>
          </a:prstGeom>
          <a:noFill/>
        </p:spPr>
        <p:txBody>
          <a:bodyPr wrap="none" rtlCol="0">
            <a:spAutoFit/>
          </a:bodyPr>
          <a:lstStyle/>
          <a:p>
            <a:pPr algn="l"/>
            <a:r>
              <a:rPr kumimoji="1" lang="ja-JP" altLang="en-US"/>
              <a:t>・買電力量</a:t>
            </a:r>
            <a:r>
              <a:rPr kumimoji="1" lang="en-US" altLang="ja-JP" dirty="0"/>
              <a:t>(</a:t>
            </a:r>
            <a:r>
              <a:rPr kumimoji="1" lang="ja-JP" altLang="en-US"/>
              <a:t>線形計画モデル</a:t>
            </a:r>
            <a:r>
              <a:rPr kumimoji="1" lang="en-US" altLang="ja-JP" dirty="0"/>
              <a:t>)</a:t>
            </a:r>
            <a:endParaRPr kumimoji="1" lang="ja-JP" altLang="en-US"/>
          </a:p>
        </p:txBody>
      </p:sp>
      <p:pic>
        <p:nvPicPr>
          <p:cNvPr id="11" name="図 10">
            <a:extLst>
              <a:ext uri="{FF2B5EF4-FFF2-40B4-BE49-F238E27FC236}">
                <a16:creationId xmlns:a16="http://schemas.microsoft.com/office/drawing/2014/main" id="{940FAE26-A946-E2DC-472B-75DA94EBD54E}"/>
              </a:ext>
            </a:extLst>
          </p:cNvPr>
          <p:cNvPicPr>
            <a:picLocks noChangeAspect="1"/>
          </p:cNvPicPr>
          <p:nvPr/>
        </p:nvPicPr>
        <p:blipFill rotWithShape="1">
          <a:blip r:embed="rId4">
            <a:extLst>
              <a:ext uri="{28A0092B-C50C-407E-A947-70E740481C1C}">
                <a14:useLocalDpi xmlns:a14="http://schemas.microsoft.com/office/drawing/2010/main" val="0"/>
              </a:ext>
            </a:extLst>
          </a:blip>
          <a:srcRect l="3839" r="1662" b="6758"/>
          <a:stretch/>
        </p:blipFill>
        <p:spPr>
          <a:xfrm>
            <a:off x="5364088" y="2062181"/>
            <a:ext cx="3488012" cy="2733638"/>
          </a:xfrm>
          <a:prstGeom prst="rect">
            <a:avLst/>
          </a:prstGeom>
        </p:spPr>
      </p:pic>
      <p:sp>
        <p:nvSpPr>
          <p:cNvPr id="12" name="テキスト ボックス 11">
            <a:extLst>
              <a:ext uri="{FF2B5EF4-FFF2-40B4-BE49-F238E27FC236}">
                <a16:creationId xmlns:a16="http://schemas.microsoft.com/office/drawing/2014/main" id="{D2523BA1-65B0-3091-ACCF-333224375DBB}"/>
              </a:ext>
            </a:extLst>
          </p:cNvPr>
          <p:cNvSpPr txBox="1"/>
          <p:nvPr/>
        </p:nvSpPr>
        <p:spPr>
          <a:xfrm>
            <a:off x="5868144" y="1692849"/>
            <a:ext cx="2155067" cy="369332"/>
          </a:xfrm>
          <a:prstGeom prst="rect">
            <a:avLst/>
          </a:prstGeom>
          <a:noFill/>
        </p:spPr>
        <p:txBody>
          <a:bodyPr wrap="square" rtlCol="0">
            <a:spAutoFit/>
          </a:bodyPr>
          <a:lstStyle/>
          <a:p>
            <a:r>
              <a:rPr lang="ja-JP" altLang="en-US" sz="1800"/>
              <a:t>・売買電単価</a:t>
            </a:r>
            <a:endParaRPr kumimoji="1" lang="ja-JP" altLang="en-US"/>
          </a:p>
        </p:txBody>
      </p:sp>
    </p:spTree>
    <p:extLst>
      <p:ext uri="{BB962C8B-B14F-4D97-AF65-F5344CB8AC3E}">
        <p14:creationId xmlns:p14="http://schemas.microsoft.com/office/powerpoint/2010/main" val="3298655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45E0C9E0-96AD-D060-5E13-F66A592AA8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527" y="1577347"/>
            <a:ext cx="3582297" cy="2388197"/>
          </a:xfrm>
          <a:prstGeom prst="rect">
            <a:avLst/>
          </a:prstGeom>
        </p:spPr>
      </p:pic>
      <p:pic>
        <p:nvPicPr>
          <p:cNvPr id="13" name="図 12">
            <a:extLst>
              <a:ext uri="{FF2B5EF4-FFF2-40B4-BE49-F238E27FC236}">
                <a16:creationId xmlns:a16="http://schemas.microsoft.com/office/drawing/2014/main" id="{CC39DA35-49CD-A9ED-741B-C9B67ACBB5E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8551" y="3468997"/>
            <a:ext cx="4175497" cy="2505298"/>
          </a:xfrm>
          <a:prstGeom prst="rect">
            <a:avLst/>
          </a:prstGeom>
        </p:spPr>
      </p:pic>
      <p:pic>
        <p:nvPicPr>
          <p:cNvPr id="21" name="図 20">
            <a:extLst>
              <a:ext uri="{FF2B5EF4-FFF2-40B4-BE49-F238E27FC236}">
                <a16:creationId xmlns:a16="http://schemas.microsoft.com/office/drawing/2014/main" id="{CDCAAF1C-0762-7B73-3A9D-824240C1E40A}"/>
              </a:ext>
            </a:extLst>
          </p:cNvPr>
          <p:cNvPicPr>
            <a:picLocks noChangeAspect="1"/>
          </p:cNvPicPr>
          <p:nvPr/>
        </p:nvPicPr>
        <p:blipFill rotWithShape="1">
          <a:blip r:embed="rId5">
            <a:extLst>
              <a:ext uri="{28A0092B-C50C-407E-A947-70E740481C1C}">
                <a14:useLocalDpi xmlns:a14="http://schemas.microsoft.com/office/drawing/2010/main" val="0"/>
              </a:ext>
            </a:extLst>
          </a:blip>
          <a:srcRect l="3839" r="1662" b="6758"/>
          <a:stretch/>
        </p:blipFill>
        <p:spPr>
          <a:xfrm>
            <a:off x="6017333" y="1484785"/>
            <a:ext cx="2587116" cy="1701809"/>
          </a:xfrm>
          <a:prstGeom prst="rect">
            <a:avLst/>
          </a:prstGeom>
        </p:spPr>
      </p:pic>
      <p:sp>
        <p:nvSpPr>
          <p:cNvPr id="7" name="テキスト ボックス 6">
            <a:extLst>
              <a:ext uri="{FF2B5EF4-FFF2-40B4-BE49-F238E27FC236}">
                <a16:creationId xmlns:a16="http://schemas.microsoft.com/office/drawing/2014/main" id="{7CCE5CC8-7CF5-8D43-A407-E3508F535F98}"/>
              </a:ext>
            </a:extLst>
          </p:cNvPr>
          <p:cNvSpPr txBox="1"/>
          <p:nvPr/>
        </p:nvSpPr>
        <p:spPr>
          <a:xfrm>
            <a:off x="2456698" y="189791"/>
            <a:ext cx="4230645" cy="584775"/>
          </a:xfrm>
          <a:prstGeom prst="rect">
            <a:avLst/>
          </a:prstGeom>
          <a:noFill/>
        </p:spPr>
        <p:txBody>
          <a:bodyPr wrap="none" rtlCol="0">
            <a:spAutoFit/>
          </a:bodyPr>
          <a:lstStyle/>
          <a:p>
            <a:r>
              <a:rPr lang="ja-JP" altLang="en-US" sz="3200"/>
              <a:t>線形計画モデルの結果</a:t>
            </a:r>
            <a:endParaRPr kumimoji="1" lang="ja-JP" altLang="en-US" sz="3200"/>
          </a:p>
        </p:txBody>
      </p:sp>
      <p:sp>
        <p:nvSpPr>
          <p:cNvPr id="9" name="テキスト ボックス 8">
            <a:extLst>
              <a:ext uri="{FF2B5EF4-FFF2-40B4-BE49-F238E27FC236}">
                <a16:creationId xmlns:a16="http://schemas.microsoft.com/office/drawing/2014/main" id="{4C56220F-6070-9C08-25E0-82220763EB06}"/>
              </a:ext>
            </a:extLst>
          </p:cNvPr>
          <p:cNvSpPr txBox="1"/>
          <p:nvPr/>
        </p:nvSpPr>
        <p:spPr>
          <a:xfrm>
            <a:off x="539552" y="1105752"/>
            <a:ext cx="3887603" cy="461665"/>
          </a:xfrm>
          <a:prstGeom prst="rect">
            <a:avLst/>
          </a:prstGeom>
          <a:noFill/>
        </p:spPr>
        <p:txBody>
          <a:bodyPr wrap="none" rtlCol="0">
            <a:spAutoFit/>
          </a:bodyPr>
          <a:lstStyle/>
          <a:p>
            <a:pPr algn="l"/>
            <a:r>
              <a:rPr kumimoji="1" lang="ja-JP" altLang="en-US"/>
              <a:t>・買電力量</a:t>
            </a:r>
            <a:r>
              <a:rPr kumimoji="1" lang="en-US" altLang="ja-JP" dirty="0"/>
              <a:t>(</a:t>
            </a:r>
            <a:r>
              <a:rPr kumimoji="1" lang="ja-JP" altLang="en-US"/>
              <a:t>線形計画モデル</a:t>
            </a:r>
            <a:r>
              <a:rPr kumimoji="1" lang="en-US" altLang="ja-JP" dirty="0"/>
              <a:t>)</a:t>
            </a:r>
            <a:endParaRPr kumimoji="1" lang="ja-JP" altLang="en-US"/>
          </a:p>
        </p:txBody>
      </p:sp>
      <p:sp>
        <p:nvSpPr>
          <p:cNvPr id="10" name="正方形/長方形 9">
            <a:extLst>
              <a:ext uri="{FF2B5EF4-FFF2-40B4-BE49-F238E27FC236}">
                <a16:creationId xmlns:a16="http://schemas.microsoft.com/office/drawing/2014/main" id="{EE2962D3-5DCF-FF79-8CD7-5228AF35F718}"/>
              </a:ext>
            </a:extLst>
          </p:cNvPr>
          <p:cNvSpPr/>
          <p:nvPr/>
        </p:nvSpPr>
        <p:spPr bwMode="auto">
          <a:xfrm>
            <a:off x="788982" y="1628799"/>
            <a:ext cx="110610" cy="1224137"/>
          </a:xfrm>
          <a:prstGeom prst="rect">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2" name="テキスト ボックス 21">
            <a:extLst>
              <a:ext uri="{FF2B5EF4-FFF2-40B4-BE49-F238E27FC236}">
                <a16:creationId xmlns:a16="http://schemas.microsoft.com/office/drawing/2014/main" id="{6298776B-CEB2-D586-D61E-5FE69F27836C}"/>
              </a:ext>
            </a:extLst>
          </p:cNvPr>
          <p:cNvSpPr txBox="1"/>
          <p:nvPr/>
        </p:nvSpPr>
        <p:spPr>
          <a:xfrm>
            <a:off x="5609809" y="1110489"/>
            <a:ext cx="2155067" cy="369332"/>
          </a:xfrm>
          <a:prstGeom prst="rect">
            <a:avLst/>
          </a:prstGeom>
          <a:noFill/>
        </p:spPr>
        <p:txBody>
          <a:bodyPr wrap="square" rtlCol="0">
            <a:spAutoFit/>
          </a:bodyPr>
          <a:lstStyle/>
          <a:p>
            <a:r>
              <a:rPr lang="ja-JP" altLang="en-US" sz="1800"/>
              <a:t>・売買電単価</a:t>
            </a:r>
            <a:endParaRPr kumimoji="1" lang="ja-JP" altLang="en-US"/>
          </a:p>
        </p:txBody>
      </p:sp>
      <p:cxnSp>
        <p:nvCxnSpPr>
          <p:cNvPr id="11" name="直線コネクタ 10">
            <a:extLst>
              <a:ext uri="{FF2B5EF4-FFF2-40B4-BE49-F238E27FC236}">
                <a16:creationId xmlns:a16="http://schemas.microsoft.com/office/drawing/2014/main" id="{925B2BF3-0B23-2902-6821-7F64DF1DE317}"/>
              </a:ext>
            </a:extLst>
          </p:cNvPr>
          <p:cNvCxnSpPr>
            <a:cxnSpLocks/>
            <a:stCxn id="10" idx="0"/>
          </p:cNvCxnSpPr>
          <p:nvPr/>
        </p:nvCxnSpPr>
        <p:spPr bwMode="auto">
          <a:xfrm>
            <a:off x="844287" y="1628799"/>
            <a:ext cx="4087753" cy="1840197"/>
          </a:xfrm>
          <a:prstGeom prst="line">
            <a:avLst/>
          </a:prstGeom>
          <a:solidFill>
            <a:schemeClr val="bg1"/>
          </a:solidFill>
          <a:ln w="19050" cap="flat" cmpd="sng" algn="ctr">
            <a:solidFill>
              <a:srgbClr val="0070C0"/>
            </a:solidFill>
            <a:prstDash val="solid"/>
            <a:round/>
            <a:headEnd type="none" w="med" len="med"/>
            <a:tailEnd type="none" w="med" len="med"/>
          </a:ln>
          <a:effectLst/>
        </p:spPr>
      </p:cxnSp>
      <p:cxnSp>
        <p:nvCxnSpPr>
          <p:cNvPr id="14" name="直線コネクタ 13">
            <a:extLst>
              <a:ext uri="{FF2B5EF4-FFF2-40B4-BE49-F238E27FC236}">
                <a16:creationId xmlns:a16="http://schemas.microsoft.com/office/drawing/2014/main" id="{0C0E99CD-246D-555C-4590-8B3B33BA3F06}"/>
              </a:ext>
            </a:extLst>
          </p:cNvPr>
          <p:cNvCxnSpPr>
            <a:cxnSpLocks/>
          </p:cNvCxnSpPr>
          <p:nvPr/>
        </p:nvCxnSpPr>
        <p:spPr bwMode="auto">
          <a:xfrm>
            <a:off x="788982" y="2852936"/>
            <a:ext cx="254626" cy="2736304"/>
          </a:xfrm>
          <a:prstGeom prst="line">
            <a:avLst/>
          </a:prstGeom>
          <a:solidFill>
            <a:schemeClr val="bg1"/>
          </a:solidFill>
          <a:ln w="19050" cap="flat" cmpd="sng" algn="ctr">
            <a:solidFill>
              <a:srgbClr val="0070C0"/>
            </a:solidFill>
            <a:prstDash val="solid"/>
            <a:round/>
            <a:headEnd type="none" w="med" len="med"/>
            <a:tailEnd type="none" w="med" len="med"/>
          </a:ln>
          <a:effectLst/>
        </p:spPr>
      </p:cxnSp>
      <p:sp>
        <p:nvSpPr>
          <p:cNvPr id="33" name="正方形/長方形 32">
            <a:extLst>
              <a:ext uri="{FF2B5EF4-FFF2-40B4-BE49-F238E27FC236}">
                <a16:creationId xmlns:a16="http://schemas.microsoft.com/office/drawing/2014/main" id="{967D6EFB-41BE-65FE-F173-70C36CE9E71F}"/>
              </a:ext>
            </a:extLst>
          </p:cNvPr>
          <p:cNvSpPr/>
          <p:nvPr/>
        </p:nvSpPr>
        <p:spPr bwMode="auto">
          <a:xfrm>
            <a:off x="6206836" y="2492897"/>
            <a:ext cx="45719" cy="216024"/>
          </a:xfrm>
          <a:prstGeom prst="rect">
            <a:avLst/>
          </a:prstGeom>
          <a:noFill/>
          <a:ln w="1270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49" name="直線コネクタ 48">
            <a:extLst>
              <a:ext uri="{FF2B5EF4-FFF2-40B4-BE49-F238E27FC236}">
                <a16:creationId xmlns:a16="http://schemas.microsoft.com/office/drawing/2014/main" id="{147A5B5D-233E-36EA-EF6A-B2BC3445093A}"/>
              </a:ext>
            </a:extLst>
          </p:cNvPr>
          <p:cNvCxnSpPr>
            <a:cxnSpLocks/>
          </p:cNvCxnSpPr>
          <p:nvPr/>
        </p:nvCxnSpPr>
        <p:spPr bwMode="auto">
          <a:xfrm flipH="1">
            <a:off x="5496002" y="2492896"/>
            <a:ext cx="710834" cy="1296144"/>
          </a:xfrm>
          <a:prstGeom prst="line">
            <a:avLst/>
          </a:prstGeom>
          <a:solidFill>
            <a:schemeClr val="bg1"/>
          </a:solidFill>
          <a:ln w="19050" cap="flat" cmpd="sng" algn="ctr">
            <a:solidFill>
              <a:srgbClr val="0070C0"/>
            </a:solidFill>
            <a:prstDash val="solid"/>
            <a:round/>
            <a:headEnd type="none" w="med" len="med"/>
            <a:tailEnd type="none" w="med" len="med"/>
          </a:ln>
          <a:effectLst/>
        </p:spPr>
      </p:cxnSp>
      <p:cxnSp>
        <p:nvCxnSpPr>
          <p:cNvPr id="52" name="直線コネクタ 51">
            <a:extLst>
              <a:ext uri="{FF2B5EF4-FFF2-40B4-BE49-F238E27FC236}">
                <a16:creationId xmlns:a16="http://schemas.microsoft.com/office/drawing/2014/main" id="{19D22A16-7BF2-8DA1-CA58-C2512D136855}"/>
              </a:ext>
            </a:extLst>
          </p:cNvPr>
          <p:cNvCxnSpPr>
            <a:cxnSpLocks/>
          </p:cNvCxnSpPr>
          <p:nvPr/>
        </p:nvCxnSpPr>
        <p:spPr bwMode="auto">
          <a:xfrm>
            <a:off x="6252555" y="2492896"/>
            <a:ext cx="2715038" cy="1204758"/>
          </a:xfrm>
          <a:prstGeom prst="line">
            <a:avLst/>
          </a:prstGeom>
          <a:solidFill>
            <a:schemeClr val="bg1"/>
          </a:solidFill>
          <a:ln w="19050" cap="flat" cmpd="sng" algn="ctr">
            <a:solidFill>
              <a:srgbClr val="0070C0"/>
            </a:solidFill>
            <a:prstDash val="solid"/>
            <a:round/>
            <a:headEnd type="none" w="med" len="med"/>
            <a:tailEnd type="none" w="med" len="med"/>
          </a:ln>
          <a:effectLst/>
        </p:spPr>
      </p:cxnSp>
      <p:sp>
        <p:nvSpPr>
          <p:cNvPr id="67" name="角丸四角形吹き出し 1">
            <a:extLst>
              <a:ext uri="{FF2B5EF4-FFF2-40B4-BE49-F238E27FC236}">
                <a16:creationId xmlns:a16="http://schemas.microsoft.com/office/drawing/2014/main" id="{CB8007C3-D2FB-7A20-421A-A53F19964F75}"/>
              </a:ext>
            </a:extLst>
          </p:cNvPr>
          <p:cNvSpPr/>
          <p:nvPr/>
        </p:nvSpPr>
        <p:spPr bwMode="auto">
          <a:xfrm flipH="1">
            <a:off x="781395" y="5777646"/>
            <a:ext cx="7823053" cy="705825"/>
          </a:xfrm>
          <a:custGeom>
            <a:avLst/>
            <a:gdLst>
              <a:gd name="connsiteX0" fmla="*/ 0 w 4130507"/>
              <a:gd name="connsiteY0" fmla="*/ 174577 h 1047441"/>
              <a:gd name="connsiteX1" fmla="*/ 174577 w 4130507"/>
              <a:gd name="connsiteY1" fmla="*/ 0 h 1047441"/>
              <a:gd name="connsiteX2" fmla="*/ 2409462 w 4130507"/>
              <a:gd name="connsiteY2" fmla="*/ 0 h 1047441"/>
              <a:gd name="connsiteX3" fmla="*/ 2409462 w 4130507"/>
              <a:gd name="connsiteY3" fmla="*/ 0 h 1047441"/>
              <a:gd name="connsiteX4" fmla="*/ 3442089 w 4130507"/>
              <a:gd name="connsiteY4" fmla="*/ 0 h 1047441"/>
              <a:gd name="connsiteX5" fmla="*/ 3955930 w 4130507"/>
              <a:gd name="connsiteY5" fmla="*/ 0 h 1047441"/>
              <a:gd name="connsiteX6" fmla="*/ 4130507 w 4130507"/>
              <a:gd name="connsiteY6" fmla="*/ 174577 h 1047441"/>
              <a:gd name="connsiteX7" fmla="*/ 4130507 w 4130507"/>
              <a:gd name="connsiteY7" fmla="*/ 611007 h 1047441"/>
              <a:gd name="connsiteX8" fmla="*/ 4130507 w 4130507"/>
              <a:gd name="connsiteY8" fmla="*/ 611007 h 1047441"/>
              <a:gd name="connsiteX9" fmla="*/ 4130507 w 4130507"/>
              <a:gd name="connsiteY9" fmla="*/ 872868 h 1047441"/>
              <a:gd name="connsiteX10" fmla="*/ 4130507 w 4130507"/>
              <a:gd name="connsiteY10" fmla="*/ 872864 h 1047441"/>
              <a:gd name="connsiteX11" fmla="*/ 3955930 w 4130507"/>
              <a:gd name="connsiteY11" fmla="*/ 1047441 h 1047441"/>
              <a:gd name="connsiteX12" fmla="*/ 3442089 w 4130507"/>
              <a:gd name="connsiteY12" fmla="*/ 1047441 h 1047441"/>
              <a:gd name="connsiteX13" fmla="*/ 3494244 w 4130507"/>
              <a:gd name="connsiteY13" fmla="*/ 1302022 h 1047441"/>
              <a:gd name="connsiteX14" fmla="*/ 2409462 w 4130507"/>
              <a:gd name="connsiteY14" fmla="*/ 1047441 h 1047441"/>
              <a:gd name="connsiteX15" fmla="*/ 174577 w 4130507"/>
              <a:gd name="connsiteY15" fmla="*/ 1047441 h 1047441"/>
              <a:gd name="connsiteX16" fmla="*/ 0 w 4130507"/>
              <a:gd name="connsiteY16" fmla="*/ 872864 h 1047441"/>
              <a:gd name="connsiteX17" fmla="*/ 0 w 4130507"/>
              <a:gd name="connsiteY17" fmla="*/ 872868 h 1047441"/>
              <a:gd name="connsiteX18" fmla="*/ 0 w 4130507"/>
              <a:gd name="connsiteY18" fmla="*/ 611007 h 1047441"/>
              <a:gd name="connsiteX19" fmla="*/ 0 w 4130507"/>
              <a:gd name="connsiteY19" fmla="*/ 611007 h 1047441"/>
              <a:gd name="connsiteX20" fmla="*/ 0 w 4130507"/>
              <a:gd name="connsiteY20" fmla="*/ 174577 h 1047441"/>
              <a:gd name="connsiteX0" fmla="*/ 0 w 4130507"/>
              <a:gd name="connsiteY0" fmla="*/ 174577 h 1302022"/>
              <a:gd name="connsiteX1" fmla="*/ 174577 w 4130507"/>
              <a:gd name="connsiteY1" fmla="*/ 0 h 1302022"/>
              <a:gd name="connsiteX2" fmla="*/ 2409462 w 4130507"/>
              <a:gd name="connsiteY2" fmla="*/ 0 h 1302022"/>
              <a:gd name="connsiteX3" fmla="*/ 2409462 w 4130507"/>
              <a:gd name="connsiteY3" fmla="*/ 0 h 1302022"/>
              <a:gd name="connsiteX4" fmla="*/ 3442089 w 4130507"/>
              <a:gd name="connsiteY4" fmla="*/ 0 h 1302022"/>
              <a:gd name="connsiteX5" fmla="*/ 3955930 w 4130507"/>
              <a:gd name="connsiteY5" fmla="*/ 0 h 1302022"/>
              <a:gd name="connsiteX6" fmla="*/ 4130507 w 4130507"/>
              <a:gd name="connsiteY6" fmla="*/ 174577 h 1302022"/>
              <a:gd name="connsiteX7" fmla="*/ 4130507 w 4130507"/>
              <a:gd name="connsiteY7" fmla="*/ 611007 h 1302022"/>
              <a:gd name="connsiteX8" fmla="*/ 4130507 w 4130507"/>
              <a:gd name="connsiteY8" fmla="*/ 611007 h 1302022"/>
              <a:gd name="connsiteX9" fmla="*/ 4130507 w 4130507"/>
              <a:gd name="connsiteY9" fmla="*/ 872868 h 1302022"/>
              <a:gd name="connsiteX10" fmla="*/ 4130507 w 4130507"/>
              <a:gd name="connsiteY10" fmla="*/ 872864 h 1302022"/>
              <a:gd name="connsiteX11" fmla="*/ 3955930 w 4130507"/>
              <a:gd name="connsiteY11" fmla="*/ 1047441 h 1302022"/>
              <a:gd name="connsiteX12" fmla="*/ 3442089 w 4130507"/>
              <a:gd name="connsiteY12" fmla="*/ 1047441 h 1302022"/>
              <a:gd name="connsiteX13" fmla="*/ 3494244 w 4130507"/>
              <a:gd name="connsiteY13" fmla="*/ 1302022 h 1302022"/>
              <a:gd name="connsiteX14" fmla="*/ 3069862 w 4130507"/>
              <a:gd name="connsiteY14" fmla="*/ 1061955 h 1302022"/>
              <a:gd name="connsiteX15" fmla="*/ 174577 w 4130507"/>
              <a:gd name="connsiteY15" fmla="*/ 1047441 h 1302022"/>
              <a:gd name="connsiteX16" fmla="*/ 0 w 4130507"/>
              <a:gd name="connsiteY16" fmla="*/ 872864 h 1302022"/>
              <a:gd name="connsiteX17" fmla="*/ 0 w 4130507"/>
              <a:gd name="connsiteY17" fmla="*/ 872868 h 1302022"/>
              <a:gd name="connsiteX18" fmla="*/ 0 w 4130507"/>
              <a:gd name="connsiteY18" fmla="*/ 611007 h 1302022"/>
              <a:gd name="connsiteX19" fmla="*/ 0 w 4130507"/>
              <a:gd name="connsiteY19" fmla="*/ 611007 h 1302022"/>
              <a:gd name="connsiteX20" fmla="*/ 0 w 4130507"/>
              <a:gd name="connsiteY20" fmla="*/ 174577 h 1302022"/>
              <a:gd name="connsiteX0" fmla="*/ 0 w 4353942"/>
              <a:gd name="connsiteY0" fmla="*/ 174577 h 1812868"/>
              <a:gd name="connsiteX1" fmla="*/ 174577 w 4353942"/>
              <a:gd name="connsiteY1" fmla="*/ 0 h 1812868"/>
              <a:gd name="connsiteX2" fmla="*/ 2409462 w 4353942"/>
              <a:gd name="connsiteY2" fmla="*/ 0 h 1812868"/>
              <a:gd name="connsiteX3" fmla="*/ 2409462 w 4353942"/>
              <a:gd name="connsiteY3" fmla="*/ 0 h 1812868"/>
              <a:gd name="connsiteX4" fmla="*/ 3442089 w 4353942"/>
              <a:gd name="connsiteY4" fmla="*/ 0 h 1812868"/>
              <a:gd name="connsiteX5" fmla="*/ 3955930 w 4353942"/>
              <a:gd name="connsiteY5" fmla="*/ 0 h 1812868"/>
              <a:gd name="connsiteX6" fmla="*/ 4130507 w 4353942"/>
              <a:gd name="connsiteY6" fmla="*/ 174577 h 1812868"/>
              <a:gd name="connsiteX7" fmla="*/ 4130507 w 4353942"/>
              <a:gd name="connsiteY7" fmla="*/ 611007 h 1812868"/>
              <a:gd name="connsiteX8" fmla="*/ 4130507 w 4353942"/>
              <a:gd name="connsiteY8" fmla="*/ 611007 h 1812868"/>
              <a:gd name="connsiteX9" fmla="*/ 4130507 w 4353942"/>
              <a:gd name="connsiteY9" fmla="*/ 872868 h 1812868"/>
              <a:gd name="connsiteX10" fmla="*/ 4130507 w 4353942"/>
              <a:gd name="connsiteY10" fmla="*/ 872864 h 1812868"/>
              <a:gd name="connsiteX11" fmla="*/ 3955930 w 4353942"/>
              <a:gd name="connsiteY11" fmla="*/ 1047441 h 1812868"/>
              <a:gd name="connsiteX12" fmla="*/ 3442089 w 4353942"/>
              <a:gd name="connsiteY12" fmla="*/ 1047441 h 1812868"/>
              <a:gd name="connsiteX13" fmla="*/ 4353942 w 4353942"/>
              <a:gd name="connsiteY13" fmla="*/ 1812868 h 1812868"/>
              <a:gd name="connsiteX14" fmla="*/ 3069862 w 4353942"/>
              <a:gd name="connsiteY14" fmla="*/ 1061955 h 1812868"/>
              <a:gd name="connsiteX15" fmla="*/ 174577 w 4353942"/>
              <a:gd name="connsiteY15" fmla="*/ 1047441 h 1812868"/>
              <a:gd name="connsiteX16" fmla="*/ 0 w 4353942"/>
              <a:gd name="connsiteY16" fmla="*/ 872864 h 1812868"/>
              <a:gd name="connsiteX17" fmla="*/ 0 w 4353942"/>
              <a:gd name="connsiteY17" fmla="*/ 872868 h 1812868"/>
              <a:gd name="connsiteX18" fmla="*/ 0 w 4353942"/>
              <a:gd name="connsiteY18" fmla="*/ 611007 h 1812868"/>
              <a:gd name="connsiteX19" fmla="*/ 0 w 4353942"/>
              <a:gd name="connsiteY19" fmla="*/ 611007 h 1812868"/>
              <a:gd name="connsiteX20" fmla="*/ 0 w 4353942"/>
              <a:gd name="connsiteY20" fmla="*/ 174577 h 1812868"/>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3442089 w 4130507"/>
              <a:gd name="connsiteY4" fmla="*/ 0 h 1061955"/>
              <a:gd name="connsiteX5" fmla="*/ 3955930 w 4130507"/>
              <a:gd name="connsiteY5" fmla="*/ 0 h 1061955"/>
              <a:gd name="connsiteX6" fmla="*/ 4130507 w 4130507"/>
              <a:gd name="connsiteY6" fmla="*/ 174577 h 1061955"/>
              <a:gd name="connsiteX7" fmla="*/ 4130507 w 4130507"/>
              <a:gd name="connsiteY7" fmla="*/ 611007 h 1061955"/>
              <a:gd name="connsiteX8" fmla="*/ 4130507 w 4130507"/>
              <a:gd name="connsiteY8" fmla="*/ 611007 h 1061955"/>
              <a:gd name="connsiteX9" fmla="*/ 4130507 w 4130507"/>
              <a:gd name="connsiteY9" fmla="*/ 872868 h 1061955"/>
              <a:gd name="connsiteX10" fmla="*/ 4130507 w 4130507"/>
              <a:gd name="connsiteY10" fmla="*/ 872864 h 1061955"/>
              <a:gd name="connsiteX11" fmla="*/ 3955930 w 4130507"/>
              <a:gd name="connsiteY11" fmla="*/ 1047441 h 1061955"/>
              <a:gd name="connsiteX12" fmla="*/ 3442089 w 4130507"/>
              <a:gd name="connsiteY12" fmla="*/ 1047441 h 1061955"/>
              <a:gd name="connsiteX13" fmla="*/ 3199198 w 4130507"/>
              <a:gd name="connsiteY13" fmla="*/ 1019090 h 1061955"/>
              <a:gd name="connsiteX14" fmla="*/ 3069862 w 4130507"/>
              <a:gd name="connsiteY14" fmla="*/ 1061955 h 1061955"/>
              <a:gd name="connsiteX15" fmla="*/ 174577 w 4130507"/>
              <a:gd name="connsiteY15" fmla="*/ 1047441 h 1061955"/>
              <a:gd name="connsiteX16" fmla="*/ 0 w 4130507"/>
              <a:gd name="connsiteY16" fmla="*/ 872864 h 1061955"/>
              <a:gd name="connsiteX17" fmla="*/ 0 w 4130507"/>
              <a:gd name="connsiteY17" fmla="*/ 872868 h 1061955"/>
              <a:gd name="connsiteX18" fmla="*/ 0 w 4130507"/>
              <a:gd name="connsiteY18" fmla="*/ 611007 h 1061955"/>
              <a:gd name="connsiteX19" fmla="*/ 0 w 4130507"/>
              <a:gd name="connsiteY19" fmla="*/ 611007 h 1061955"/>
              <a:gd name="connsiteX20" fmla="*/ 0 w 4130507"/>
              <a:gd name="connsiteY20" fmla="*/ 174577 h 1061955"/>
              <a:gd name="connsiteX0" fmla="*/ 0 w 4130507"/>
              <a:gd name="connsiteY0" fmla="*/ 174577 h 1061955"/>
              <a:gd name="connsiteX1" fmla="*/ 174577 w 4130507"/>
              <a:gd name="connsiteY1" fmla="*/ 0 h 1061955"/>
              <a:gd name="connsiteX2" fmla="*/ 2409462 w 4130507"/>
              <a:gd name="connsiteY2" fmla="*/ 0 h 1061955"/>
              <a:gd name="connsiteX3" fmla="*/ 2409462 w 4130507"/>
              <a:gd name="connsiteY3" fmla="*/ 0 h 1061955"/>
              <a:gd name="connsiteX4" fmla="*/ 2425164 w 4130507"/>
              <a:gd name="connsiteY4" fmla="*/ 33872 h 1061955"/>
              <a:gd name="connsiteX5" fmla="*/ 3442089 w 4130507"/>
              <a:gd name="connsiteY5" fmla="*/ 0 h 1061955"/>
              <a:gd name="connsiteX6" fmla="*/ 3955930 w 4130507"/>
              <a:gd name="connsiteY6" fmla="*/ 0 h 1061955"/>
              <a:gd name="connsiteX7" fmla="*/ 4130507 w 4130507"/>
              <a:gd name="connsiteY7" fmla="*/ 174577 h 1061955"/>
              <a:gd name="connsiteX8" fmla="*/ 4130507 w 4130507"/>
              <a:gd name="connsiteY8" fmla="*/ 611007 h 1061955"/>
              <a:gd name="connsiteX9" fmla="*/ 4130507 w 4130507"/>
              <a:gd name="connsiteY9" fmla="*/ 611007 h 1061955"/>
              <a:gd name="connsiteX10" fmla="*/ 4130507 w 4130507"/>
              <a:gd name="connsiteY10" fmla="*/ 872868 h 1061955"/>
              <a:gd name="connsiteX11" fmla="*/ 4130507 w 4130507"/>
              <a:gd name="connsiteY11" fmla="*/ 872864 h 1061955"/>
              <a:gd name="connsiteX12" fmla="*/ 3955930 w 4130507"/>
              <a:gd name="connsiteY12" fmla="*/ 1047441 h 1061955"/>
              <a:gd name="connsiteX13" fmla="*/ 3442089 w 4130507"/>
              <a:gd name="connsiteY13" fmla="*/ 1047441 h 1061955"/>
              <a:gd name="connsiteX14" fmla="*/ 3199198 w 4130507"/>
              <a:gd name="connsiteY14" fmla="*/ 1019090 h 1061955"/>
              <a:gd name="connsiteX15" fmla="*/ 3069862 w 4130507"/>
              <a:gd name="connsiteY15" fmla="*/ 1061955 h 1061955"/>
              <a:gd name="connsiteX16" fmla="*/ 174577 w 4130507"/>
              <a:gd name="connsiteY16" fmla="*/ 1047441 h 1061955"/>
              <a:gd name="connsiteX17" fmla="*/ 0 w 4130507"/>
              <a:gd name="connsiteY17" fmla="*/ 872864 h 1061955"/>
              <a:gd name="connsiteX18" fmla="*/ 0 w 4130507"/>
              <a:gd name="connsiteY18" fmla="*/ 872868 h 1061955"/>
              <a:gd name="connsiteX19" fmla="*/ 0 w 4130507"/>
              <a:gd name="connsiteY19" fmla="*/ 611007 h 1061955"/>
              <a:gd name="connsiteX20" fmla="*/ 0 w 4130507"/>
              <a:gd name="connsiteY20" fmla="*/ 611007 h 1061955"/>
              <a:gd name="connsiteX21" fmla="*/ 0 w 4130507"/>
              <a:gd name="connsiteY21" fmla="*/ 174577 h 1061955"/>
              <a:gd name="connsiteX0" fmla="*/ 0 w 4130507"/>
              <a:gd name="connsiteY0" fmla="*/ 1542758 h 2430136"/>
              <a:gd name="connsiteX1" fmla="*/ 174577 w 4130507"/>
              <a:gd name="connsiteY1" fmla="*/ 1368181 h 2430136"/>
              <a:gd name="connsiteX2" fmla="*/ 2409462 w 4130507"/>
              <a:gd name="connsiteY2" fmla="*/ 1368181 h 2430136"/>
              <a:gd name="connsiteX3" fmla="*/ 2409462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442089 w 4130507"/>
              <a:gd name="connsiteY5" fmla="*/ 1368181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199198 w 4130507"/>
              <a:gd name="connsiteY14" fmla="*/ 2387271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62049"/>
              <a:gd name="connsiteX1" fmla="*/ 174577 w 4130507"/>
              <a:gd name="connsiteY1" fmla="*/ 1368181 h 2462049"/>
              <a:gd name="connsiteX2" fmla="*/ 2409462 w 4130507"/>
              <a:gd name="connsiteY2" fmla="*/ 1368181 h 2462049"/>
              <a:gd name="connsiteX3" fmla="*/ 2781421 w 4130507"/>
              <a:gd name="connsiteY3" fmla="*/ 1368181 h 2462049"/>
              <a:gd name="connsiteX4" fmla="*/ 2909412 w 4130507"/>
              <a:gd name="connsiteY4" fmla="*/ 0 h 2462049"/>
              <a:gd name="connsiteX5" fmla="*/ 3147330 w 4130507"/>
              <a:gd name="connsiteY5" fmla="*/ 1386874 h 2462049"/>
              <a:gd name="connsiteX6" fmla="*/ 3955930 w 4130507"/>
              <a:gd name="connsiteY6" fmla="*/ 1368181 h 2462049"/>
              <a:gd name="connsiteX7" fmla="*/ 4130507 w 4130507"/>
              <a:gd name="connsiteY7" fmla="*/ 1542758 h 2462049"/>
              <a:gd name="connsiteX8" fmla="*/ 4130507 w 4130507"/>
              <a:gd name="connsiteY8" fmla="*/ 1979188 h 2462049"/>
              <a:gd name="connsiteX9" fmla="*/ 4130507 w 4130507"/>
              <a:gd name="connsiteY9" fmla="*/ 1979188 h 2462049"/>
              <a:gd name="connsiteX10" fmla="*/ 4130507 w 4130507"/>
              <a:gd name="connsiteY10" fmla="*/ 2241049 h 2462049"/>
              <a:gd name="connsiteX11" fmla="*/ 4130507 w 4130507"/>
              <a:gd name="connsiteY11" fmla="*/ 2241045 h 2462049"/>
              <a:gd name="connsiteX12" fmla="*/ 3955930 w 4130507"/>
              <a:gd name="connsiteY12" fmla="*/ 2415622 h 2462049"/>
              <a:gd name="connsiteX13" fmla="*/ 3442089 w 4130507"/>
              <a:gd name="connsiteY13" fmla="*/ 2415622 h 2462049"/>
              <a:gd name="connsiteX14" fmla="*/ 3213234 w 4130507"/>
              <a:gd name="connsiteY14" fmla="*/ 2462049 h 2462049"/>
              <a:gd name="connsiteX15" fmla="*/ 3069862 w 4130507"/>
              <a:gd name="connsiteY15" fmla="*/ 2430136 h 2462049"/>
              <a:gd name="connsiteX16" fmla="*/ 174577 w 4130507"/>
              <a:gd name="connsiteY16" fmla="*/ 2415622 h 2462049"/>
              <a:gd name="connsiteX17" fmla="*/ 0 w 4130507"/>
              <a:gd name="connsiteY17" fmla="*/ 2241045 h 2462049"/>
              <a:gd name="connsiteX18" fmla="*/ 0 w 4130507"/>
              <a:gd name="connsiteY18" fmla="*/ 2241049 h 2462049"/>
              <a:gd name="connsiteX19" fmla="*/ 0 w 4130507"/>
              <a:gd name="connsiteY19" fmla="*/ 1979188 h 2462049"/>
              <a:gd name="connsiteX20" fmla="*/ 0 w 4130507"/>
              <a:gd name="connsiteY20" fmla="*/ 1979188 h 2462049"/>
              <a:gd name="connsiteX21" fmla="*/ 0 w 4130507"/>
              <a:gd name="connsiteY21" fmla="*/ 1542758 h 2462049"/>
              <a:gd name="connsiteX0" fmla="*/ 0 w 4130507"/>
              <a:gd name="connsiteY0" fmla="*/ 1542758 h 2430136"/>
              <a:gd name="connsiteX1" fmla="*/ 174577 w 4130507"/>
              <a:gd name="connsiteY1" fmla="*/ 1368181 h 2430136"/>
              <a:gd name="connsiteX2" fmla="*/ 2409462 w 4130507"/>
              <a:gd name="connsiteY2" fmla="*/ 1368181 h 2430136"/>
              <a:gd name="connsiteX3" fmla="*/ 2781421 w 4130507"/>
              <a:gd name="connsiteY3" fmla="*/ 1368181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1542758 h 2430136"/>
              <a:gd name="connsiteX1" fmla="*/ 174577 w 4130507"/>
              <a:gd name="connsiteY1" fmla="*/ 1368181 h 2430136"/>
              <a:gd name="connsiteX2" fmla="*/ 2409462 w 4130507"/>
              <a:gd name="connsiteY2" fmla="*/ 1368181 h 2430136"/>
              <a:gd name="connsiteX3" fmla="*/ 2955257 w 4130507"/>
              <a:gd name="connsiteY3" fmla="*/ 1393616 h 2430136"/>
              <a:gd name="connsiteX4" fmla="*/ 2909412 w 4130507"/>
              <a:gd name="connsiteY4" fmla="*/ 0 h 2430136"/>
              <a:gd name="connsiteX5" fmla="*/ 3147330 w 4130507"/>
              <a:gd name="connsiteY5" fmla="*/ 1386874 h 2430136"/>
              <a:gd name="connsiteX6" fmla="*/ 3955930 w 4130507"/>
              <a:gd name="connsiteY6" fmla="*/ 1368181 h 2430136"/>
              <a:gd name="connsiteX7" fmla="*/ 4130507 w 4130507"/>
              <a:gd name="connsiteY7" fmla="*/ 1542758 h 2430136"/>
              <a:gd name="connsiteX8" fmla="*/ 4130507 w 4130507"/>
              <a:gd name="connsiteY8" fmla="*/ 1979188 h 2430136"/>
              <a:gd name="connsiteX9" fmla="*/ 4130507 w 4130507"/>
              <a:gd name="connsiteY9" fmla="*/ 1979188 h 2430136"/>
              <a:gd name="connsiteX10" fmla="*/ 4130507 w 4130507"/>
              <a:gd name="connsiteY10" fmla="*/ 2241049 h 2430136"/>
              <a:gd name="connsiteX11" fmla="*/ 4130507 w 4130507"/>
              <a:gd name="connsiteY11" fmla="*/ 2241045 h 2430136"/>
              <a:gd name="connsiteX12" fmla="*/ 3955930 w 4130507"/>
              <a:gd name="connsiteY12" fmla="*/ 2415622 h 2430136"/>
              <a:gd name="connsiteX13" fmla="*/ 3442089 w 4130507"/>
              <a:gd name="connsiteY13" fmla="*/ 2415622 h 2430136"/>
              <a:gd name="connsiteX14" fmla="*/ 3220252 w 4130507"/>
              <a:gd name="connsiteY14" fmla="*/ 2424660 h 2430136"/>
              <a:gd name="connsiteX15" fmla="*/ 3069862 w 4130507"/>
              <a:gd name="connsiteY15" fmla="*/ 2430136 h 2430136"/>
              <a:gd name="connsiteX16" fmla="*/ 174577 w 4130507"/>
              <a:gd name="connsiteY16" fmla="*/ 2415622 h 2430136"/>
              <a:gd name="connsiteX17" fmla="*/ 0 w 4130507"/>
              <a:gd name="connsiteY17" fmla="*/ 2241045 h 2430136"/>
              <a:gd name="connsiteX18" fmla="*/ 0 w 4130507"/>
              <a:gd name="connsiteY18" fmla="*/ 2241049 h 2430136"/>
              <a:gd name="connsiteX19" fmla="*/ 0 w 4130507"/>
              <a:gd name="connsiteY19" fmla="*/ 1979188 h 2430136"/>
              <a:gd name="connsiteX20" fmla="*/ 0 w 4130507"/>
              <a:gd name="connsiteY20" fmla="*/ 1979188 h 2430136"/>
              <a:gd name="connsiteX21" fmla="*/ 0 w 4130507"/>
              <a:gd name="connsiteY21" fmla="*/ 1542758 h 2430136"/>
              <a:gd name="connsiteX0" fmla="*/ 0 w 4130507"/>
              <a:gd name="connsiteY0" fmla="*/ 754218 h 1641596"/>
              <a:gd name="connsiteX1" fmla="*/ 174577 w 4130507"/>
              <a:gd name="connsiteY1" fmla="*/ 579641 h 1641596"/>
              <a:gd name="connsiteX2" fmla="*/ 2409462 w 4130507"/>
              <a:gd name="connsiteY2" fmla="*/ 579641 h 1641596"/>
              <a:gd name="connsiteX3" fmla="*/ 2955257 w 4130507"/>
              <a:gd name="connsiteY3" fmla="*/ 605076 h 1641596"/>
              <a:gd name="connsiteX4" fmla="*/ 2996331 w 4130507"/>
              <a:gd name="connsiteY4" fmla="*/ 0 h 1641596"/>
              <a:gd name="connsiteX5" fmla="*/ 3147330 w 4130507"/>
              <a:gd name="connsiteY5" fmla="*/ 598334 h 1641596"/>
              <a:gd name="connsiteX6" fmla="*/ 3955930 w 4130507"/>
              <a:gd name="connsiteY6" fmla="*/ 579641 h 1641596"/>
              <a:gd name="connsiteX7" fmla="*/ 4130507 w 4130507"/>
              <a:gd name="connsiteY7" fmla="*/ 754218 h 1641596"/>
              <a:gd name="connsiteX8" fmla="*/ 4130507 w 4130507"/>
              <a:gd name="connsiteY8" fmla="*/ 1190648 h 1641596"/>
              <a:gd name="connsiteX9" fmla="*/ 4130507 w 4130507"/>
              <a:gd name="connsiteY9" fmla="*/ 1190648 h 1641596"/>
              <a:gd name="connsiteX10" fmla="*/ 4130507 w 4130507"/>
              <a:gd name="connsiteY10" fmla="*/ 1452509 h 1641596"/>
              <a:gd name="connsiteX11" fmla="*/ 4130507 w 4130507"/>
              <a:gd name="connsiteY11" fmla="*/ 1452505 h 1641596"/>
              <a:gd name="connsiteX12" fmla="*/ 3955930 w 4130507"/>
              <a:gd name="connsiteY12" fmla="*/ 1627082 h 1641596"/>
              <a:gd name="connsiteX13" fmla="*/ 3442089 w 4130507"/>
              <a:gd name="connsiteY13" fmla="*/ 1627082 h 1641596"/>
              <a:gd name="connsiteX14" fmla="*/ 3220252 w 4130507"/>
              <a:gd name="connsiteY14" fmla="*/ 1636120 h 1641596"/>
              <a:gd name="connsiteX15" fmla="*/ 3069862 w 4130507"/>
              <a:gd name="connsiteY15" fmla="*/ 1641596 h 1641596"/>
              <a:gd name="connsiteX16" fmla="*/ 174577 w 4130507"/>
              <a:gd name="connsiteY16" fmla="*/ 1627082 h 1641596"/>
              <a:gd name="connsiteX17" fmla="*/ 0 w 4130507"/>
              <a:gd name="connsiteY17" fmla="*/ 1452505 h 1641596"/>
              <a:gd name="connsiteX18" fmla="*/ 0 w 4130507"/>
              <a:gd name="connsiteY18" fmla="*/ 1452509 h 1641596"/>
              <a:gd name="connsiteX19" fmla="*/ 0 w 4130507"/>
              <a:gd name="connsiteY19" fmla="*/ 1190648 h 1641596"/>
              <a:gd name="connsiteX20" fmla="*/ 0 w 4130507"/>
              <a:gd name="connsiteY20" fmla="*/ 1190648 h 1641596"/>
              <a:gd name="connsiteX21" fmla="*/ 0 w 4130507"/>
              <a:gd name="connsiteY21" fmla="*/ 754218 h 1641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30507" h="1641596">
                <a:moveTo>
                  <a:pt x="0" y="754218"/>
                </a:moveTo>
                <a:cubicBezTo>
                  <a:pt x="0" y="657802"/>
                  <a:pt x="78161" y="579641"/>
                  <a:pt x="174577" y="579641"/>
                </a:cubicBezTo>
                <a:lnTo>
                  <a:pt x="2409462" y="579641"/>
                </a:lnTo>
                <a:lnTo>
                  <a:pt x="2955257" y="605076"/>
                </a:lnTo>
                <a:lnTo>
                  <a:pt x="2996331" y="0"/>
                </a:lnTo>
                <a:lnTo>
                  <a:pt x="3147330" y="598334"/>
                </a:lnTo>
                <a:lnTo>
                  <a:pt x="3955930" y="579641"/>
                </a:lnTo>
                <a:cubicBezTo>
                  <a:pt x="4052346" y="579641"/>
                  <a:pt x="4130507" y="657802"/>
                  <a:pt x="4130507" y="754218"/>
                </a:cubicBezTo>
                <a:lnTo>
                  <a:pt x="4130507" y="1190648"/>
                </a:lnTo>
                <a:lnTo>
                  <a:pt x="4130507" y="1190648"/>
                </a:lnTo>
                <a:lnTo>
                  <a:pt x="4130507" y="1452509"/>
                </a:lnTo>
                <a:lnTo>
                  <a:pt x="4130507" y="1452505"/>
                </a:lnTo>
                <a:cubicBezTo>
                  <a:pt x="4130507" y="1548921"/>
                  <a:pt x="4052346" y="1627082"/>
                  <a:pt x="3955930" y="1627082"/>
                </a:cubicBezTo>
                <a:lnTo>
                  <a:pt x="3442089" y="1627082"/>
                </a:lnTo>
                <a:lnTo>
                  <a:pt x="3220252" y="1636120"/>
                </a:lnTo>
                <a:lnTo>
                  <a:pt x="3069862" y="1641596"/>
                </a:lnTo>
                <a:lnTo>
                  <a:pt x="174577" y="1627082"/>
                </a:lnTo>
                <a:cubicBezTo>
                  <a:pt x="78161" y="1627082"/>
                  <a:pt x="0" y="1548921"/>
                  <a:pt x="0" y="1452505"/>
                </a:cubicBezTo>
                <a:lnTo>
                  <a:pt x="0" y="1452509"/>
                </a:lnTo>
                <a:lnTo>
                  <a:pt x="0" y="1190648"/>
                </a:lnTo>
                <a:lnTo>
                  <a:pt x="0" y="1190648"/>
                </a:lnTo>
                <a:lnTo>
                  <a:pt x="0" y="754218"/>
                </a:lnTo>
                <a:close/>
              </a:path>
            </a:pathLst>
          </a:custGeom>
          <a:solidFill>
            <a:schemeClr val="bg1"/>
          </a:solidFill>
          <a:ln w="1905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2000" b="0" i="0" u="none" strike="noStrike" cap="none" normalizeH="0" baseline="0" dirty="0">
              <a:ln>
                <a:noFill/>
              </a:ln>
              <a:solidFill>
                <a:schemeClr val="tx1"/>
              </a:solidFill>
              <a:effectLst/>
              <a:latin typeface="Arial" charset="0"/>
              <a:ea typeface="ＭＳ Ｐゴシック" pitchFamily="50" charset="-128"/>
            </a:endParaRPr>
          </a:p>
          <a:p>
            <a:pPr marL="0" marR="0" indent="0" algn="l" defTabSz="914400" rtl="0" eaLnBrk="1" fontAlgn="base" latinLnBrk="0" hangingPunct="1">
              <a:lnSpc>
                <a:spcPct val="100000"/>
              </a:lnSpc>
              <a:spcBef>
                <a:spcPct val="0"/>
              </a:spcBef>
              <a:spcAft>
                <a:spcPct val="0"/>
              </a:spcAft>
              <a:buClrTx/>
              <a:buSzTx/>
              <a:buFontTx/>
              <a:buNone/>
              <a:tabLst/>
            </a:pPr>
            <a:r>
              <a:rPr kumimoji="1" lang="ja-JP" altLang="en-US" sz="1600" b="0" i="0" u="none" strike="noStrike" cap="none" normalizeH="0" baseline="0">
                <a:ln>
                  <a:noFill/>
                </a:ln>
                <a:solidFill>
                  <a:schemeClr val="tx1"/>
                </a:solidFill>
                <a:effectLst/>
                <a:latin typeface="Arial" charset="0"/>
                <a:ea typeface="ＭＳ Ｐゴシック" pitchFamily="50" charset="-128"/>
              </a:rPr>
              <a:t>蓄電池の残量の目減り量を抑えるためになるべく遅くに買電</a:t>
            </a:r>
            <a:r>
              <a:rPr kumimoji="1" lang="en-US" altLang="ja-JP" sz="1600" b="0" i="0" u="none" strike="noStrike" cap="none" normalizeH="0" baseline="0" dirty="0">
                <a:ln>
                  <a:noFill/>
                </a:ln>
                <a:solidFill>
                  <a:schemeClr val="tx1"/>
                </a:solidFill>
                <a:effectLst/>
                <a:latin typeface="Arial" charset="0"/>
                <a:ea typeface="ＭＳ Ｐゴシック" pitchFamily="50" charset="-128"/>
              </a:rPr>
              <a:t>    </a:t>
            </a:r>
          </a:p>
          <a:p>
            <a:pPr marL="0" marR="0" indent="0" algn="l" defTabSz="914400" rtl="0" eaLnBrk="1" fontAlgn="base" latinLnBrk="0" hangingPunct="1">
              <a:lnSpc>
                <a:spcPct val="100000"/>
              </a:lnSpc>
              <a:spcBef>
                <a:spcPct val="0"/>
              </a:spcBef>
              <a:spcAft>
                <a:spcPct val="0"/>
              </a:spcAft>
              <a:buClrTx/>
              <a:buSzTx/>
              <a:buFontTx/>
              <a:buNone/>
              <a:tabLst/>
            </a:pPr>
            <a:endParaRPr kumimoji="1" lang="en-US" altLang="ja-JP" sz="1800" b="0" i="0" u="none" strike="noStrike" cap="none" normalizeH="0" baseline="0" dirty="0">
              <a:ln>
                <a:noFill/>
              </a:ln>
              <a:solidFill>
                <a:schemeClr val="tx1"/>
              </a:solidFill>
              <a:effectLst/>
              <a:latin typeface="Arial" charset="0"/>
              <a:ea typeface="ＭＳ Ｐゴシック" pitchFamily="50" charset="-128"/>
            </a:endParaRPr>
          </a:p>
        </p:txBody>
      </p:sp>
      <mc:AlternateContent xmlns:mc="http://schemas.openxmlformats.org/markup-compatibility/2006">
        <mc:Choice xmlns:a14="http://schemas.microsoft.com/office/drawing/2010/main" Requires="a14">
          <p:sp>
            <p:nvSpPr>
              <p:cNvPr id="69" name="テキスト ボックス 68">
                <a:extLst>
                  <a:ext uri="{FF2B5EF4-FFF2-40B4-BE49-F238E27FC236}">
                    <a16:creationId xmlns:a16="http://schemas.microsoft.com/office/drawing/2014/main" id="{87A89E0C-A880-500D-08D7-6989015D7933}"/>
                  </a:ext>
                </a:extLst>
              </p:cNvPr>
              <p:cNvSpPr txBox="1"/>
              <p:nvPr/>
            </p:nvSpPr>
            <p:spPr>
              <a:xfrm>
                <a:off x="5635287" y="6004990"/>
                <a:ext cx="3578688" cy="457241"/>
              </a:xfrm>
              <a:prstGeom prst="rect">
                <a:avLst/>
              </a:prstGeom>
              <a:noFill/>
            </p:spPr>
            <p:txBody>
              <a:bodyPr wrap="square">
                <a:spAutoFit/>
              </a:bodyPr>
              <a:lstStyle/>
              <a:p>
                <a:r>
                  <a:rPr lang="en-US" altLang="ja-JP" sz="2000" b="0" dirty="0">
                    <a:ea typeface="ＭＳ Ｐゴシック" pitchFamily="50" charset="-128"/>
                  </a:rPr>
                  <a:t> </a:t>
                </a:r>
                <a14:m>
                  <m:oMath xmlns:m="http://schemas.openxmlformats.org/officeDocument/2006/math">
                    <m:sSub>
                      <m:sSubPr>
                        <m:ctrlPr>
                          <a:rPr lang="en-US" altLang="ja-JP" sz="2000" b="0" i="1" smtClean="0">
                            <a:latin typeface="Cambria Math" panose="02040503050406030204" pitchFamily="18" charset="0"/>
                            <a:ea typeface="ＭＳ Ｐゴシック" pitchFamily="50" charset="-128"/>
                          </a:rPr>
                        </m:ctrlPr>
                      </m:sSubPr>
                      <m:e>
                        <m:r>
                          <a:rPr lang="en-US" altLang="ja-JP" sz="2000" b="0" i="1" smtClean="0">
                            <a:latin typeface="Cambria Math" panose="02040503050406030204" pitchFamily="18" charset="0"/>
                            <a:ea typeface="ＭＳ Ｐゴシック" pitchFamily="50" charset="-128"/>
                          </a:rPr>
                          <m:t>𝑏</m:t>
                        </m:r>
                      </m:e>
                      <m:sub>
                        <m:r>
                          <a:rPr lang="en-US" altLang="ja-JP" sz="2000" b="0" i="1" smtClean="0">
                            <a:latin typeface="Cambria Math" panose="02040503050406030204" pitchFamily="18" charset="0"/>
                            <a:ea typeface="ＭＳ Ｐゴシック" pitchFamily="50" charset="-128"/>
                          </a:rPr>
                          <m:t>𝑘</m:t>
                        </m:r>
                      </m:sub>
                    </m:sSub>
                    <m:r>
                      <a:rPr lang="en-US" altLang="ja-JP" sz="2000" b="0" i="1" smtClean="0">
                        <a:latin typeface="Cambria Math" panose="02040503050406030204" pitchFamily="18" charset="0"/>
                        <a:ea typeface="ＭＳ Ｐゴシック" pitchFamily="50" charset="-128"/>
                      </a:rPr>
                      <m:t>=</m:t>
                    </m:r>
                    <m:r>
                      <a:rPr lang="en-US" altLang="ja-JP" sz="2000" b="0" i="1" smtClean="0">
                        <a:solidFill>
                          <a:srgbClr val="C00000"/>
                        </a:solidFill>
                        <a:latin typeface="Cambria Math" panose="02040503050406030204" pitchFamily="18" charset="0"/>
                        <a:ea typeface="Cambria Math" panose="02040503050406030204" pitchFamily="18" charset="0"/>
                      </a:rPr>
                      <m:t>𝛼</m:t>
                    </m:r>
                    <m:sSub>
                      <m:sSubPr>
                        <m:ctrlPr>
                          <a:rPr lang="en-US" altLang="ja-JP" sz="2000" b="0" i="1" smtClean="0">
                            <a:latin typeface="Cambria Math" panose="02040503050406030204" pitchFamily="18" charset="0"/>
                            <a:ea typeface="ＭＳ Ｐゴシック" pitchFamily="50" charset="-128"/>
                          </a:rPr>
                        </m:ctrlPr>
                      </m:sSubPr>
                      <m:e>
                        <m:r>
                          <a:rPr lang="en-US" altLang="ja-JP" sz="2000" b="0" i="1" smtClean="0">
                            <a:latin typeface="Cambria Math" panose="02040503050406030204" pitchFamily="18" charset="0"/>
                            <a:ea typeface="ＭＳ Ｐゴシック" pitchFamily="50" charset="-128"/>
                          </a:rPr>
                          <m:t>𝑏</m:t>
                        </m:r>
                      </m:e>
                      <m:sub>
                        <m:r>
                          <a:rPr lang="en-US" altLang="ja-JP" sz="2000" b="0" i="1" smtClean="0">
                            <a:latin typeface="Cambria Math" panose="02040503050406030204" pitchFamily="18" charset="0"/>
                            <a:ea typeface="ＭＳ Ｐゴシック" pitchFamily="50" charset="-128"/>
                          </a:rPr>
                          <m:t>𝑘</m:t>
                        </m:r>
                        <m:r>
                          <a:rPr lang="en-US" altLang="ja-JP" sz="2000" b="0" i="1" smtClean="0">
                            <a:latin typeface="Cambria Math" panose="02040503050406030204" pitchFamily="18" charset="0"/>
                            <a:ea typeface="ＭＳ Ｐゴシック" pitchFamily="50" charset="-128"/>
                          </a:rPr>
                          <m:t>−1</m:t>
                        </m:r>
                      </m:sub>
                    </m:sSub>
                    <m:r>
                      <a:rPr lang="en-US" altLang="ja-JP" sz="2000" b="0" i="1" smtClean="0">
                        <a:latin typeface="Cambria Math" panose="02040503050406030204" pitchFamily="18" charset="0"/>
                        <a:ea typeface="ＭＳ Ｐゴシック" pitchFamily="50" charset="-128"/>
                      </a:rPr>
                      <m:t>+</m:t>
                    </m:r>
                    <m:sSubSup>
                      <m:sSubSupPr>
                        <m:ctrlPr>
                          <a:rPr lang="en-US" altLang="ja-JP" sz="2000" b="0" i="1" smtClean="0">
                            <a:latin typeface="Cambria Math" panose="02040503050406030204" pitchFamily="18" charset="0"/>
                            <a:ea typeface="ＭＳ Ｐゴシック" pitchFamily="50" charset="-128"/>
                          </a:rPr>
                        </m:ctrlPr>
                      </m:sSubSupPr>
                      <m:e>
                        <m:r>
                          <a:rPr lang="en-US" altLang="ja-JP" sz="2000" b="0" i="1" smtClean="0">
                            <a:latin typeface="Cambria Math" panose="02040503050406030204" pitchFamily="18" charset="0"/>
                            <a:ea typeface="ＭＳ Ｐゴシック" pitchFamily="50" charset="-128"/>
                          </a:rPr>
                          <m:t>𝑥</m:t>
                        </m:r>
                      </m:e>
                      <m:sub>
                        <m:r>
                          <a:rPr lang="en-US" altLang="ja-JP" sz="2000" b="0" i="1" smtClean="0">
                            <a:latin typeface="Cambria Math" panose="02040503050406030204" pitchFamily="18" charset="0"/>
                            <a:ea typeface="ＭＳ Ｐゴシック" pitchFamily="50" charset="-128"/>
                          </a:rPr>
                          <m:t>𝑘</m:t>
                        </m:r>
                      </m:sub>
                      <m:sup>
                        <m:r>
                          <m:rPr>
                            <m:sty m:val="p"/>
                          </m:rPr>
                          <a:rPr lang="en-US" altLang="ja-JP" sz="2000" b="0" i="0" smtClean="0">
                            <a:latin typeface="Cambria Math" panose="02040503050406030204" pitchFamily="18" charset="0"/>
                            <a:ea typeface="ＭＳ Ｐゴシック" pitchFamily="50" charset="-128"/>
                          </a:rPr>
                          <m:t>c</m:t>
                        </m:r>
                      </m:sup>
                    </m:sSubSup>
                    <m:r>
                      <a:rPr lang="en-US" altLang="ja-JP" sz="2000" b="0" i="1" smtClean="0">
                        <a:latin typeface="Cambria Math" panose="02040503050406030204" pitchFamily="18" charset="0"/>
                        <a:ea typeface="ＭＳ Ｐゴシック" pitchFamily="50" charset="-128"/>
                      </a:rPr>
                      <m:t>−</m:t>
                    </m:r>
                    <m:sSubSup>
                      <m:sSubSupPr>
                        <m:ctrlPr>
                          <a:rPr lang="en-US" altLang="ja-JP" sz="2000" b="0" i="1" smtClean="0">
                            <a:latin typeface="Cambria Math" panose="02040503050406030204" pitchFamily="18" charset="0"/>
                            <a:ea typeface="ＭＳ Ｐゴシック" pitchFamily="50" charset="-128"/>
                          </a:rPr>
                        </m:ctrlPr>
                      </m:sSubSupPr>
                      <m:e>
                        <m:r>
                          <a:rPr lang="en-US" altLang="ja-JP" sz="2000" b="0" i="1" smtClean="0">
                            <a:latin typeface="Cambria Math" panose="02040503050406030204" pitchFamily="18" charset="0"/>
                            <a:ea typeface="ＭＳ Ｐゴシック" pitchFamily="50" charset="-128"/>
                          </a:rPr>
                          <m:t>𝑥</m:t>
                        </m:r>
                      </m:e>
                      <m:sub>
                        <m:r>
                          <a:rPr lang="en-US" altLang="ja-JP" sz="2000" b="0" i="1" smtClean="0">
                            <a:latin typeface="Cambria Math" panose="02040503050406030204" pitchFamily="18" charset="0"/>
                            <a:ea typeface="ＭＳ Ｐゴシック" pitchFamily="50" charset="-128"/>
                          </a:rPr>
                          <m:t>𝑘</m:t>
                        </m:r>
                      </m:sub>
                      <m:sup>
                        <m:r>
                          <m:rPr>
                            <m:sty m:val="p"/>
                          </m:rPr>
                          <a:rPr lang="en-US" altLang="ja-JP" sz="2000" b="0" i="0" smtClean="0">
                            <a:latin typeface="Cambria Math" panose="02040503050406030204" pitchFamily="18" charset="0"/>
                            <a:ea typeface="ＭＳ Ｐゴシック" pitchFamily="50" charset="-128"/>
                          </a:rPr>
                          <m:t>D</m:t>
                        </m:r>
                      </m:sup>
                    </m:sSubSup>
                    <m:r>
                      <a:rPr lang="ja-JP" altLang="en-US" sz="2000" b="0" i="1" smtClean="0">
                        <a:latin typeface="Cambria Math" panose="02040503050406030204" pitchFamily="18" charset="0"/>
                        <a:ea typeface="ＭＳ Ｐゴシック" pitchFamily="50" charset="-128"/>
                      </a:rPr>
                      <m:t>　　</m:t>
                    </m:r>
                  </m:oMath>
                </a14:m>
                <a:endParaRPr lang="ja-JP" altLang="en-US" sz="2000"/>
              </a:p>
            </p:txBody>
          </p:sp>
        </mc:Choice>
        <mc:Fallback>
          <p:sp>
            <p:nvSpPr>
              <p:cNvPr id="69" name="テキスト ボックス 68">
                <a:extLst>
                  <a:ext uri="{FF2B5EF4-FFF2-40B4-BE49-F238E27FC236}">
                    <a16:creationId xmlns:a16="http://schemas.microsoft.com/office/drawing/2014/main" id="{87A89E0C-A880-500D-08D7-6989015D7933}"/>
                  </a:ext>
                </a:extLst>
              </p:cNvPr>
              <p:cNvSpPr txBox="1">
                <a:spLocks noRot="1" noChangeAspect="1" noMove="1" noResize="1" noEditPoints="1" noAdjustHandles="1" noChangeArrowheads="1" noChangeShapeType="1" noTextEdit="1"/>
              </p:cNvSpPr>
              <p:nvPr/>
            </p:nvSpPr>
            <p:spPr>
              <a:xfrm>
                <a:off x="5635287" y="6004990"/>
                <a:ext cx="3578688" cy="457241"/>
              </a:xfrm>
              <a:prstGeom prst="rect">
                <a:avLst/>
              </a:prstGeom>
              <a:blipFill>
                <a:blip r:embed="rId6"/>
                <a:stretch>
                  <a:fillRect b="-5405"/>
                </a:stretch>
              </a:blipFill>
            </p:spPr>
            <p:txBody>
              <a:bodyPr/>
              <a:lstStyle/>
              <a:p>
                <a:r>
                  <a:rPr lang="ja-JP" altLang="en-US">
                    <a:noFill/>
                  </a:rPr>
                  <a:t> </a:t>
                </a:r>
              </a:p>
            </p:txBody>
          </p:sp>
        </mc:Fallback>
      </mc:AlternateContent>
      <p:pic>
        <p:nvPicPr>
          <p:cNvPr id="70" name="図 69">
            <a:extLst>
              <a:ext uri="{FF2B5EF4-FFF2-40B4-BE49-F238E27FC236}">
                <a16:creationId xmlns:a16="http://schemas.microsoft.com/office/drawing/2014/main" id="{B1A6E16F-475D-8F1E-BA9F-9DFD79C321B3}"/>
              </a:ext>
            </a:extLst>
          </p:cNvPr>
          <p:cNvPicPr>
            <a:picLocks noChangeAspect="1"/>
          </p:cNvPicPr>
          <p:nvPr/>
        </p:nvPicPr>
        <p:blipFill rotWithShape="1">
          <a:blip r:embed="rId7">
            <a:extLst>
              <a:ext uri="{28A0092B-C50C-407E-A947-70E740481C1C}">
                <a14:useLocalDpi xmlns:a14="http://schemas.microsoft.com/office/drawing/2010/main" val="0"/>
              </a:ext>
            </a:extLst>
          </a:blip>
          <a:srcRect l="-291" t="5259" r="291" b="-1642"/>
          <a:stretch/>
        </p:blipFill>
        <p:spPr>
          <a:xfrm>
            <a:off x="5170412" y="3751459"/>
            <a:ext cx="3916390" cy="2264878"/>
          </a:xfrm>
          <a:prstGeom prst="rect">
            <a:avLst/>
          </a:prstGeom>
        </p:spPr>
      </p:pic>
    </p:spTree>
    <p:extLst>
      <p:ext uri="{BB962C8B-B14F-4D97-AF65-F5344CB8AC3E}">
        <p14:creationId xmlns:p14="http://schemas.microsoft.com/office/powerpoint/2010/main" val="2866578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456698" y="189791"/>
            <a:ext cx="4230645" cy="584775"/>
          </a:xfrm>
          <a:prstGeom prst="rect">
            <a:avLst/>
          </a:prstGeom>
          <a:noFill/>
        </p:spPr>
        <p:txBody>
          <a:bodyPr wrap="none" rtlCol="0">
            <a:spAutoFit/>
          </a:bodyPr>
          <a:lstStyle/>
          <a:p>
            <a:r>
              <a:rPr lang="ja-JP" altLang="en-US" sz="3200"/>
              <a:t>線形計画モデルの結果</a:t>
            </a:r>
            <a:endParaRPr kumimoji="1" lang="ja-JP" altLang="en-US" sz="3200"/>
          </a:p>
        </p:txBody>
      </p:sp>
      <p:sp>
        <p:nvSpPr>
          <p:cNvPr id="9" name="テキスト ボックス 8">
            <a:extLst>
              <a:ext uri="{FF2B5EF4-FFF2-40B4-BE49-F238E27FC236}">
                <a16:creationId xmlns:a16="http://schemas.microsoft.com/office/drawing/2014/main" id="{4C56220F-6070-9C08-25E0-82220763EB06}"/>
              </a:ext>
            </a:extLst>
          </p:cNvPr>
          <p:cNvSpPr txBox="1"/>
          <p:nvPr/>
        </p:nvSpPr>
        <p:spPr>
          <a:xfrm>
            <a:off x="539552" y="1124744"/>
            <a:ext cx="4503156" cy="461665"/>
          </a:xfrm>
          <a:prstGeom prst="rect">
            <a:avLst/>
          </a:prstGeom>
          <a:noFill/>
        </p:spPr>
        <p:txBody>
          <a:bodyPr wrap="none" rtlCol="0">
            <a:spAutoFit/>
          </a:bodyPr>
          <a:lstStyle/>
          <a:p>
            <a:pPr algn="l"/>
            <a:r>
              <a:rPr kumimoji="1" lang="ja-JP" altLang="en-US"/>
              <a:t>・蓄電池の残量</a:t>
            </a:r>
            <a:r>
              <a:rPr kumimoji="1" lang="en-US" altLang="ja-JP" dirty="0"/>
              <a:t>(</a:t>
            </a:r>
            <a:r>
              <a:rPr kumimoji="1" lang="ja-JP" altLang="en-US"/>
              <a:t>線形計画モデル</a:t>
            </a:r>
            <a:r>
              <a:rPr kumimoji="1" lang="en-US" altLang="ja-JP" dirty="0"/>
              <a:t>)</a:t>
            </a:r>
            <a:endParaRPr kumimoji="1" lang="ja-JP" altLang="en-US"/>
          </a:p>
        </p:txBody>
      </p:sp>
      <p:pic>
        <p:nvPicPr>
          <p:cNvPr id="12" name="図 11">
            <a:extLst>
              <a:ext uri="{FF2B5EF4-FFF2-40B4-BE49-F238E27FC236}">
                <a16:creationId xmlns:a16="http://schemas.microsoft.com/office/drawing/2014/main" id="{8737D59B-0C03-5704-DFA1-CB77C68CAE7D}"/>
              </a:ext>
            </a:extLst>
          </p:cNvPr>
          <p:cNvPicPr>
            <a:picLocks noChangeAspect="1"/>
          </p:cNvPicPr>
          <p:nvPr/>
        </p:nvPicPr>
        <p:blipFill rotWithShape="1">
          <a:blip r:embed="rId3">
            <a:extLst>
              <a:ext uri="{28A0092B-C50C-407E-A947-70E740481C1C}">
                <a14:useLocalDpi xmlns:a14="http://schemas.microsoft.com/office/drawing/2010/main" val="0"/>
              </a:ext>
            </a:extLst>
          </a:blip>
          <a:srcRect l="3419" b="5888"/>
          <a:stretch/>
        </p:blipFill>
        <p:spPr>
          <a:xfrm>
            <a:off x="6084168" y="4335242"/>
            <a:ext cx="2874151" cy="1867161"/>
          </a:xfrm>
          <a:prstGeom prst="rect">
            <a:avLst/>
          </a:prstGeom>
        </p:spPr>
      </p:pic>
      <p:sp>
        <p:nvSpPr>
          <p:cNvPr id="15" name="テキスト ボックス 14">
            <a:extLst>
              <a:ext uri="{FF2B5EF4-FFF2-40B4-BE49-F238E27FC236}">
                <a16:creationId xmlns:a16="http://schemas.microsoft.com/office/drawing/2014/main" id="{47544BA6-D36E-EBE0-E282-F3D35600BF8C}"/>
              </a:ext>
            </a:extLst>
          </p:cNvPr>
          <p:cNvSpPr txBox="1"/>
          <p:nvPr/>
        </p:nvSpPr>
        <p:spPr>
          <a:xfrm>
            <a:off x="6061291" y="3938655"/>
            <a:ext cx="2191975" cy="369332"/>
          </a:xfrm>
          <a:prstGeom prst="rect">
            <a:avLst/>
          </a:prstGeom>
          <a:noFill/>
        </p:spPr>
        <p:txBody>
          <a:bodyPr wrap="square" rtlCol="0">
            <a:spAutoFit/>
          </a:bodyPr>
          <a:lstStyle/>
          <a:p>
            <a:r>
              <a:rPr lang="ja-JP" altLang="en-US" sz="1800"/>
              <a:t>・消費電力量の合計</a:t>
            </a:r>
            <a:endParaRPr kumimoji="1" lang="ja-JP" altLang="en-US" sz="1800"/>
          </a:p>
        </p:txBody>
      </p:sp>
      <p:pic>
        <p:nvPicPr>
          <p:cNvPr id="3" name="図 2">
            <a:extLst>
              <a:ext uri="{FF2B5EF4-FFF2-40B4-BE49-F238E27FC236}">
                <a16:creationId xmlns:a16="http://schemas.microsoft.com/office/drawing/2014/main" id="{EE27EFF6-2D9F-7745-DAF5-FF3C0C5EFE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757" y="1612790"/>
            <a:ext cx="5896235" cy="3930823"/>
          </a:xfrm>
          <a:prstGeom prst="rect">
            <a:avLst/>
          </a:prstGeom>
        </p:spPr>
      </p:pic>
      <p:pic>
        <p:nvPicPr>
          <p:cNvPr id="4" name="図 3">
            <a:extLst>
              <a:ext uri="{FF2B5EF4-FFF2-40B4-BE49-F238E27FC236}">
                <a16:creationId xmlns:a16="http://schemas.microsoft.com/office/drawing/2014/main" id="{1F1D7A7E-F685-A546-64A7-929301D1208E}"/>
              </a:ext>
            </a:extLst>
          </p:cNvPr>
          <p:cNvPicPr>
            <a:picLocks noChangeAspect="1"/>
          </p:cNvPicPr>
          <p:nvPr/>
        </p:nvPicPr>
        <p:blipFill rotWithShape="1">
          <a:blip r:embed="rId5">
            <a:extLst>
              <a:ext uri="{28A0092B-C50C-407E-A947-70E740481C1C}">
                <a14:useLocalDpi xmlns:a14="http://schemas.microsoft.com/office/drawing/2010/main" val="0"/>
              </a:ext>
            </a:extLst>
          </a:blip>
          <a:srcRect l="3839" r="1662" b="6758"/>
          <a:stretch/>
        </p:blipFill>
        <p:spPr>
          <a:xfrm>
            <a:off x="6175413" y="1556792"/>
            <a:ext cx="2587116" cy="1701809"/>
          </a:xfrm>
          <a:prstGeom prst="rect">
            <a:avLst/>
          </a:prstGeom>
        </p:spPr>
      </p:pic>
      <p:sp>
        <p:nvSpPr>
          <p:cNvPr id="8" name="テキスト ボックス 7">
            <a:extLst>
              <a:ext uri="{FF2B5EF4-FFF2-40B4-BE49-F238E27FC236}">
                <a16:creationId xmlns:a16="http://schemas.microsoft.com/office/drawing/2014/main" id="{E7A3EC31-9EF9-C845-FB1D-2CEFAA81B817}"/>
              </a:ext>
            </a:extLst>
          </p:cNvPr>
          <p:cNvSpPr txBox="1"/>
          <p:nvPr/>
        </p:nvSpPr>
        <p:spPr>
          <a:xfrm>
            <a:off x="5767889" y="1182496"/>
            <a:ext cx="2155067" cy="369332"/>
          </a:xfrm>
          <a:prstGeom prst="rect">
            <a:avLst/>
          </a:prstGeom>
          <a:noFill/>
        </p:spPr>
        <p:txBody>
          <a:bodyPr wrap="square" rtlCol="0">
            <a:spAutoFit/>
          </a:bodyPr>
          <a:lstStyle/>
          <a:p>
            <a:r>
              <a:rPr lang="ja-JP" altLang="en-US" sz="1800"/>
              <a:t>・売買電単価</a:t>
            </a:r>
            <a:endParaRPr kumimoji="1" lang="ja-JP" altLang="en-US"/>
          </a:p>
        </p:txBody>
      </p:sp>
    </p:spTree>
    <p:extLst>
      <p:ext uri="{BB962C8B-B14F-4D97-AF65-F5344CB8AC3E}">
        <p14:creationId xmlns:p14="http://schemas.microsoft.com/office/powerpoint/2010/main" val="19450974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456698" y="189791"/>
            <a:ext cx="4230645" cy="584775"/>
          </a:xfrm>
          <a:prstGeom prst="rect">
            <a:avLst/>
          </a:prstGeom>
          <a:noFill/>
        </p:spPr>
        <p:txBody>
          <a:bodyPr wrap="none" rtlCol="0">
            <a:spAutoFit/>
          </a:bodyPr>
          <a:lstStyle/>
          <a:p>
            <a:r>
              <a:rPr lang="ja-JP" altLang="en-US" sz="3200"/>
              <a:t>動的計画モデルの結果</a:t>
            </a:r>
            <a:endParaRPr kumimoji="1" lang="ja-JP" altLang="en-US" sz="3200"/>
          </a:p>
        </p:txBody>
      </p:sp>
      <p:pic>
        <p:nvPicPr>
          <p:cNvPr id="3" name="図 2">
            <a:extLst>
              <a:ext uri="{FF2B5EF4-FFF2-40B4-BE49-F238E27FC236}">
                <a16:creationId xmlns:a16="http://schemas.microsoft.com/office/drawing/2014/main" id="{5BF4BB19-83F1-404E-3E30-DE2220D831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574696"/>
            <a:ext cx="5676254" cy="4014544"/>
          </a:xfrm>
          <a:prstGeom prst="rect">
            <a:avLst/>
          </a:prstGeom>
        </p:spPr>
      </p:pic>
      <p:sp>
        <p:nvSpPr>
          <p:cNvPr id="4" name="テキスト ボックス 3">
            <a:extLst>
              <a:ext uri="{FF2B5EF4-FFF2-40B4-BE49-F238E27FC236}">
                <a16:creationId xmlns:a16="http://schemas.microsoft.com/office/drawing/2014/main" id="{B2C9D9DE-72D6-8842-22DC-027E66710CB5}"/>
              </a:ext>
            </a:extLst>
          </p:cNvPr>
          <p:cNvSpPr txBox="1"/>
          <p:nvPr/>
        </p:nvSpPr>
        <p:spPr>
          <a:xfrm>
            <a:off x="539552" y="1095127"/>
            <a:ext cx="4032448" cy="461665"/>
          </a:xfrm>
          <a:prstGeom prst="rect">
            <a:avLst/>
          </a:prstGeom>
          <a:noFill/>
        </p:spPr>
        <p:txBody>
          <a:bodyPr wrap="square" rtlCol="0">
            <a:spAutoFit/>
          </a:bodyPr>
          <a:lstStyle/>
          <a:p>
            <a:pPr algn="l"/>
            <a:r>
              <a:rPr kumimoji="1" lang="ja-JP" altLang="en-US"/>
              <a:t>・買電力量</a:t>
            </a:r>
            <a:r>
              <a:rPr kumimoji="1" lang="en-US" altLang="ja-JP" dirty="0"/>
              <a:t>(</a:t>
            </a:r>
            <a:r>
              <a:rPr lang="ja-JP" altLang="en-US"/>
              <a:t>動的</a:t>
            </a:r>
            <a:r>
              <a:rPr kumimoji="1" lang="ja-JP" altLang="en-US"/>
              <a:t>計画モデル</a:t>
            </a:r>
            <a:r>
              <a:rPr kumimoji="1" lang="en-US" altLang="ja-JP" dirty="0"/>
              <a:t>)</a:t>
            </a:r>
            <a:endParaRPr kumimoji="1" lang="ja-JP" altLang="en-US"/>
          </a:p>
        </p:txBody>
      </p:sp>
      <p:pic>
        <p:nvPicPr>
          <p:cNvPr id="5" name="図 4">
            <a:extLst>
              <a:ext uri="{FF2B5EF4-FFF2-40B4-BE49-F238E27FC236}">
                <a16:creationId xmlns:a16="http://schemas.microsoft.com/office/drawing/2014/main" id="{58F0FE74-4AD3-AA86-3D27-99C2C61731FA}"/>
              </a:ext>
            </a:extLst>
          </p:cNvPr>
          <p:cNvPicPr>
            <a:picLocks noChangeAspect="1"/>
          </p:cNvPicPr>
          <p:nvPr/>
        </p:nvPicPr>
        <p:blipFill rotWithShape="1">
          <a:blip r:embed="rId4">
            <a:extLst>
              <a:ext uri="{28A0092B-C50C-407E-A947-70E740481C1C}">
                <a14:useLocalDpi xmlns:a14="http://schemas.microsoft.com/office/drawing/2010/main" val="0"/>
              </a:ext>
            </a:extLst>
          </a:blip>
          <a:srcRect l="3839" r="1662" b="6758"/>
          <a:stretch/>
        </p:blipFill>
        <p:spPr>
          <a:xfrm>
            <a:off x="6175413" y="1556792"/>
            <a:ext cx="2587116" cy="1701809"/>
          </a:xfrm>
          <a:prstGeom prst="rect">
            <a:avLst/>
          </a:prstGeom>
        </p:spPr>
      </p:pic>
      <p:sp>
        <p:nvSpPr>
          <p:cNvPr id="6" name="テキスト ボックス 5">
            <a:extLst>
              <a:ext uri="{FF2B5EF4-FFF2-40B4-BE49-F238E27FC236}">
                <a16:creationId xmlns:a16="http://schemas.microsoft.com/office/drawing/2014/main" id="{A8E95D26-B601-9DA9-0310-A22AE248AC9B}"/>
              </a:ext>
            </a:extLst>
          </p:cNvPr>
          <p:cNvSpPr txBox="1"/>
          <p:nvPr/>
        </p:nvSpPr>
        <p:spPr>
          <a:xfrm>
            <a:off x="5767889" y="1182496"/>
            <a:ext cx="2155067" cy="369332"/>
          </a:xfrm>
          <a:prstGeom prst="rect">
            <a:avLst/>
          </a:prstGeom>
          <a:noFill/>
        </p:spPr>
        <p:txBody>
          <a:bodyPr wrap="square" rtlCol="0">
            <a:spAutoFit/>
          </a:bodyPr>
          <a:lstStyle/>
          <a:p>
            <a:r>
              <a:rPr lang="ja-JP" altLang="en-US" sz="1800"/>
              <a:t>・売買電単価</a:t>
            </a:r>
            <a:endParaRPr kumimoji="1" lang="ja-JP" altLang="en-US"/>
          </a:p>
        </p:txBody>
      </p:sp>
      <p:pic>
        <p:nvPicPr>
          <p:cNvPr id="8" name="図 7">
            <a:extLst>
              <a:ext uri="{FF2B5EF4-FFF2-40B4-BE49-F238E27FC236}">
                <a16:creationId xmlns:a16="http://schemas.microsoft.com/office/drawing/2014/main" id="{2BFC0606-A091-149E-8BFC-8625A59F47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7497" y="4058731"/>
            <a:ext cx="2832838" cy="1888558"/>
          </a:xfrm>
          <a:prstGeom prst="rect">
            <a:avLst/>
          </a:prstGeom>
        </p:spPr>
      </p:pic>
      <p:sp>
        <p:nvSpPr>
          <p:cNvPr id="9" name="テキスト ボックス 8">
            <a:extLst>
              <a:ext uri="{FF2B5EF4-FFF2-40B4-BE49-F238E27FC236}">
                <a16:creationId xmlns:a16="http://schemas.microsoft.com/office/drawing/2014/main" id="{53902E5C-ADBA-5561-E639-60C650F63B22}"/>
              </a:ext>
            </a:extLst>
          </p:cNvPr>
          <p:cNvSpPr txBox="1"/>
          <p:nvPr/>
        </p:nvSpPr>
        <p:spPr>
          <a:xfrm>
            <a:off x="6131651" y="3561792"/>
            <a:ext cx="3012349" cy="369332"/>
          </a:xfrm>
          <a:prstGeom prst="rect">
            <a:avLst/>
          </a:prstGeom>
          <a:noFill/>
        </p:spPr>
        <p:txBody>
          <a:bodyPr wrap="square" rtlCol="0">
            <a:spAutoFit/>
          </a:bodyPr>
          <a:lstStyle/>
          <a:p>
            <a:pPr algn="l"/>
            <a:r>
              <a:rPr kumimoji="1" lang="ja-JP" altLang="en-US" sz="1800"/>
              <a:t>・買電力量</a:t>
            </a:r>
            <a:r>
              <a:rPr kumimoji="1" lang="en-US" altLang="ja-JP" sz="1800" dirty="0"/>
              <a:t>(</a:t>
            </a:r>
            <a:r>
              <a:rPr kumimoji="1" lang="ja-JP" altLang="en-US" sz="1800"/>
              <a:t>線形計画モデル</a:t>
            </a:r>
            <a:r>
              <a:rPr kumimoji="1" lang="en-US" altLang="ja-JP" sz="1800" dirty="0"/>
              <a:t>)</a:t>
            </a:r>
            <a:endParaRPr kumimoji="1" lang="ja-JP" altLang="en-US" sz="1800"/>
          </a:p>
        </p:txBody>
      </p:sp>
      <p:cxnSp>
        <p:nvCxnSpPr>
          <p:cNvPr id="12" name="直線コネクタ 11">
            <a:extLst>
              <a:ext uri="{FF2B5EF4-FFF2-40B4-BE49-F238E27FC236}">
                <a16:creationId xmlns:a16="http://schemas.microsoft.com/office/drawing/2014/main" id="{775AF04D-9364-058A-71E7-C86E1CFDDB2E}"/>
              </a:ext>
            </a:extLst>
          </p:cNvPr>
          <p:cNvCxnSpPr>
            <a:cxnSpLocks/>
          </p:cNvCxnSpPr>
          <p:nvPr/>
        </p:nvCxnSpPr>
        <p:spPr bwMode="auto">
          <a:xfrm>
            <a:off x="480420" y="2636912"/>
            <a:ext cx="5527077" cy="0"/>
          </a:xfrm>
          <a:prstGeom prst="line">
            <a:avLst/>
          </a:prstGeom>
          <a:solidFill>
            <a:schemeClr val="bg1"/>
          </a:solidFill>
          <a:ln w="19050" cap="flat" cmpd="sng" algn="ctr">
            <a:solidFill>
              <a:srgbClr val="C00000"/>
            </a:solidFill>
            <a:prstDash val="solid"/>
            <a:round/>
            <a:headEnd type="none" w="med" len="med"/>
            <a:tailEnd type="none" w="med" len="med"/>
          </a:ln>
          <a:effectLst/>
        </p:spPr>
      </p:cxnSp>
      <p:sp>
        <p:nvSpPr>
          <p:cNvPr id="15" name="テキスト ボックス 14">
            <a:extLst>
              <a:ext uri="{FF2B5EF4-FFF2-40B4-BE49-F238E27FC236}">
                <a16:creationId xmlns:a16="http://schemas.microsoft.com/office/drawing/2014/main" id="{64DE5AE6-AA83-66B7-9708-0797F6A80B6B}"/>
              </a:ext>
            </a:extLst>
          </p:cNvPr>
          <p:cNvSpPr txBox="1"/>
          <p:nvPr/>
        </p:nvSpPr>
        <p:spPr>
          <a:xfrm>
            <a:off x="0" y="2126089"/>
            <a:ext cx="1397588" cy="461665"/>
          </a:xfrm>
          <a:prstGeom prst="rect">
            <a:avLst/>
          </a:prstGeom>
          <a:solidFill>
            <a:schemeClr val="bg1"/>
          </a:solidFill>
        </p:spPr>
        <p:txBody>
          <a:bodyPr wrap="square" rtlCol="0">
            <a:spAutoFit/>
          </a:bodyPr>
          <a:lstStyle/>
          <a:p>
            <a:r>
              <a:rPr lang="en-US" altLang="ja-JP" sz="1200" dirty="0">
                <a:solidFill>
                  <a:srgbClr val="C00000"/>
                </a:solidFill>
              </a:rPr>
              <a:t>1</a:t>
            </a:r>
            <a:r>
              <a:rPr lang="ja-JP" altLang="en-US" sz="1200">
                <a:solidFill>
                  <a:srgbClr val="C00000"/>
                </a:solidFill>
              </a:rPr>
              <a:t>分間の買電力量</a:t>
            </a:r>
            <a:endParaRPr lang="en-US" altLang="ja-JP" sz="1200" dirty="0">
              <a:solidFill>
                <a:srgbClr val="C00000"/>
              </a:solidFill>
            </a:endParaRPr>
          </a:p>
          <a:p>
            <a:r>
              <a:rPr lang="ja-JP" altLang="en-US" sz="1200">
                <a:solidFill>
                  <a:srgbClr val="C00000"/>
                </a:solidFill>
              </a:rPr>
              <a:t>の最大値</a:t>
            </a:r>
            <a:endParaRPr kumimoji="1" lang="ja-JP" altLang="en-US" sz="1600">
              <a:solidFill>
                <a:srgbClr val="C00000"/>
              </a:solidFill>
            </a:endParaRPr>
          </a:p>
        </p:txBody>
      </p:sp>
    </p:spTree>
    <p:extLst>
      <p:ext uri="{BB962C8B-B14F-4D97-AF65-F5344CB8AC3E}">
        <p14:creationId xmlns:p14="http://schemas.microsoft.com/office/powerpoint/2010/main" val="523544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456698" y="189791"/>
            <a:ext cx="4230645" cy="584775"/>
          </a:xfrm>
          <a:prstGeom prst="rect">
            <a:avLst/>
          </a:prstGeom>
          <a:noFill/>
        </p:spPr>
        <p:txBody>
          <a:bodyPr wrap="none" rtlCol="0">
            <a:spAutoFit/>
          </a:bodyPr>
          <a:lstStyle/>
          <a:p>
            <a:r>
              <a:rPr lang="ja-JP" altLang="en-US" sz="3200"/>
              <a:t>動的計画モデルの結果</a:t>
            </a:r>
            <a:endParaRPr kumimoji="1" lang="ja-JP" altLang="en-US" sz="3200"/>
          </a:p>
        </p:txBody>
      </p:sp>
      <p:sp>
        <p:nvSpPr>
          <p:cNvPr id="4" name="テキスト ボックス 3">
            <a:extLst>
              <a:ext uri="{FF2B5EF4-FFF2-40B4-BE49-F238E27FC236}">
                <a16:creationId xmlns:a16="http://schemas.microsoft.com/office/drawing/2014/main" id="{B2C9D9DE-72D6-8842-22DC-027E66710CB5}"/>
              </a:ext>
            </a:extLst>
          </p:cNvPr>
          <p:cNvSpPr txBox="1"/>
          <p:nvPr/>
        </p:nvSpPr>
        <p:spPr>
          <a:xfrm>
            <a:off x="539552" y="1095127"/>
            <a:ext cx="2270173" cy="461665"/>
          </a:xfrm>
          <a:prstGeom prst="rect">
            <a:avLst/>
          </a:prstGeom>
          <a:noFill/>
        </p:spPr>
        <p:txBody>
          <a:bodyPr wrap="none" rtlCol="0">
            <a:spAutoFit/>
          </a:bodyPr>
          <a:lstStyle/>
          <a:p>
            <a:pPr algn="l"/>
            <a:r>
              <a:rPr kumimoji="1" lang="ja-JP" altLang="en-US"/>
              <a:t>・</a:t>
            </a:r>
            <a:r>
              <a:rPr lang="ja-JP" altLang="en-US"/>
              <a:t>蓄電池の残量</a:t>
            </a:r>
            <a:r>
              <a:rPr lang="en-US" altLang="ja-JP" dirty="0"/>
              <a:t> </a:t>
            </a:r>
            <a:endParaRPr kumimoji="1" lang="ja-JP" altLang="en-US"/>
          </a:p>
        </p:txBody>
      </p:sp>
      <p:pic>
        <p:nvPicPr>
          <p:cNvPr id="14" name="図 13">
            <a:extLst>
              <a:ext uri="{FF2B5EF4-FFF2-40B4-BE49-F238E27FC236}">
                <a16:creationId xmlns:a16="http://schemas.microsoft.com/office/drawing/2014/main" id="{D6443206-E7FF-78AD-ACAD-43E905C994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1556792"/>
            <a:ext cx="6264696" cy="4758021"/>
          </a:xfrm>
          <a:prstGeom prst="rect">
            <a:avLst/>
          </a:prstGeom>
        </p:spPr>
      </p:pic>
      <p:sp>
        <p:nvSpPr>
          <p:cNvPr id="20" name="テキスト ボックス 19">
            <a:extLst>
              <a:ext uri="{FF2B5EF4-FFF2-40B4-BE49-F238E27FC236}">
                <a16:creationId xmlns:a16="http://schemas.microsoft.com/office/drawing/2014/main" id="{DC46D3A0-E8F9-7B8A-FDB1-583ED568EBE4}"/>
              </a:ext>
            </a:extLst>
          </p:cNvPr>
          <p:cNvSpPr txBox="1"/>
          <p:nvPr/>
        </p:nvSpPr>
        <p:spPr>
          <a:xfrm>
            <a:off x="6156176" y="1556792"/>
            <a:ext cx="2987824" cy="830997"/>
          </a:xfrm>
          <a:prstGeom prst="rect">
            <a:avLst/>
          </a:prstGeom>
          <a:solidFill>
            <a:schemeClr val="bg1"/>
          </a:solidFill>
        </p:spPr>
        <p:txBody>
          <a:bodyPr wrap="square">
            <a:spAutoFit/>
          </a:bodyPr>
          <a:lstStyle/>
          <a:p>
            <a:r>
              <a:rPr lang="ja-JP" altLang="en-US">
                <a:solidFill>
                  <a:srgbClr val="C00000"/>
                </a:solidFill>
              </a:rPr>
              <a:t>赤：線形計画モデル</a:t>
            </a:r>
            <a:endParaRPr lang="en-US" altLang="ja-JP" dirty="0">
              <a:solidFill>
                <a:srgbClr val="C00000"/>
              </a:solidFill>
            </a:endParaRPr>
          </a:p>
          <a:p>
            <a:r>
              <a:rPr lang="ja-JP" altLang="en-US">
                <a:solidFill>
                  <a:srgbClr val="0000FF"/>
                </a:solidFill>
              </a:rPr>
              <a:t>青：動的</a:t>
            </a:r>
            <a:r>
              <a:rPr kumimoji="1" lang="ja-JP" altLang="en-US">
                <a:solidFill>
                  <a:srgbClr val="0000FF"/>
                </a:solidFill>
              </a:rPr>
              <a:t>計画モデル</a:t>
            </a:r>
            <a:endParaRPr lang="ja-JP" altLang="en-US">
              <a:solidFill>
                <a:srgbClr val="0000FF"/>
              </a:solidFill>
            </a:endParaRPr>
          </a:p>
        </p:txBody>
      </p:sp>
    </p:spTree>
    <p:extLst>
      <p:ext uri="{BB962C8B-B14F-4D97-AF65-F5344CB8AC3E}">
        <p14:creationId xmlns:p14="http://schemas.microsoft.com/office/powerpoint/2010/main" val="2320874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352511" y="189791"/>
            <a:ext cx="4439036" cy="584775"/>
          </a:xfrm>
          <a:prstGeom prst="rect">
            <a:avLst/>
          </a:prstGeom>
          <a:noFill/>
        </p:spPr>
        <p:txBody>
          <a:bodyPr wrap="none" rtlCol="0">
            <a:spAutoFit/>
          </a:bodyPr>
          <a:lstStyle/>
          <a:p>
            <a:r>
              <a:rPr kumimoji="1" lang="en-US" altLang="ja-JP" sz="3200" dirty="0"/>
              <a:t>2</a:t>
            </a:r>
            <a:r>
              <a:rPr kumimoji="1" lang="ja-JP" altLang="en-US" sz="3200"/>
              <a:t>つのモデルの計算時間</a:t>
            </a:r>
          </a:p>
        </p:txBody>
      </p:sp>
      <p:pic>
        <p:nvPicPr>
          <p:cNvPr id="13" name="図 12">
            <a:extLst>
              <a:ext uri="{FF2B5EF4-FFF2-40B4-BE49-F238E27FC236}">
                <a16:creationId xmlns:a16="http://schemas.microsoft.com/office/drawing/2014/main" id="{959A1AFB-E7CB-8B26-E175-9B2E1EA3ED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1084924"/>
            <a:ext cx="6250868" cy="4688151"/>
          </a:xfrm>
          <a:prstGeom prst="rect">
            <a:avLst/>
          </a:prstGeom>
        </p:spPr>
      </p:pic>
      <p:sp>
        <p:nvSpPr>
          <p:cNvPr id="15" name="テキスト ボックス 14">
            <a:extLst>
              <a:ext uri="{FF2B5EF4-FFF2-40B4-BE49-F238E27FC236}">
                <a16:creationId xmlns:a16="http://schemas.microsoft.com/office/drawing/2014/main" id="{0DF6B52C-E392-34D4-D571-C6BE15336719}"/>
              </a:ext>
            </a:extLst>
          </p:cNvPr>
          <p:cNvSpPr txBox="1"/>
          <p:nvPr/>
        </p:nvSpPr>
        <p:spPr>
          <a:xfrm>
            <a:off x="2051720" y="5976723"/>
            <a:ext cx="9505056" cy="369332"/>
          </a:xfrm>
          <a:prstGeom prst="rect">
            <a:avLst/>
          </a:prstGeom>
          <a:noFill/>
        </p:spPr>
        <p:txBody>
          <a:bodyPr wrap="square">
            <a:spAutoFit/>
          </a:bodyPr>
          <a:lstStyle/>
          <a:p>
            <a:pPr algn="l"/>
            <a:r>
              <a:rPr lang="ja-JP" altLang="en-US" sz="1800" b="1" i="0" u="none" strike="noStrike">
                <a:solidFill>
                  <a:srgbClr val="C00000"/>
                </a:solidFill>
                <a:effectLst/>
                <a:latin typeface="-webkit-standard"/>
              </a:rPr>
              <a:t>動的計画モデルの方が期の数に対する</a:t>
            </a:r>
            <a:r>
              <a:rPr lang="en-US" altLang="ja-JP" sz="1800" b="1" i="0" u="none" strike="noStrike" dirty="0">
                <a:solidFill>
                  <a:srgbClr val="C00000"/>
                </a:solidFill>
                <a:effectLst/>
                <a:latin typeface="-webkit-standard"/>
              </a:rPr>
              <a:t>CPU</a:t>
            </a:r>
            <a:r>
              <a:rPr lang="ja-JP" altLang="en-US" sz="1800" b="1" i="0" u="none" strike="noStrike">
                <a:solidFill>
                  <a:srgbClr val="C00000"/>
                </a:solidFill>
                <a:effectLst/>
                <a:latin typeface="-webkit-standard"/>
              </a:rPr>
              <a:t>時間の増加量が小さい</a:t>
            </a:r>
            <a:endParaRPr kumimoji="1" lang="ja-JP" altLang="en-US" sz="1800" b="1">
              <a:solidFill>
                <a:srgbClr val="C00000"/>
              </a:solidFill>
            </a:endParaRPr>
          </a:p>
        </p:txBody>
      </p:sp>
    </p:spTree>
    <p:extLst>
      <p:ext uri="{BB962C8B-B14F-4D97-AF65-F5344CB8AC3E}">
        <p14:creationId xmlns:p14="http://schemas.microsoft.com/office/powerpoint/2010/main" val="9455454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810165" y="189791"/>
            <a:ext cx="3523722" cy="584775"/>
          </a:xfrm>
          <a:prstGeom prst="rect">
            <a:avLst/>
          </a:prstGeom>
          <a:noFill/>
        </p:spPr>
        <p:txBody>
          <a:bodyPr wrap="none" rtlCol="0">
            <a:spAutoFit/>
          </a:bodyPr>
          <a:lstStyle/>
          <a:p>
            <a:r>
              <a:rPr lang="ja-JP" altLang="en-US" sz="3200"/>
              <a:t>まとめ・今後の課題</a:t>
            </a:r>
            <a:endParaRPr kumimoji="1" lang="ja-JP" altLang="en-US" sz="3200"/>
          </a:p>
        </p:txBody>
      </p:sp>
      <p:sp>
        <p:nvSpPr>
          <p:cNvPr id="2" name="テキスト ボックス 1">
            <a:extLst>
              <a:ext uri="{FF2B5EF4-FFF2-40B4-BE49-F238E27FC236}">
                <a16:creationId xmlns:a16="http://schemas.microsoft.com/office/drawing/2014/main" id="{3808DA50-A474-3BBC-8FAF-71DF30B5C7A1}"/>
              </a:ext>
            </a:extLst>
          </p:cNvPr>
          <p:cNvSpPr txBox="1"/>
          <p:nvPr/>
        </p:nvSpPr>
        <p:spPr>
          <a:xfrm>
            <a:off x="323528" y="1354703"/>
            <a:ext cx="3096344" cy="523220"/>
          </a:xfrm>
          <a:prstGeom prst="rect">
            <a:avLst/>
          </a:prstGeom>
          <a:solidFill>
            <a:schemeClr val="bg1"/>
          </a:solidFill>
        </p:spPr>
        <p:txBody>
          <a:bodyPr wrap="square" rtlCol="0">
            <a:spAutoFit/>
          </a:bodyPr>
          <a:lstStyle/>
          <a:p>
            <a:pPr algn="l"/>
            <a:r>
              <a:rPr lang="ja-JP" altLang="en-US" sz="2800" b="1"/>
              <a:t>まとめ</a:t>
            </a:r>
            <a:endParaRPr lang="en-US" altLang="ja-JP" sz="2800" b="1" dirty="0"/>
          </a:p>
        </p:txBody>
      </p:sp>
      <p:sp>
        <p:nvSpPr>
          <p:cNvPr id="3" name="テキスト ボックス 2">
            <a:extLst>
              <a:ext uri="{FF2B5EF4-FFF2-40B4-BE49-F238E27FC236}">
                <a16:creationId xmlns:a16="http://schemas.microsoft.com/office/drawing/2014/main" id="{5D925104-FFB0-1B7F-893D-EE35F74CB1A9}"/>
              </a:ext>
            </a:extLst>
          </p:cNvPr>
          <p:cNvSpPr txBox="1"/>
          <p:nvPr/>
        </p:nvSpPr>
        <p:spPr>
          <a:xfrm>
            <a:off x="323528" y="4811087"/>
            <a:ext cx="4691268" cy="523220"/>
          </a:xfrm>
          <a:prstGeom prst="rect">
            <a:avLst/>
          </a:prstGeom>
          <a:noFill/>
        </p:spPr>
        <p:txBody>
          <a:bodyPr wrap="square">
            <a:spAutoFit/>
          </a:bodyPr>
          <a:lstStyle/>
          <a:p>
            <a:pPr algn="l"/>
            <a:r>
              <a:rPr lang="ja-JP" altLang="en-US" sz="2800" b="1"/>
              <a:t>今後の課題</a:t>
            </a:r>
            <a:endParaRPr lang="en-US" altLang="ja-JP" sz="2800" b="1" dirty="0"/>
          </a:p>
        </p:txBody>
      </p:sp>
      <p:sp>
        <p:nvSpPr>
          <p:cNvPr id="4" name="テキスト ボックス 3">
            <a:extLst>
              <a:ext uri="{FF2B5EF4-FFF2-40B4-BE49-F238E27FC236}">
                <a16:creationId xmlns:a16="http://schemas.microsoft.com/office/drawing/2014/main" id="{636A7C43-78BC-FEC5-AB40-1CE47BEFE6BA}"/>
              </a:ext>
            </a:extLst>
          </p:cNvPr>
          <p:cNvSpPr txBox="1"/>
          <p:nvPr/>
        </p:nvSpPr>
        <p:spPr>
          <a:xfrm>
            <a:off x="881228" y="1786751"/>
            <a:ext cx="7939243" cy="2800767"/>
          </a:xfrm>
          <a:prstGeom prst="rect">
            <a:avLst/>
          </a:prstGeom>
          <a:noFill/>
        </p:spPr>
        <p:txBody>
          <a:bodyPr wrap="square">
            <a:spAutoFit/>
          </a:bodyPr>
          <a:lstStyle/>
          <a:p>
            <a:pPr algn="l"/>
            <a:r>
              <a:rPr lang="ja-JP" altLang="en-US" sz="2400"/>
              <a:t>・工場を対象に</a:t>
            </a:r>
            <a:r>
              <a:rPr lang="en-US" altLang="ja-JP" sz="2400" dirty="0"/>
              <a:t>2</a:t>
            </a:r>
            <a:r>
              <a:rPr lang="ja-JP" altLang="en-US" sz="2400"/>
              <a:t>つの数理計画モデルを構築</a:t>
            </a:r>
            <a:endParaRPr lang="en-US" altLang="ja-JP" sz="2400" dirty="0"/>
          </a:p>
          <a:p>
            <a:pPr algn="l"/>
            <a:r>
              <a:rPr lang="ja-JP" altLang="en-US"/>
              <a:t>　　</a:t>
            </a:r>
            <a:r>
              <a:rPr lang="en-US" altLang="ja-JP" dirty="0"/>
              <a:t>- </a:t>
            </a:r>
            <a:r>
              <a:rPr lang="ja-JP" altLang="en-US"/>
              <a:t>線形計画モデルに加え，</a:t>
            </a:r>
            <a:r>
              <a:rPr lang="ja-JP" altLang="en-US" b="1" u="sng"/>
              <a:t>新たに動的計画モデルを構築</a:t>
            </a:r>
            <a:endParaRPr lang="en-US" altLang="ja-JP" sz="2400" b="1" u="sng" dirty="0"/>
          </a:p>
          <a:p>
            <a:pPr algn="l"/>
            <a:endParaRPr lang="en-US" altLang="ja-JP" sz="1600" dirty="0"/>
          </a:p>
          <a:p>
            <a:pPr algn="l"/>
            <a:r>
              <a:rPr lang="ja-JP" altLang="en-US" sz="2400"/>
              <a:t>・線形計画モデルおよび動的計画モデルの双方が</a:t>
            </a:r>
            <a:endParaRPr lang="en-US" altLang="ja-JP" sz="2400" dirty="0"/>
          </a:p>
          <a:p>
            <a:pPr algn="l"/>
            <a:r>
              <a:rPr lang="ja-JP" altLang="en-US"/>
              <a:t>　合理的な挙動を示すことを確認</a:t>
            </a:r>
            <a:endParaRPr lang="en-US" altLang="ja-JP" dirty="0"/>
          </a:p>
          <a:p>
            <a:pPr algn="l"/>
            <a:endParaRPr lang="en-US" altLang="ja-JP" sz="1600" dirty="0"/>
          </a:p>
          <a:p>
            <a:pPr algn="l"/>
            <a:r>
              <a:rPr lang="ja-JP" altLang="en-US"/>
              <a:t>・動的計画モデルは蓄電池の残量を離散化</a:t>
            </a:r>
            <a:endParaRPr lang="en-US" altLang="ja-JP" dirty="0"/>
          </a:p>
          <a:p>
            <a:pPr algn="l"/>
            <a:r>
              <a:rPr lang="ja-JP" altLang="en-US"/>
              <a:t>　しなければならないが，</a:t>
            </a:r>
            <a:r>
              <a:rPr lang="ja-JP" altLang="en-US" b="1" i="0" u="sng" strike="noStrike">
                <a:solidFill>
                  <a:srgbClr val="000000"/>
                </a:solidFill>
                <a:effectLst/>
              </a:rPr>
              <a:t>長期間</a:t>
            </a:r>
            <a:r>
              <a:rPr lang="ja-JP" altLang="en-US" b="1" i="0" u="sng" strike="noStrike">
                <a:solidFill>
                  <a:srgbClr val="000000"/>
                </a:solidFill>
                <a:effectLst/>
                <a:latin typeface="-webkit-standard"/>
              </a:rPr>
              <a:t>の電力運用計画に適する</a:t>
            </a:r>
            <a:endParaRPr lang="en-US" altLang="ja-JP" b="1" u="sng" dirty="0"/>
          </a:p>
        </p:txBody>
      </p:sp>
      <p:sp>
        <p:nvSpPr>
          <p:cNvPr id="5" name="テキスト ボックス 4">
            <a:extLst>
              <a:ext uri="{FF2B5EF4-FFF2-40B4-BE49-F238E27FC236}">
                <a16:creationId xmlns:a16="http://schemas.microsoft.com/office/drawing/2014/main" id="{75601830-4103-8FE9-852A-5FBAA54AF05F}"/>
              </a:ext>
            </a:extLst>
          </p:cNvPr>
          <p:cNvSpPr txBox="1"/>
          <p:nvPr/>
        </p:nvSpPr>
        <p:spPr>
          <a:xfrm>
            <a:off x="881227" y="5334307"/>
            <a:ext cx="7939243" cy="830997"/>
          </a:xfrm>
          <a:prstGeom prst="rect">
            <a:avLst/>
          </a:prstGeom>
          <a:noFill/>
        </p:spPr>
        <p:txBody>
          <a:bodyPr wrap="square">
            <a:spAutoFit/>
          </a:bodyPr>
          <a:lstStyle/>
          <a:p>
            <a:pPr algn="l"/>
            <a:r>
              <a:rPr lang="ja-JP" altLang="en-US" sz="2400"/>
              <a:t>・太陽光発電量や売買電単価などを</a:t>
            </a:r>
            <a:r>
              <a:rPr lang="ja-JP" altLang="en-US" b="1" u="sng"/>
              <a:t>予測値</a:t>
            </a:r>
            <a:r>
              <a:rPr lang="ja-JP" altLang="en-US"/>
              <a:t>として</a:t>
            </a:r>
            <a:endParaRPr lang="en-US" altLang="ja-JP" dirty="0"/>
          </a:p>
          <a:p>
            <a:pPr algn="l"/>
            <a:r>
              <a:rPr lang="ja-JP" altLang="en-US"/>
              <a:t>　扱った場合のモデルの構築</a:t>
            </a:r>
            <a:endParaRPr lang="en-US" altLang="ja-JP" sz="2400" dirty="0"/>
          </a:p>
        </p:txBody>
      </p:sp>
    </p:spTree>
    <p:extLst>
      <p:ext uri="{BB962C8B-B14F-4D97-AF65-F5344CB8AC3E}">
        <p14:creationId xmlns:p14="http://schemas.microsoft.com/office/powerpoint/2010/main" val="3363354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05302" y="189791"/>
            <a:ext cx="8733480" cy="584775"/>
          </a:xfrm>
          <a:prstGeom prst="rect">
            <a:avLst/>
          </a:prstGeom>
          <a:noFill/>
        </p:spPr>
        <p:txBody>
          <a:bodyPr wrap="none" rtlCol="0">
            <a:spAutoFit/>
          </a:bodyPr>
          <a:lstStyle/>
          <a:p>
            <a:r>
              <a:rPr lang="ja-JP" altLang="en-US" sz="3200"/>
              <a:t>動的計画モデルにおける蓄電池の残量の刻み幅</a:t>
            </a:r>
            <a:endParaRPr kumimoji="1" lang="ja-JP" altLang="en-US" sz="3200"/>
          </a:p>
        </p:txBody>
      </p:sp>
      <mc:AlternateContent xmlns:mc="http://schemas.openxmlformats.org/markup-compatibility/2006">
        <mc:Choice xmlns:a14="http://schemas.microsoft.com/office/drawing/2010/main" Requires="a14">
          <p:graphicFrame>
            <p:nvGraphicFramePr>
              <p:cNvPr id="5" name="表 4">
                <a:extLst>
                  <a:ext uri="{FF2B5EF4-FFF2-40B4-BE49-F238E27FC236}">
                    <a16:creationId xmlns:a16="http://schemas.microsoft.com/office/drawing/2014/main" id="{4C1459C5-E430-2567-D059-73590D00577C}"/>
                  </a:ext>
                </a:extLst>
              </p:cNvPr>
              <p:cNvGraphicFramePr>
                <a:graphicFrameLocks noGrp="1"/>
              </p:cNvGraphicFramePr>
              <p:nvPr>
                <p:extLst>
                  <p:ext uri="{D42A27DB-BD31-4B8C-83A1-F6EECF244321}">
                    <p14:modId xmlns:p14="http://schemas.microsoft.com/office/powerpoint/2010/main" val="1237474140"/>
                  </p:ext>
                </p:extLst>
              </p:nvPr>
            </p:nvGraphicFramePr>
            <p:xfrm>
              <a:off x="287525" y="2564904"/>
              <a:ext cx="8568949" cy="2174916"/>
            </p:xfrm>
            <a:graphic>
              <a:graphicData uri="http://schemas.openxmlformats.org/drawingml/2006/table">
                <a:tbl>
                  <a:tblPr firstRow="1" bandRow="1">
                    <a:tableStyleId>{5940675A-B579-460E-94D1-54222C63F5DA}</a:tableStyleId>
                  </a:tblPr>
                  <a:tblGrid>
                    <a:gridCol w="4532338">
                      <a:extLst>
                        <a:ext uri="{9D8B030D-6E8A-4147-A177-3AD203B41FA5}">
                          <a16:colId xmlns:a16="http://schemas.microsoft.com/office/drawing/2014/main" val="2515254701"/>
                        </a:ext>
                      </a:extLst>
                    </a:gridCol>
                    <a:gridCol w="1345538">
                      <a:extLst>
                        <a:ext uri="{9D8B030D-6E8A-4147-A177-3AD203B41FA5}">
                          <a16:colId xmlns:a16="http://schemas.microsoft.com/office/drawing/2014/main" val="499961888"/>
                        </a:ext>
                      </a:extLst>
                    </a:gridCol>
                    <a:gridCol w="1345538">
                      <a:extLst>
                        <a:ext uri="{9D8B030D-6E8A-4147-A177-3AD203B41FA5}">
                          <a16:colId xmlns:a16="http://schemas.microsoft.com/office/drawing/2014/main" val="2767677128"/>
                        </a:ext>
                      </a:extLst>
                    </a:gridCol>
                    <a:gridCol w="1345535">
                      <a:extLst>
                        <a:ext uri="{9D8B030D-6E8A-4147-A177-3AD203B41FA5}">
                          <a16:colId xmlns:a16="http://schemas.microsoft.com/office/drawing/2014/main" val="838981821"/>
                        </a:ext>
                      </a:extLst>
                    </a:gridCol>
                  </a:tblGrid>
                  <a:tr h="476101">
                    <a:tc>
                      <a:txBody>
                        <a:bodyPr/>
                        <a:lstStyle/>
                        <a:p>
                          <a:pPr algn="ctr"/>
                          <a:r>
                            <a:rPr kumimoji="1" lang="ja-JP" altLang="en-US"/>
                            <a:t>蓄電池の残量の刻み幅</a:t>
                          </a:r>
                        </a:p>
                      </a:txBody>
                      <a:tcPr anchor="ctr"/>
                    </a:tc>
                    <a:tc>
                      <a:txBody>
                        <a:bodyPr/>
                        <a:lstStyle/>
                        <a:p>
                          <a:pPr algn="ctr"/>
                          <a:r>
                            <a:rPr kumimoji="1" lang="en-US" altLang="ja-JP" dirty="0"/>
                            <a:t>0.1 kWh</a:t>
                          </a:r>
                        </a:p>
                      </a:txBody>
                      <a:tcPr anchor="ctr"/>
                    </a:tc>
                    <a:tc>
                      <a:txBody>
                        <a:bodyPr/>
                        <a:lstStyle/>
                        <a:p>
                          <a:pPr algn="ctr"/>
                          <a:r>
                            <a:rPr kumimoji="1" lang="en-US" altLang="ja-JP" dirty="0"/>
                            <a:t>0.2 kWh</a:t>
                          </a:r>
                          <a:endParaRPr kumimoji="1" lang="ja-JP" altLang="en-US"/>
                        </a:p>
                      </a:txBody>
                      <a:tcPr anchor="ctr"/>
                    </a:tc>
                    <a:tc>
                      <a:txBody>
                        <a:bodyPr/>
                        <a:lstStyle/>
                        <a:p>
                          <a:pPr algn="ctr"/>
                          <a:r>
                            <a:rPr kumimoji="1" lang="en-US" altLang="ja-JP" dirty="0"/>
                            <a:t>0.4 kWh</a:t>
                          </a:r>
                          <a:endParaRPr kumimoji="1" lang="ja-JP" altLang="en-US"/>
                        </a:p>
                      </a:txBody>
                      <a:tcPr anchor="ctr"/>
                    </a:tc>
                    <a:extLst>
                      <a:ext uri="{0D108BD9-81ED-4DB2-BD59-A6C34878D82A}">
                        <a16:rowId xmlns:a16="http://schemas.microsoft.com/office/drawing/2014/main" val="1966946233"/>
                      </a:ext>
                    </a:extLst>
                  </a:tr>
                  <a:tr h="1167190">
                    <a:tc>
                      <a:txBody>
                        <a:bodyPr/>
                        <a:lstStyle/>
                        <a:p>
                          <a:pPr algn="ctr"/>
                          <a:r>
                            <a:rPr kumimoji="1" lang="en-US" altLang="ja-JP" dirty="0"/>
                            <a:t>LP</a:t>
                          </a:r>
                          <a:r>
                            <a:rPr kumimoji="1" lang="ja-JP" altLang="en-US"/>
                            <a:t>との相対的な差</a:t>
                          </a:r>
                          <a:endParaRPr kumimoji="1" lang="en-US" altLang="ja-JP" dirty="0"/>
                        </a:p>
                        <a:p>
                          <a:pPr algn="ctr"/>
                          <a:r>
                            <a:rPr kumimoji="1" lang="en-US" altLang="ja-JP" dirty="0"/>
                            <a:t>(</a:t>
                          </a:r>
                          <a14:m>
                            <m:oMath xmlns:m="http://schemas.openxmlformats.org/officeDocument/2006/math">
                              <m:f>
                                <m:fPr>
                                  <m:ctrlPr>
                                    <a:rPr kumimoji="1" lang="en-US" altLang="ja-JP" i="1" smtClean="0">
                                      <a:latin typeface="Cambria Math" panose="02040503050406030204" pitchFamily="18" charset="0"/>
                                    </a:rPr>
                                  </m:ctrlPr>
                                </m:fPr>
                                <m:num>
                                  <m:r>
                                    <a:rPr kumimoji="1" lang="en-US" altLang="ja-JP" b="0" i="0" smtClean="0">
                                      <a:latin typeface="Cambria Math" panose="02040503050406030204" pitchFamily="18" charset="0"/>
                                    </a:rPr>
                                    <m:t>|</m:t>
                                  </m:r>
                                  <m:r>
                                    <m:rPr>
                                      <m:sty m:val="p"/>
                                    </m:rPr>
                                    <a:rPr kumimoji="1" lang="en-US" altLang="ja-JP" b="0" i="0" smtClean="0">
                                      <a:latin typeface="Cambria Math" panose="02040503050406030204" pitchFamily="18" charset="0"/>
                                    </a:rPr>
                                    <m:t>DP</m:t>
                                  </m:r>
                                  <m:r>
                                    <a:rPr kumimoji="1" lang="ja-JP" altLang="en-US" b="0" i="1" smtClean="0">
                                      <a:latin typeface="Cambria Math" panose="02040503050406030204" pitchFamily="18" charset="0"/>
                                    </a:rPr>
                                    <m:t>の目的関数値</m:t>
                                  </m:r>
                                  <m:r>
                                    <a:rPr kumimoji="1" lang="en-US" altLang="ja-JP" b="0" i="1" smtClean="0">
                                      <a:latin typeface="Cambria Math" panose="02040503050406030204" pitchFamily="18" charset="0"/>
                                    </a:rPr>
                                    <m:t>−</m:t>
                                  </m:r>
                                  <m:r>
                                    <m:rPr>
                                      <m:sty m:val="p"/>
                                    </m:rPr>
                                    <a:rPr kumimoji="1" lang="en-US" altLang="ja-JP" b="0" i="0" smtClean="0">
                                      <a:latin typeface="Cambria Math" panose="02040503050406030204" pitchFamily="18" charset="0"/>
                                      <a:ea typeface="+mn-ea"/>
                                    </a:rPr>
                                    <m:t>LP</m:t>
                                  </m:r>
                                  <m:r>
                                    <a:rPr kumimoji="1" lang="ja-JP" altLang="en-US" b="0" i="1" smtClean="0">
                                      <a:latin typeface="Cambria Math" panose="02040503050406030204" pitchFamily="18" charset="0"/>
                                    </a:rPr>
                                    <m:t>の目的関数値</m:t>
                                  </m:r>
                                  <m:r>
                                    <a:rPr kumimoji="1" lang="en-US" altLang="ja-JP" b="0" i="1" smtClean="0">
                                      <a:latin typeface="Cambria Math" panose="02040503050406030204" pitchFamily="18" charset="0"/>
                                    </a:rPr>
                                    <m:t>|</m:t>
                                  </m:r>
                                </m:num>
                                <m:den>
                                  <m:r>
                                    <a:rPr kumimoji="1" lang="en-US" altLang="ja-JP" b="0" i="0" smtClean="0">
                                      <a:latin typeface="Cambria Math" panose="02040503050406030204" pitchFamily="18" charset="0"/>
                                    </a:rPr>
                                    <m:t>|</m:t>
                                  </m:r>
                                  <m:r>
                                    <m:rPr>
                                      <m:sty m:val="p"/>
                                    </m:rPr>
                                    <a:rPr kumimoji="1" lang="en-US" altLang="ja-JP" b="0" i="0" smtClean="0">
                                      <a:latin typeface="Cambria Math" panose="02040503050406030204" pitchFamily="18" charset="0"/>
                                      <a:ea typeface="+mn-ea"/>
                                    </a:rPr>
                                    <m:t>LP</m:t>
                                  </m:r>
                                  <m:r>
                                    <a:rPr kumimoji="1" lang="ja-JP" altLang="en-US" b="0" i="1" smtClean="0">
                                      <a:latin typeface="Cambria Math" panose="02040503050406030204" pitchFamily="18" charset="0"/>
                                    </a:rPr>
                                    <m:t>の目的関数値</m:t>
                                  </m:r>
                                  <m:r>
                                    <a:rPr kumimoji="1" lang="en-US" altLang="ja-JP" b="0" i="1" smtClean="0">
                                      <a:latin typeface="Cambria Math" panose="02040503050406030204" pitchFamily="18" charset="0"/>
                                    </a:rPr>
                                    <m:t>|</m:t>
                                  </m:r>
                                </m:den>
                              </m:f>
                            </m:oMath>
                          </a14:m>
                          <a:r>
                            <a:rPr kumimoji="1" lang="en-US" altLang="ja-JP" dirty="0"/>
                            <a:t>)</a:t>
                          </a:r>
                          <a:endParaRPr kumimoji="1" lang="ja-JP" altLang="en-US"/>
                        </a:p>
                      </a:txBody>
                      <a:tcPr anchor="ctr"/>
                    </a:tc>
                    <a:tc>
                      <a:txBody>
                        <a:bodyPr/>
                        <a:lstStyle/>
                        <a:p>
                          <a:pPr algn="ctr"/>
                          <a:r>
                            <a:rPr kumimoji="1" lang="en-US" altLang="ja-JP" b="1" dirty="0">
                              <a:solidFill>
                                <a:srgbClr val="C00000"/>
                              </a:solidFill>
                            </a:rPr>
                            <a:t>0.046</a:t>
                          </a:r>
                          <a:endParaRPr kumimoji="1" lang="ja-JP" altLang="en-US" b="1">
                            <a:solidFill>
                              <a:srgbClr val="C00000"/>
                            </a:solidFill>
                          </a:endParaRPr>
                        </a:p>
                      </a:txBody>
                      <a:tcPr anchor="ctr"/>
                    </a:tc>
                    <a:tc>
                      <a:txBody>
                        <a:bodyPr/>
                        <a:lstStyle/>
                        <a:p>
                          <a:pPr algn="ctr"/>
                          <a:r>
                            <a:rPr kumimoji="1" lang="en-US" altLang="ja-JP" b="1" dirty="0"/>
                            <a:t>0.080</a:t>
                          </a:r>
                          <a:endParaRPr kumimoji="1" lang="ja-JP" altLang="en-US" b="1"/>
                        </a:p>
                      </a:txBody>
                      <a:tcPr anchor="ctr"/>
                    </a:tc>
                    <a:tc>
                      <a:txBody>
                        <a:bodyPr/>
                        <a:lstStyle/>
                        <a:p>
                          <a:pPr algn="ctr"/>
                          <a:r>
                            <a:rPr kumimoji="1" lang="en-US" altLang="ja-JP" b="1" dirty="0">
                              <a:solidFill>
                                <a:srgbClr val="0070C0"/>
                              </a:solidFill>
                            </a:rPr>
                            <a:t>0.145</a:t>
                          </a:r>
                          <a:endParaRPr kumimoji="1" lang="ja-JP" altLang="en-US" b="1">
                            <a:solidFill>
                              <a:srgbClr val="0070C0"/>
                            </a:solidFill>
                          </a:endParaRPr>
                        </a:p>
                      </a:txBody>
                      <a:tcPr anchor="ctr"/>
                    </a:tc>
                    <a:extLst>
                      <a:ext uri="{0D108BD9-81ED-4DB2-BD59-A6C34878D82A}">
                        <a16:rowId xmlns:a16="http://schemas.microsoft.com/office/drawing/2014/main" val="2189100758"/>
                      </a:ext>
                    </a:extLst>
                  </a:tr>
                  <a:tr h="531625">
                    <a:tc>
                      <a:txBody>
                        <a:bodyPr/>
                        <a:lstStyle/>
                        <a:p>
                          <a:pPr algn="ctr"/>
                          <a:r>
                            <a:rPr kumimoji="1" lang="en-US" altLang="ja-JP" dirty="0"/>
                            <a:t>CPU</a:t>
                          </a:r>
                          <a:r>
                            <a:rPr kumimoji="1" lang="ja-JP" altLang="en-US"/>
                            <a:t>時間</a:t>
                          </a:r>
                          <a:r>
                            <a:rPr kumimoji="1" lang="en-US" altLang="ja-JP" dirty="0"/>
                            <a:t>(</a:t>
                          </a:r>
                          <a:r>
                            <a:rPr kumimoji="1" lang="ja-JP" altLang="en-US"/>
                            <a:t>秒</a:t>
                          </a:r>
                          <a:r>
                            <a:rPr kumimoji="1" lang="en-US" altLang="ja-JP" dirty="0"/>
                            <a:t>)</a:t>
                          </a:r>
                          <a:endParaRPr kumimoji="1" lang="ja-JP" altLang="en-US"/>
                        </a:p>
                      </a:txBody>
                      <a:tcPr anchor="ctr"/>
                    </a:tc>
                    <a:tc>
                      <a:txBody>
                        <a:bodyPr/>
                        <a:lstStyle/>
                        <a:p>
                          <a:pPr algn="ctr"/>
                          <a:r>
                            <a:rPr kumimoji="1" lang="en-US" altLang="ja-JP" b="1" dirty="0">
                              <a:solidFill>
                                <a:srgbClr val="0070C0"/>
                              </a:solidFill>
                            </a:rPr>
                            <a:t>125.0</a:t>
                          </a:r>
                          <a:endParaRPr kumimoji="1" lang="ja-JP" altLang="en-US" b="1">
                            <a:solidFill>
                              <a:srgbClr val="0070C0"/>
                            </a:solidFill>
                          </a:endParaRPr>
                        </a:p>
                      </a:txBody>
                      <a:tcPr anchor="ctr"/>
                    </a:tc>
                    <a:tc>
                      <a:txBody>
                        <a:bodyPr/>
                        <a:lstStyle/>
                        <a:p>
                          <a:pPr algn="ctr"/>
                          <a:r>
                            <a:rPr kumimoji="1" lang="en-US" altLang="ja-JP" b="1" dirty="0"/>
                            <a:t>34.7</a:t>
                          </a:r>
                          <a:endParaRPr kumimoji="1" lang="ja-JP" altLang="en-US" b="1"/>
                        </a:p>
                      </a:txBody>
                      <a:tcPr anchor="ctr"/>
                    </a:tc>
                    <a:tc>
                      <a:txBody>
                        <a:bodyPr/>
                        <a:lstStyle/>
                        <a:p>
                          <a:pPr algn="ctr"/>
                          <a:r>
                            <a:rPr kumimoji="1" lang="en-US" altLang="ja-JP" b="1" dirty="0">
                              <a:solidFill>
                                <a:srgbClr val="C00000"/>
                              </a:solidFill>
                            </a:rPr>
                            <a:t>10.8</a:t>
                          </a:r>
                          <a:endParaRPr kumimoji="1" lang="ja-JP" altLang="en-US" b="1">
                            <a:solidFill>
                              <a:srgbClr val="C00000"/>
                            </a:solidFill>
                          </a:endParaRPr>
                        </a:p>
                      </a:txBody>
                      <a:tcPr anchor="ctr"/>
                    </a:tc>
                    <a:extLst>
                      <a:ext uri="{0D108BD9-81ED-4DB2-BD59-A6C34878D82A}">
                        <a16:rowId xmlns:a16="http://schemas.microsoft.com/office/drawing/2014/main" val="106673750"/>
                      </a:ext>
                    </a:extLst>
                  </a:tr>
                </a:tbl>
              </a:graphicData>
            </a:graphic>
          </p:graphicFrame>
        </mc:Choice>
        <mc:Fallback>
          <p:graphicFrame>
            <p:nvGraphicFramePr>
              <p:cNvPr id="5" name="表 4">
                <a:extLst>
                  <a:ext uri="{FF2B5EF4-FFF2-40B4-BE49-F238E27FC236}">
                    <a16:creationId xmlns:a16="http://schemas.microsoft.com/office/drawing/2014/main" id="{4C1459C5-E430-2567-D059-73590D00577C}"/>
                  </a:ext>
                </a:extLst>
              </p:cNvPr>
              <p:cNvGraphicFramePr>
                <a:graphicFrameLocks noGrp="1"/>
              </p:cNvGraphicFramePr>
              <p:nvPr>
                <p:extLst>
                  <p:ext uri="{D42A27DB-BD31-4B8C-83A1-F6EECF244321}">
                    <p14:modId xmlns:p14="http://schemas.microsoft.com/office/powerpoint/2010/main" val="1237474140"/>
                  </p:ext>
                </p:extLst>
              </p:nvPr>
            </p:nvGraphicFramePr>
            <p:xfrm>
              <a:off x="287525" y="2564904"/>
              <a:ext cx="8568949" cy="2174916"/>
            </p:xfrm>
            <a:graphic>
              <a:graphicData uri="http://schemas.openxmlformats.org/drawingml/2006/table">
                <a:tbl>
                  <a:tblPr firstRow="1" bandRow="1">
                    <a:tableStyleId>{5940675A-B579-460E-94D1-54222C63F5DA}</a:tableStyleId>
                  </a:tblPr>
                  <a:tblGrid>
                    <a:gridCol w="4532338">
                      <a:extLst>
                        <a:ext uri="{9D8B030D-6E8A-4147-A177-3AD203B41FA5}">
                          <a16:colId xmlns:a16="http://schemas.microsoft.com/office/drawing/2014/main" val="2515254701"/>
                        </a:ext>
                      </a:extLst>
                    </a:gridCol>
                    <a:gridCol w="1345538">
                      <a:extLst>
                        <a:ext uri="{9D8B030D-6E8A-4147-A177-3AD203B41FA5}">
                          <a16:colId xmlns:a16="http://schemas.microsoft.com/office/drawing/2014/main" val="499961888"/>
                        </a:ext>
                      </a:extLst>
                    </a:gridCol>
                    <a:gridCol w="1345538">
                      <a:extLst>
                        <a:ext uri="{9D8B030D-6E8A-4147-A177-3AD203B41FA5}">
                          <a16:colId xmlns:a16="http://schemas.microsoft.com/office/drawing/2014/main" val="2767677128"/>
                        </a:ext>
                      </a:extLst>
                    </a:gridCol>
                    <a:gridCol w="1345535">
                      <a:extLst>
                        <a:ext uri="{9D8B030D-6E8A-4147-A177-3AD203B41FA5}">
                          <a16:colId xmlns:a16="http://schemas.microsoft.com/office/drawing/2014/main" val="838981821"/>
                        </a:ext>
                      </a:extLst>
                    </a:gridCol>
                  </a:tblGrid>
                  <a:tr h="476101">
                    <a:tc>
                      <a:txBody>
                        <a:bodyPr/>
                        <a:lstStyle/>
                        <a:p>
                          <a:pPr algn="ctr"/>
                          <a:r>
                            <a:rPr kumimoji="1" lang="ja-JP" altLang="en-US"/>
                            <a:t>蓄電池の残量の刻み幅</a:t>
                          </a:r>
                        </a:p>
                      </a:txBody>
                      <a:tcPr anchor="ctr"/>
                    </a:tc>
                    <a:tc>
                      <a:txBody>
                        <a:bodyPr/>
                        <a:lstStyle/>
                        <a:p>
                          <a:pPr algn="ctr"/>
                          <a:r>
                            <a:rPr kumimoji="1" lang="en-US" altLang="ja-JP" dirty="0"/>
                            <a:t>0.1 kWh</a:t>
                          </a:r>
                        </a:p>
                      </a:txBody>
                      <a:tcPr anchor="ctr"/>
                    </a:tc>
                    <a:tc>
                      <a:txBody>
                        <a:bodyPr/>
                        <a:lstStyle/>
                        <a:p>
                          <a:pPr algn="ctr"/>
                          <a:r>
                            <a:rPr kumimoji="1" lang="en-US" altLang="ja-JP" dirty="0"/>
                            <a:t>0.2 kWh</a:t>
                          </a:r>
                          <a:endParaRPr kumimoji="1" lang="ja-JP" altLang="en-US"/>
                        </a:p>
                      </a:txBody>
                      <a:tcPr anchor="ctr"/>
                    </a:tc>
                    <a:tc>
                      <a:txBody>
                        <a:bodyPr/>
                        <a:lstStyle/>
                        <a:p>
                          <a:pPr algn="ctr"/>
                          <a:r>
                            <a:rPr kumimoji="1" lang="en-US" altLang="ja-JP" dirty="0"/>
                            <a:t>0.4 kWh</a:t>
                          </a:r>
                          <a:endParaRPr kumimoji="1" lang="ja-JP" altLang="en-US"/>
                        </a:p>
                      </a:txBody>
                      <a:tcPr anchor="ctr"/>
                    </a:tc>
                    <a:extLst>
                      <a:ext uri="{0D108BD9-81ED-4DB2-BD59-A6C34878D82A}">
                        <a16:rowId xmlns:a16="http://schemas.microsoft.com/office/drawing/2014/main" val="1966946233"/>
                      </a:ext>
                    </a:extLst>
                  </a:tr>
                  <a:tr h="1167190">
                    <a:tc>
                      <a:txBody>
                        <a:bodyPr/>
                        <a:lstStyle/>
                        <a:p>
                          <a:endParaRPr lang="ja-JP"/>
                        </a:p>
                      </a:txBody>
                      <a:tcPr anchor="ctr">
                        <a:blipFill>
                          <a:blip r:embed="rId3"/>
                          <a:stretch>
                            <a:fillRect t="-40860" r="-89106" b="-46237"/>
                          </a:stretch>
                        </a:blipFill>
                      </a:tcPr>
                    </a:tc>
                    <a:tc>
                      <a:txBody>
                        <a:bodyPr/>
                        <a:lstStyle/>
                        <a:p>
                          <a:pPr algn="ctr"/>
                          <a:r>
                            <a:rPr kumimoji="1" lang="en-US" altLang="ja-JP" b="1" dirty="0">
                              <a:solidFill>
                                <a:srgbClr val="C00000"/>
                              </a:solidFill>
                            </a:rPr>
                            <a:t>0.046</a:t>
                          </a:r>
                          <a:endParaRPr kumimoji="1" lang="ja-JP" altLang="en-US" b="1">
                            <a:solidFill>
                              <a:srgbClr val="C00000"/>
                            </a:solidFill>
                          </a:endParaRPr>
                        </a:p>
                      </a:txBody>
                      <a:tcPr anchor="ctr"/>
                    </a:tc>
                    <a:tc>
                      <a:txBody>
                        <a:bodyPr/>
                        <a:lstStyle/>
                        <a:p>
                          <a:pPr algn="ctr"/>
                          <a:r>
                            <a:rPr kumimoji="1" lang="en-US" altLang="ja-JP" b="1" dirty="0"/>
                            <a:t>0.080</a:t>
                          </a:r>
                          <a:endParaRPr kumimoji="1" lang="ja-JP" altLang="en-US" b="1"/>
                        </a:p>
                      </a:txBody>
                      <a:tcPr anchor="ctr"/>
                    </a:tc>
                    <a:tc>
                      <a:txBody>
                        <a:bodyPr/>
                        <a:lstStyle/>
                        <a:p>
                          <a:pPr algn="ctr"/>
                          <a:r>
                            <a:rPr kumimoji="1" lang="en-US" altLang="ja-JP" b="1" dirty="0">
                              <a:solidFill>
                                <a:srgbClr val="0070C0"/>
                              </a:solidFill>
                            </a:rPr>
                            <a:t>0.145</a:t>
                          </a:r>
                          <a:endParaRPr kumimoji="1" lang="ja-JP" altLang="en-US" b="1">
                            <a:solidFill>
                              <a:srgbClr val="0070C0"/>
                            </a:solidFill>
                          </a:endParaRPr>
                        </a:p>
                      </a:txBody>
                      <a:tcPr anchor="ctr"/>
                    </a:tc>
                    <a:extLst>
                      <a:ext uri="{0D108BD9-81ED-4DB2-BD59-A6C34878D82A}">
                        <a16:rowId xmlns:a16="http://schemas.microsoft.com/office/drawing/2014/main" val="2189100758"/>
                      </a:ext>
                    </a:extLst>
                  </a:tr>
                  <a:tr h="531625">
                    <a:tc>
                      <a:txBody>
                        <a:bodyPr/>
                        <a:lstStyle/>
                        <a:p>
                          <a:pPr algn="ctr"/>
                          <a:r>
                            <a:rPr kumimoji="1" lang="en-US" altLang="ja-JP" dirty="0"/>
                            <a:t>CPU</a:t>
                          </a:r>
                          <a:r>
                            <a:rPr kumimoji="1" lang="ja-JP" altLang="en-US"/>
                            <a:t>時間</a:t>
                          </a:r>
                          <a:r>
                            <a:rPr kumimoji="1" lang="en-US" altLang="ja-JP" dirty="0"/>
                            <a:t>(</a:t>
                          </a:r>
                          <a:r>
                            <a:rPr kumimoji="1" lang="ja-JP" altLang="en-US"/>
                            <a:t>秒</a:t>
                          </a:r>
                          <a:r>
                            <a:rPr kumimoji="1" lang="en-US" altLang="ja-JP" dirty="0"/>
                            <a:t>)</a:t>
                          </a:r>
                          <a:endParaRPr kumimoji="1" lang="ja-JP" altLang="en-US"/>
                        </a:p>
                      </a:txBody>
                      <a:tcPr anchor="ctr"/>
                    </a:tc>
                    <a:tc>
                      <a:txBody>
                        <a:bodyPr/>
                        <a:lstStyle/>
                        <a:p>
                          <a:pPr algn="ctr"/>
                          <a:r>
                            <a:rPr kumimoji="1" lang="en-US" altLang="ja-JP" b="1" dirty="0">
                              <a:solidFill>
                                <a:srgbClr val="0070C0"/>
                              </a:solidFill>
                            </a:rPr>
                            <a:t>125.0</a:t>
                          </a:r>
                          <a:endParaRPr kumimoji="1" lang="ja-JP" altLang="en-US" b="1">
                            <a:solidFill>
                              <a:srgbClr val="0070C0"/>
                            </a:solidFill>
                          </a:endParaRPr>
                        </a:p>
                      </a:txBody>
                      <a:tcPr anchor="ctr"/>
                    </a:tc>
                    <a:tc>
                      <a:txBody>
                        <a:bodyPr/>
                        <a:lstStyle/>
                        <a:p>
                          <a:pPr algn="ctr"/>
                          <a:r>
                            <a:rPr kumimoji="1" lang="en-US" altLang="ja-JP" b="1" dirty="0"/>
                            <a:t>34.7</a:t>
                          </a:r>
                          <a:endParaRPr kumimoji="1" lang="ja-JP" altLang="en-US" b="1"/>
                        </a:p>
                      </a:txBody>
                      <a:tcPr anchor="ctr"/>
                    </a:tc>
                    <a:tc>
                      <a:txBody>
                        <a:bodyPr/>
                        <a:lstStyle/>
                        <a:p>
                          <a:pPr algn="ctr"/>
                          <a:r>
                            <a:rPr kumimoji="1" lang="en-US" altLang="ja-JP" b="1" dirty="0">
                              <a:solidFill>
                                <a:srgbClr val="C00000"/>
                              </a:solidFill>
                            </a:rPr>
                            <a:t>10.8</a:t>
                          </a:r>
                          <a:endParaRPr kumimoji="1" lang="ja-JP" altLang="en-US" b="1">
                            <a:solidFill>
                              <a:srgbClr val="C00000"/>
                            </a:solidFill>
                          </a:endParaRPr>
                        </a:p>
                      </a:txBody>
                      <a:tcPr anchor="ctr"/>
                    </a:tc>
                    <a:extLst>
                      <a:ext uri="{0D108BD9-81ED-4DB2-BD59-A6C34878D82A}">
                        <a16:rowId xmlns:a16="http://schemas.microsoft.com/office/drawing/2014/main" val="106673750"/>
                      </a:ext>
                    </a:extLst>
                  </a:tr>
                </a:tbl>
              </a:graphicData>
            </a:graphic>
          </p:graphicFrame>
        </mc:Fallback>
      </mc:AlternateContent>
      <p:sp>
        <p:nvSpPr>
          <p:cNvPr id="8" name="テキスト ボックス 7">
            <a:extLst>
              <a:ext uri="{FF2B5EF4-FFF2-40B4-BE49-F238E27FC236}">
                <a16:creationId xmlns:a16="http://schemas.microsoft.com/office/drawing/2014/main" id="{7BEFB671-9D29-1DE3-DF37-E111A2A6BD48}"/>
              </a:ext>
            </a:extLst>
          </p:cNvPr>
          <p:cNvSpPr txBox="1"/>
          <p:nvPr/>
        </p:nvSpPr>
        <p:spPr>
          <a:xfrm>
            <a:off x="-324544" y="1208069"/>
            <a:ext cx="8313890" cy="461665"/>
          </a:xfrm>
          <a:prstGeom prst="rect">
            <a:avLst/>
          </a:prstGeom>
          <a:noFill/>
        </p:spPr>
        <p:txBody>
          <a:bodyPr wrap="square">
            <a:spAutoFit/>
          </a:bodyPr>
          <a:lstStyle/>
          <a:p>
            <a:r>
              <a:rPr lang="ja-JP" altLang="en-US" sz="2400"/>
              <a:t>・実験期間：</a:t>
            </a:r>
            <a:r>
              <a:rPr lang="en-US" altLang="ja-JP" sz="2400" dirty="0"/>
              <a:t>2025/7/3 00:00〜7/10 00:00 </a:t>
            </a:r>
            <a:r>
              <a:rPr kumimoji="1" lang="en-US" altLang="ja-JP" sz="2400" dirty="0"/>
              <a:t>(10,080</a:t>
            </a:r>
            <a:r>
              <a:rPr kumimoji="1" lang="ja-JP" altLang="en-US" sz="2400"/>
              <a:t>期分</a:t>
            </a:r>
            <a:r>
              <a:rPr kumimoji="1" lang="en-US" altLang="ja-JP" sz="2400" dirty="0"/>
              <a:t>)</a:t>
            </a:r>
            <a:endParaRPr kumimoji="1" lang="ja-JP" altLang="en-US" sz="2400"/>
          </a:p>
        </p:txBody>
      </p:sp>
    </p:spTree>
    <p:extLst>
      <p:ext uri="{BB962C8B-B14F-4D97-AF65-F5344CB8AC3E}">
        <p14:creationId xmlns:p14="http://schemas.microsoft.com/office/powerpoint/2010/main" val="4197918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58" name="直線コネクタ 357">
            <a:extLst>
              <a:ext uri="{FF2B5EF4-FFF2-40B4-BE49-F238E27FC236}">
                <a16:creationId xmlns:a16="http://schemas.microsoft.com/office/drawing/2014/main" id="{AFB7E46F-DF6F-55C7-14BF-24DB1ACE7254}"/>
              </a:ext>
            </a:extLst>
          </p:cNvPr>
          <p:cNvCxnSpPr>
            <a:cxnSpLocks/>
          </p:cNvCxnSpPr>
          <p:nvPr/>
        </p:nvCxnSpPr>
        <p:spPr>
          <a:xfrm>
            <a:off x="7740352"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59" name="直線コネクタ 358">
            <a:extLst>
              <a:ext uri="{FF2B5EF4-FFF2-40B4-BE49-F238E27FC236}">
                <a16:creationId xmlns:a16="http://schemas.microsoft.com/office/drawing/2014/main" id="{66DA8667-F533-45C5-A367-B431275A6611}"/>
              </a:ext>
            </a:extLst>
          </p:cNvPr>
          <p:cNvCxnSpPr>
            <a:cxnSpLocks/>
          </p:cNvCxnSpPr>
          <p:nvPr/>
        </p:nvCxnSpPr>
        <p:spPr>
          <a:xfrm>
            <a:off x="6048421" y="410846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0" name="直線コネクタ 359">
            <a:extLst>
              <a:ext uri="{FF2B5EF4-FFF2-40B4-BE49-F238E27FC236}">
                <a16:creationId xmlns:a16="http://schemas.microsoft.com/office/drawing/2014/main" id="{76844B47-ECB3-3415-B430-AF2C4F1CEB4A}"/>
              </a:ext>
            </a:extLst>
          </p:cNvPr>
          <p:cNvCxnSpPr>
            <a:cxnSpLocks/>
          </p:cNvCxnSpPr>
          <p:nvPr/>
        </p:nvCxnSpPr>
        <p:spPr>
          <a:xfrm>
            <a:off x="4363626"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1" name="直線コネクタ 360">
            <a:extLst>
              <a:ext uri="{FF2B5EF4-FFF2-40B4-BE49-F238E27FC236}">
                <a16:creationId xmlns:a16="http://schemas.microsoft.com/office/drawing/2014/main" id="{351AC383-544F-1023-FB1F-9261A2B4FA0D}"/>
              </a:ext>
            </a:extLst>
          </p:cNvPr>
          <p:cNvCxnSpPr>
            <a:cxnSpLocks/>
          </p:cNvCxnSpPr>
          <p:nvPr/>
        </p:nvCxnSpPr>
        <p:spPr>
          <a:xfrm>
            <a:off x="2691437" y="4088457"/>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362" name="直線コネクタ 361">
            <a:extLst>
              <a:ext uri="{FF2B5EF4-FFF2-40B4-BE49-F238E27FC236}">
                <a16:creationId xmlns:a16="http://schemas.microsoft.com/office/drawing/2014/main" id="{9B14F7A6-8039-9B7C-0641-964C0DEBFEDF}"/>
              </a:ext>
            </a:extLst>
          </p:cNvPr>
          <p:cNvCxnSpPr>
            <a:cxnSpLocks/>
          </p:cNvCxnSpPr>
          <p:nvPr/>
        </p:nvCxnSpPr>
        <p:spPr>
          <a:xfrm>
            <a:off x="1004690" y="4088681"/>
            <a:ext cx="0" cy="791864"/>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5" name="直線矢印コネクタ 14">
            <a:extLst>
              <a:ext uri="{FF2B5EF4-FFF2-40B4-BE49-F238E27FC236}">
                <a16:creationId xmlns:a16="http://schemas.microsoft.com/office/drawing/2014/main" id="{EB4CCDB6-3150-9428-1096-D7D4E92168AC}"/>
              </a:ext>
            </a:extLst>
          </p:cNvPr>
          <p:cNvCxnSpPr>
            <a:cxnSpLocks/>
          </p:cNvCxnSpPr>
          <p:nvPr/>
        </p:nvCxnSpPr>
        <p:spPr>
          <a:xfrm>
            <a:off x="7850482" y="5579379"/>
            <a:ext cx="1052574" cy="1"/>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直線矢印コネクタ 60">
            <a:extLst>
              <a:ext uri="{FF2B5EF4-FFF2-40B4-BE49-F238E27FC236}">
                <a16:creationId xmlns:a16="http://schemas.microsoft.com/office/drawing/2014/main" id="{42A2B93D-CA35-54A6-8B6B-21742B4DA0D0}"/>
              </a:ext>
            </a:extLst>
          </p:cNvPr>
          <p:cNvCxnSpPr>
            <a:cxnSpLocks/>
          </p:cNvCxnSpPr>
          <p:nvPr/>
        </p:nvCxnSpPr>
        <p:spPr>
          <a:xfrm>
            <a:off x="7852883" y="4796926"/>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709996C1-FAD1-044F-3C14-33379FE1284E}"/>
              </a:ext>
            </a:extLst>
          </p:cNvPr>
          <p:cNvCxnSpPr>
            <a:cxnSpLocks/>
          </p:cNvCxnSpPr>
          <p:nvPr/>
        </p:nvCxnSpPr>
        <p:spPr>
          <a:xfrm>
            <a:off x="7850482" y="4023773"/>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97" name="直線矢印コネクタ 96">
            <a:extLst>
              <a:ext uri="{FF2B5EF4-FFF2-40B4-BE49-F238E27FC236}">
                <a16:creationId xmlns:a16="http://schemas.microsoft.com/office/drawing/2014/main" id="{FA5810F1-99F3-0C84-C5F1-95538B380994}"/>
              </a:ext>
            </a:extLst>
          </p:cNvPr>
          <p:cNvCxnSpPr>
            <a:cxnSpLocks/>
          </p:cNvCxnSpPr>
          <p:nvPr/>
        </p:nvCxnSpPr>
        <p:spPr>
          <a:xfrm>
            <a:off x="7850482" y="3249735"/>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15" name="直線矢印コネクタ 114">
            <a:extLst>
              <a:ext uri="{FF2B5EF4-FFF2-40B4-BE49-F238E27FC236}">
                <a16:creationId xmlns:a16="http://schemas.microsoft.com/office/drawing/2014/main" id="{C2ED444E-831F-A8ED-760F-7221B5C6CDF6}"/>
              </a:ext>
            </a:extLst>
          </p:cNvPr>
          <p:cNvCxnSpPr>
            <a:cxnSpLocks/>
          </p:cNvCxnSpPr>
          <p:nvPr/>
        </p:nvCxnSpPr>
        <p:spPr>
          <a:xfrm>
            <a:off x="7850482" y="2452844"/>
            <a:ext cx="1052574" cy="1"/>
          </a:xfrm>
          <a:prstGeom prst="straightConnector1">
            <a:avLst/>
          </a:prstGeom>
          <a:ln w="127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146" name="直線コネクタ 145">
            <a:extLst>
              <a:ext uri="{FF2B5EF4-FFF2-40B4-BE49-F238E27FC236}">
                <a16:creationId xmlns:a16="http://schemas.microsoft.com/office/drawing/2014/main" id="{FF6AC884-549A-6E83-4735-DB4206DFB82D}"/>
              </a:ext>
            </a:extLst>
          </p:cNvPr>
          <p:cNvCxnSpPr>
            <a:cxnSpLocks/>
          </p:cNvCxnSpPr>
          <p:nvPr/>
        </p:nvCxnSpPr>
        <p:spPr>
          <a:xfrm>
            <a:off x="2683439" y="2457871"/>
            <a:ext cx="0" cy="791864"/>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08" name="直線コネクタ 107">
            <a:extLst>
              <a:ext uri="{FF2B5EF4-FFF2-40B4-BE49-F238E27FC236}">
                <a16:creationId xmlns:a16="http://schemas.microsoft.com/office/drawing/2014/main" id="{15E77718-E981-3C67-32AC-47D83806DC6D}"/>
              </a:ext>
            </a:extLst>
          </p:cNvPr>
          <p:cNvCxnSpPr>
            <a:cxnSpLocks/>
          </p:cNvCxnSpPr>
          <p:nvPr/>
        </p:nvCxnSpPr>
        <p:spPr>
          <a:xfrm>
            <a:off x="1003443" y="2447480"/>
            <a:ext cx="0" cy="791864"/>
          </a:xfrm>
          <a:prstGeom prst="line">
            <a:avLst/>
          </a:prstGeom>
          <a:ln w="25400">
            <a:solidFill>
              <a:schemeClr val="tx1"/>
            </a:solidFill>
          </a:ln>
        </p:spPr>
        <p:style>
          <a:lnRef idx="1">
            <a:schemeClr val="dk1"/>
          </a:lnRef>
          <a:fillRef idx="0">
            <a:schemeClr val="dk1"/>
          </a:fillRef>
          <a:effectRef idx="0">
            <a:schemeClr val="dk1"/>
          </a:effectRef>
          <a:fontRef idx="minor">
            <a:schemeClr val="tx1"/>
          </a:fontRef>
        </p:style>
      </p:cxnSp>
      <p:cxnSp>
        <p:nvCxnSpPr>
          <p:cNvPr id="133" name="直線コネクタ 132">
            <a:extLst>
              <a:ext uri="{FF2B5EF4-FFF2-40B4-BE49-F238E27FC236}">
                <a16:creationId xmlns:a16="http://schemas.microsoft.com/office/drawing/2014/main" id="{CF67ACA6-E658-E796-DB01-1938F4E70EF5}"/>
              </a:ext>
            </a:extLst>
          </p:cNvPr>
          <p:cNvCxnSpPr>
            <a:cxnSpLocks/>
          </p:cNvCxnSpPr>
          <p:nvPr/>
        </p:nvCxnSpPr>
        <p:spPr>
          <a:xfrm>
            <a:off x="7752082"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32" name="直線コネクタ 131">
            <a:extLst>
              <a:ext uri="{FF2B5EF4-FFF2-40B4-BE49-F238E27FC236}">
                <a16:creationId xmlns:a16="http://schemas.microsoft.com/office/drawing/2014/main" id="{0587A512-761F-7F43-6E8A-2C920C5A56BC}"/>
              </a:ext>
            </a:extLst>
          </p:cNvPr>
          <p:cNvCxnSpPr>
            <a:cxnSpLocks/>
          </p:cNvCxnSpPr>
          <p:nvPr/>
        </p:nvCxnSpPr>
        <p:spPr>
          <a:xfrm>
            <a:off x="6047174" y="3160978"/>
            <a:ext cx="0" cy="904709"/>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77616CD1-E0B2-DED2-5500-D4D57E5B6F0B}"/>
              </a:ext>
            </a:extLst>
          </p:cNvPr>
          <p:cNvCxnSpPr>
            <a:cxnSpLocks/>
          </p:cNvCxnSpPr>
          <p:nvPr/>
        </p:nvCxnSpPr>
        <p:spPr>
          <a:xfrm>
            <a:off x="4362379"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29" name="直線コネクタ 128">
            <a:extLst>
              <a:ext uri="{FF2B5EF4-FFF2-40B4-BE49-F238E27FC236}">
                <a16:creationId xmlns:a16="http://schemas.microsoft.com/office/drawing/2014/main" id="{75A781BF-BD61-98F8-7B7D-A501FCA30BA8}"/>
              </a:ext>
            </a:extLst>
          </p:cNvPr>
          <p:cNvCxnSpPr>
            <a:cxnSpLocks/>
          </p:cNvCxnSpPr>
          <p:nvPr/>
        </p:nvCxnSpPr>
        <p:spPr>
          <a:xfrm>
            <a:off x="2690190" y="3140968"/>
            <a:ext cx="0" cy="904709"/>
          </a:xfrm>
          <a:prstGeom prst="line">
            <a:avLst/>
          </a:prstGeom>
          <a:ln w="127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89" name="直線コネクタ 88">
            <a:extLst>
              <a:ext uri="{FF2B5EF4-FFF2-40B4-BE49-F238E27FC236}">
                <a16:creationId xmlns:a16="http://schemas.microsoft.com/office/drawing/2014/main" id="{289AACC5-7EFD-C799-53B8-18AC31B60095}"/>
              </a:ext>
            </a:extLst>
          </p:cNvPr>
          <p:cNvCxnSpPr>
            <a:cxnSpLocks/>
          </p:cNvCxnSpPr>
          <p:nvPr/>
        </p:nvCxnSpPr>
        <p:spPr>
          <a:xfrm>
            <a:off x="1003443" y="3141192"/>
            <a:ext cx="0" cy="791864"/>
          </a:xfrm>
          <a:prstGeom prst="line">
            <a:avLst/>
          </a:prstGeom>
          <a:ln w="25400">
            <a:solidFill>
              <a:schemeClr val="tx1"/>
            </a:solidFill>
            <a:prstDash val="dash"/>
          </a:ln>
        </p:spPr>
        <p:style>
          <a:lnRef idx="1">
            <a:schemeClr val="dk1"/>
          </a:lnRef>
          <a:fillRef idx="0">
            <a:schemeClr val="dk1"/>
          </a:fillRef>
          <a:effectRef idx="0">
            <a:schemeClr val="dk1"/>
          </a:effectRef>
          <a:fontRef idx="minor">
            <a:schemeClr val="tx1"/>
          </a:fontRef>
        </p:style>
      </p:cxnSp>
      <p:cxnSp>
        <p:nvCxnSpPr>
          <p:cNvPr id="124" name="直線矢印コネクタ 123">
            <a:extLst>
              <a:ext uri="{FF2B5EF4-FFF2-40B4-BE49-F238E27FC236}">
                <a16:creationId xmlns:a16="http://schemas.microsoft.com/office/drawing/2014/main" id="{2A3EBCF0-1445-7ED8-E555-EB44BA034973}"/>
              </a:ext>
            </a:extLst>
          </p:cNvPr>
          <p:cNvCxnSpPr>
            <a:cxnSpLocks/>
          </p:cNvCxnSpPr>
          <p:nvPr/>
        </p:nvCxnSpPr>
        <p:spPr>
          <a:xfrm flipV="1">
            <a:off x="1010545" y="1628800"/>
            <a:ext cx="0" cy="827980"/>
          </a:xfrm>
          <a:prstGeom prst="straightConnector1">
            <a:avLst/>
          </a:prstGeom>
          <a:ln w="2540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 name="直線コネクタ 2">
            <a:extLst>
              <a:ext uri="{FF2B5EF4-FFF2-40B4-BE49-F238E27FC236}">
                <a16:creationId xmlns:a16="http://schemas.microsoft.com/office/drawing/2014/main" id="{1579362F-C260-760A-0CE8-338C31EC0B97}"/>
              </a:ext>
            </a:extLst>
          </p:cNvPr>
          <p:cNvCxnSpPr>
            <a:cxnSpLocks/>
          </p:cNvCxnSpPr>
          <p:nvPr/>
        </p:nvCxnSpPr>
        <p:spPr>
          <a:xfrm>
            <a:off x="987505" y="5579380"/>
            <a:ext cx="1692689" cy="0"/>
          </a:xfrm>
          <a:prstGeom prst="line">
            <a:avLst/>
          </a:prstGeom>
          <a:ln w="25400">
            <a:solidFill>
              <a:srgbClr val="0070C0"/>
            </a:solidFill>
          </a:ln>
        </p:spPr>
        <p:style>
          <a:lnRef idx="1">
            <a:schemeClr val="dk1"/>
          </a:lnRef>
          <a:fillRef idx="0">
            <a:schemeClr val="dk1"/>
          </a:fillRef>
          <a:effectRef idx="0">
            <a:schemeClr val="dk1"/>
          </a:effectRef>
          <a:fontRef idx="minor">
            <a:schemeClr val="tx1"/>
          </a:fontRef>
        </p:style>
      </p:cxnSp>
      <p:cxnSp>
        <p:nvCxnSpPr>
          <p:cNvPr id="4" name="直線コネクタ 3">
            <a:extLst>
              <a:ext uri="{FF2B5EF4-FFF2-40B4-BE49-F238E27FC236}">
                <a16:creationId xmlns:a16="http://schemas.microsoft.com/office/drawing/2014/main" id="{F372C915-9CEE-A3A9-73B6-A1025F98EE0B}"/>
              </a:ext>
            </a:extLst>
          </p:cNvPr>
          <p:cNvCxnSpPr>
            <a:cxnSpLocks/>
          </p:cNvCxnSpPr>
          <p:nvPr/>
        </p:nvCxnSpPr>
        <p:spPr>
          <a:xfrm flipH="1">
            <a:off x="1005001" y="4785257"/>
            <a:ext cx="5544" cy="798058"/>
          </a:xfrm>
          <a:prstGeom prst="line">
            <a:avLst/>
          </a:prstGeom>
          <a:ln w="25400">
            <a:solidFill>
              <a:schemeClr val="tx1"/>
            </a:solidFill>
          </a:ln>
        </p:spPr>
        <p:style>
          <a:lnRef idx="1">
            <a:schemeClr val="dk1"/>
          </a:lnRef>
          <a:fillRef idx="0">
            <a:schemeClr val="dk1"/>
          </a:fillRef>
          <a:effectRef idx="0">
            <a:schemeClr val="dk1"/>
          </a:effectRef>
          <a:fontRef idx="minor">
            <a:schemeClr val="tx1"/>
          </a:fontRef>
        </p:style>
      </p:cxnSp>
      <p:cxnSp>
        <p:nvCxnSpPr>
          <p:cNvPr id="6" name="直線コネクタ 5">
            <a:extLst>
              <a:ext uri="{FF2B5EF4-FFF2-40B4-BE49-F238E27FC236}">
                <a16:creationId xmlns:a16="http://schemas.microsoft.com/office/drawing/2014/main" id="{544C497C-CBF8-6493-5A29-F4E8940FB375}"/>
              </a:ext>
            </a:extLst>
          </p:cNvPr>
          <p:cNvCxnSpPr>
            <a:cxnSpLocks/>
          </p:cNvCxnSpPr>
          <p:nvPr/>
        </p:nvCxnSpPr>
        <p:spPr>
          <a:xfrm>
            <a:off x="2675008" y="5579380"/>
            <a:ext cx="169268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9" name="直線コネクタ 8">
            <a:extLst>
              <a:ext uri="{FF2B5EF4-FFF2-40B4-BE49-F238E27FC236}">
                <a16:creationId xmlns:a16="http://schemas.microsoft.com/office/drawing/2014/main" id="{3B54743F-8F88-64DA-4CC7-DA0F090086FF}"/>
              </a:ext>
            </a:extLst>
          </p:cNvPr>
          <p:cNvCxnSpPr>
            <a:cxnSpLocks/>
          </p:cNvCxnSpPr>
          <p:nvPr/>
        </p:nvCxnSpPr>
        <p:spPr>
          <a:xfrm>
            <a:off x="4354485" y="5579380"/>
            <a:ext cx="1692689" cy="0"/>
          </a:xfrm>
          <a:prstGeom prst="line">
            <a:avLst/>
          </a:prstGeom>
          <a:ln w="25400">
            <a:prstDash val="dash"/>
          </a:ln>
        </p:spPr>
        <p:style>
          <a:lnRef idx="1">
            <a:schemeClr val="dk1"/>
          </a:lnRef>
          <a:fillRef idx="0">
            <a:schemeClr val="dk1"/>
          </a:fillRef>
          <a:effectRef idx="0">
            <a:schemeClr val="dk1"/>
          </a:effectRef>
          <a:fontRef idx="minor">
            <a:schemeClr val="tx1"/>
          </a:fontRef>
        </p:style>
      </p:cxnSp>
      <p:cxnSp>
        <p:nvCxnSpPr>
          <p:cNvPr id="11" name="直線コネクタ 10">
            <a:extLst>
              <a:ext uri="{FF2B5EF4-FFF2-40B4-BE49-F238E27FC236}">
                <a16:creationId xmlns:a16="http://schemas.microsoft.com/office/drawing/2014/main" id="{C687E105-0230-7CDA-9266-1214676A3C11}"/>
              </a:ext>
            </a:extLst>
          </p:cNvPr>
          <p:cNvCxnSpPr>
            <a:cxnSpLocks/>
          </p:cNvCxnSpPr>
          <p:nvPr/>
        </p:nvCxnSpPr>
        <p:spPr>
          <a:xfrm>
            <a:off x="5951011" y="5579380"/>
            <a:ext cx="1692689" cy="0"/>
          </a:xfrm>
          <a:prstGeom prst="line">
            <a:avLst/>
          </a:prstGeom>
          <a:ln w="25400"/>
        </p:spPr>
        <p:style>
          <a:lnRef idx="1">
            <a:schemeClr val="dk1"/>
          </a:lnRef>
          <a:fillRef idx="0">
            <a:schemeClr val="dk1"/>
          </a:fillRef>
          <a:effectRef idx="0">
            <a:schemeClr val="dk1"/>
          </a:effectRef>
          <a:fontRef idx="minor">
            <a:schemeClr val="tx1"/>
          </a:fontRef>
        </p:style>
      </p:cxnSp>
      <p:sp>
        <p:nvSpPr>
          <p:cNvPr id="13" name="テキスト ボックス 12">
            <a:extLst>
              <a:ext uri="{FF2B5EF4-FFF2-40B4-BE49-F238E27FC236}">
                <a16:creationId xmlns:a16="http://schemas.microsoft.com/office/drawing/2014/main" id="{A76312F1-DE1B-D804-E663-5C70A57E9FD0}"/>
              </a:ext>
            </a:extLst>
          </p:cNvPr>
          <p:cNvSpPr txBox="1"/>
          <p:nvPr/>
        </p:nvSpPr>
        <p:spPr>
          <a:xfrm>
            <a:off x="534708" y="5805264"/>
            <a:ext cx="918473" cy="318482"/>
          </a:xfrm>
          <a:prstGeom prst="rect">
            <a:avLst/>
          </a:prstGeom>
          <a:noFill/>
        </p:spPr>
        <p:txBody>
          <a:bodyPr wrap="none" rtlCol="0">
            <a:spAutoFit/>
          </a:bodyPr>
          <a:lstStyle/>
          <a:p>
            <a:r>
              <a:rPr lang="en-US" altLang="ja-JP" sz="1400" dirty="0"/>
              <a:t>0</a:t>
            </a:r>
            <a:r>
              <a:rPr kumimoji="1" lang="en-US" altLang="ja-JP" sz="1400" dirty="0"/>
              <a:t>0:00</a:t>
            </a:r>
            <a:endParaRPr kumimoji="1" lang="ja-JP" altLang="en-US" sz="1400"/>
          </a:p>
        </p:txBody>
      </p:sp>
      <p:sp>
        <p:nvSpPr>
          <p:cNvPr id="16" name="テキスト ボックス 15">
            <a:extLst>
              <a:ext uri="{FF2B5EF4-FFF2-40B4-BE49-F238E27FC236}">
                <a16:creationId xmlns:a16="http://schemas.microsoft.com/office/drawing/2014/main" id="{303E4011-C011-8D0C-5871-A8FC9326DEB5}"/>
              </a:ext>
            </a:extLst>
          </p:cNvPr>
          <p:cNvSpPr txBox="1"/>
          <p:nvPr/>
        </p:nvSpPr>
        <p:spPr>
          <a:xfrm>
            <a:off x="2228984" y="5828826"/>
            <a:ext cx="918473" cy="318482"/>
          </a:xfrm>
          <a:prstGeom prst="rect">
            <a:avLst/>
          </a:prstGeom>
          <a:noFill/>
        </p:spPr>
        <p:txBody>
          <a:bodyPr wrap="none" rtlCol="0">
            <a:spAutoFit/>
          </a:bodyPr>
          <a:lstStyle/>
          <a:p>
            <a:r>
              <a:rPr lang="en-US" altLang="ja-JP" sz="1400" dirty="0"/>
              <a:t>0</a:t>
            </a:r>
            <a:r>
              <a:rPr kumimoji="1" lang="en-US" altLang="ja-JP" sz="1400" dirty="0"/>
              <a:t>0:01</a:t>
            </a:r>
            <a:endParaRPr kumimoji="1" lang="ja-JP" altLang="en-US" sz="1400"/>
          </a:p>
        </p:txBody>
      </p:sp>
      <p:sp>
        <p:nvSpPr>
          <p:cNvPr id="17" name="テキスト ボックス 16">
            <a:extLst>
              <a:ext uri="{FF2B5EF4-FFF2-40B4-BE49-F238E27FC236}">
                <a16:creationId xmlns:a16="http://schemas.microsoft.com/office/drawing/2014/main" id="{95002409-A62C-66A2-FBEE-BBCE9BCA06EF}"/>
              </a:ext>
            </a:extLst>
          </p:cNvPr>
          <p:cNvSpPr txBox="1"/>
          <p:nvPr/>
        </p:nvSpPr>
        <p:spPr>
          <a:xfrm>
            <a:off x="3908460" y="5828826"/>
            <a:ext cx="918473" cy="318482"/>
          </a:xfrm>
          <a:prstGeom prst="rect">
            <a:avLst/>
          </a:prstGeom>
          <a:noFill/>
        </p:spPr>
        <p:txBody>
          <a:bodyPr wrap="none" rtlCol="0">
            <a:spAutoFit/>
          </a:bodyPr>
          <a:lstStyle/>
          <a:p>
            <a:r>
              <a:rPr lang="en-US" altLang="ja-JP" sz="1400" dirty="0"/>
              <a:t>0</a:t>
            </a:r>
            <a:r>
              <a:rPr kumimoji="1" lang="en-US" altLang="ja-JP" sz="1400" dirty="0"/>
              <a:t>0:02</a:t>
            </a:r>
            <a:endParaRPr kumimoji="1" lang="ja-JP" altLang="en-US" sz="1400"/>
          </a:p>
        </p:txBody>
      </p:sp>
      <p:sp>
        <p:nvSpPr>
          <p:cNvPr id="18" name="テキスト ボックス 17">
            <a:extLst>
              <a:ext uri="{FF2B5EF4-FFF2-40B4-BE49-F238E27FC236}">
                <a16:creationId xmlns:a16="http://schemas.microsoft.com/office/drawing/2014/main" id="{714D3584-2591-9A64-B5B7-0C6FF54748C2}"/>
              </a:ext>
            </a:extLst>
          </p:cNvPr>
          <p:cNvSpPr txBox="1"/>
          <p:nvPr/>
        </p:nvSpPr>
        <p:spPr>
          <a:xfrm>
            <a:off x="1428265" y="5661248"/>
            <a:ext cx="848574" cy="414027"/>
          </a:xfrm>
          <a:prstGeom prst="rect">
            <a:avLst/>
          </a:prstGeom>
          <a:noFill/>
        </p:spPr>
        <p:txBody>
          <a:bodyPr wrap="none" rtlCol="0">
            <a:spAutoFit/>
          </a:bodyPr>
          <a:lstStyle/>
          <a:p>
            <a:r>
              <a:rPr lang="en-US" altLang="ja-JP" sz="2000" dirty="0"/>
              <a:t>1</a:t>
            </a:r>
            <a:r>
              <a:rPr lang="ja-JP" altLang="en-US" sz="2000"/>
              <a:t>期</a:t>
            </a:r>
            <a:endParaRPr kumimoji="1" lang="ja-JP" altLang="en-US" sz="2000"/>
          </a:p>
        </p:txBody>
      </p:sp>
      <p:sp>
        <p:nvSpPr>
          <p:cNvPr id="19" name="テキスト ボックス 18">
            <a:extLst>
              <a:ext uri="{FF2B5EF4-FFF2-40B4-BE49-F238E27FC236}">
                <a16:creationId xmlns:a16="http://schemas.microsoft.com/office/drawing/2014/main" id="{F3383439-76AE-4FC5-E8B5-4B72DC42F9C5}"/>
              </a:ext>
            </a:extLst>
          </p:cNvPr>
          <p:cNvSpPr txBox="1"/>
          <p:nvPr/>
        </p:nvSpPr>
        <p:spPr>
          <a:xfrm>
            <a:off x="3144672" y="5661248"/>
            <a:ext cx="848574" cy="414027"/>
          </a:xfrm>
          <a:prstGeom prst="rect">
            <a:avLst/>
          </a:prstGeom>
          <a:noFill/>
        </p:spPr>
        <p:txBody>
          <a:bodyPr wrap="none" rtlCol="0">
            <a:spAutoFit/>
          </a:bodyPr>
          <a:lstStyle/>
          <a:p>
            <a:r>
              <a:rPr lang="en-US" altLang="ja-JP" sz="2000" dirty="0"/>
              <a:t>2</a:t>
            </a:r>
            <a:r>
              <a:rPr lang="ja-JP" altLang="en-US" sz="2000"/>
              <a:t>期</a:t>
            </a:r>
            <a:endParaRPr kumimoji="1" lang="ja-JP" altLang="en-US" sz="2000"/>
          </a:p>
        </p:txBody>
      </p: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BB14685E-213B-1578-9FAE-DB2F452B5C5C}"/>
                  </a:ext>
                </a:extLst>
              </p:cNvPr>
              <p:cNvSpPr txBox="1"/>
              <p:nvPr/>
            </p:nvSpPr>
            <p:spPr>
              <a:xfrm>
                <a:off x="6387484" y="5661248"/>
                <a:ext cx="857149" cy="414027"/>
              </a:xfrm>
              <a:prstGeom prst="rect">
                <a:avLst/>
              </a:prstGeom>
              <a:noFill/>
            </p:spPr>
            <p:txBody>
              <a:bodyPr wrap="none" rtlCol="0">
                <a:spAutoFit/>
              </a:bodyPr>
              <a:lstStyle/>
              <a:p>
                <a14:m>
                  <m:oMath xmlns:m="http://schemas.openxmlformats.org/officeDocument/2006/math">
                    <m:r>
                      <a:rPr lang="en-US" altLang="ja-JP" sz="2000" b="0" i="1" smtClean="0">
                        <a:latin typeface="Cambria Math" panose="02040503050406030204" pitchFamily="18" charset="0"/>
                      </a:rPr>
                      <m:t>𝑘</m:t>
                    </m:r>
                  </m:oMath>
                </a14:m>
                <a:r>
                  <a:rPr lang="ja-JP" altLang="en-US" sz="2000"/>
                  <a:t>期</a:t>
                </a:r>
                <a:endParaRPr kumimoji="1" lang="ja-JP" altLang="en-US" sz="2000"/>
              </a:p>
            </p:txBody>
          </p:sp>
        </mc:Choice>
        <mc:Fallback xmlns="">
          <p:sp>
            <p:nvSpPr>
              <p:cNvPr id="20" name="テキスト ボックス 19">
                <a:extLst>
                  <a:ext uri="{FF2B5EF4-FFF2-40B4-BE49-F238E27FC236}">
                    <a16:creationId xmlns:a16="http://schemas.microsoft.com/office/drawing/2014/main" id="{BB14685E-213B-1578-9FAE-DB2F452B5C5C}"/>
                  </a:ext>
                </a:extLst>
              </p:cNvPr>
              <p:cNvSpPr txBox="1">
                <a:spLocks noRot="1" noChangeAspect="1" noMove="1" noResize="1" noEditPoints="1" noAdjustHandles="1" noChangeArrowheads="1" noChangeShapeType="1" noTextEdit="1"/>
              </p:cNvSpPr>
              <p:nvPr/>
            </p:nvSpPr>
            <p:spPr>
              <a:xfrm>
                <a:off x="6387484" y="5661248"/>
                <a:ext cx="857149" cy="414027"/>
              </a:xfrm>
              <a:prstGeom prst="rect">
                <a:avLst/>
              </a:prstGeom>
              <a:blipFill>
                <a:blip r:embed="rId3"/>
                <a:stretch>
                  <a:fillRect t="-8824" b="-17647"/>
                </a:stretch>
              </a:blipFill>
            </p:spPr>
            <p:txBody>
              <a:bodyPr/>
              <a:lstStyle/>
              <a:p>
                <a:r>
                  <a:rPr lang="ja-JP" altLang="en-US">
                    <a:noFill/>
                  </a:rPr>
                  <a:t> </a:t>
                </a:r>
              </a:p>
            </p:txBody>
          </p:sp>
        </mc:Fallback>
      </mc:AlternateContent>
      <p:sp>
        <p:nvSpPr>
          <p:cNvPr id="21" name="円/楕円 20">
            <a:extLst>
              <a:ext uri="{FF2B5EF4-FFF2-40B4-BE49-F238E27FC236}">
                <a16:creationId xmlns:a16="http://schemas.microsoft.com/office/drawing/2014/main" id="{A79A9B97-663D-E8AF-ED9C-AA0ABF72E1F6}"/>
              </a:ext>
            </a:extLst>
          </p:cNvPr>
          <p:cNvSpPr/>
          <p:nvPr/>
        </p:nvSpPr>
        <p:spPr bwMode="auto">
          <a:xfrm>
            <a:off x="851554"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4" name="円/楕円 23">
            <a:extLst>
              <a:ext uri="{FF2B5EF4-FFF2-40B4-BE49-F238E27FC236}">
                <a16:creationId xmlns:a16="http://schemas.microsoft.com/office/drawing/2014/main" id="{F787588C-4873-F125-D320-6226B55CDA41}"/>
              </a:ext>
            </a:extLst>
          </p:cNvPr>
          <p:cNvSpPr/>
          <p:nvPr/>
        </p:nvSpPr>
        <p:spPr bwMode="auto">
          <a:xfrm>
            <a:off x="2531199"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5" name="円/楕円 24">
            <a:extLst>
              <a:ext uri="{FF2B5EF4-FFF2-40B4-BE49-F238E27FC236}">
                <a16:creationId xmlns:a16="http://schemas.microsoft.com/office/drawing/2014/main" id="{6F8BA33B-408E-5630-7D65-1B6F8D03970F}"/>
              </a:ext>
            </a:extLst>
          </p:cNvPr>
          <p:cNvSpPr/>
          <p:nvPr/>
        </p:nvSpPr>
        <p:spPr bwMode="auto">
          <a:xfrm>
            <a:off x="4206633"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6" name="円/楕円 25">
            <a:extLst>
              <a:ext uri="{FF2B5EF4-FFF2-40B4-BE49-F238E27FC236}">
                <a16:creationId xmlns:a16="http://schemas.microsoft.com/office/drawing/2014/main" id="{D263BC6E-077E-CEEC-B05A-FA247B29AE85}"/>
              </a:ext>
            </a:extLst>
          </p:cNvPr>
          <p:cNvSpPr/>
          <p:nvPr/>
        </p:nvSpPr>
        <p:spPr bwMode="auto">
          <a:xfrm>
            <a:off x="5894476" y="54240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7" name="円/楕円 26">
            <a:extLst>
              <a:ext uri="{FF2B5EF4-FFF2-40B4-BE49-F238E27FC236}">
                <a16:creationId xmlns:a16="http://schemas.microsoft.com/office/drawing/2014/main" id="{2E545822-BB0F-240B-5A5B-B490CC881374}"/>
              </a:ext>
            </a:extLst>
          </p:cNvPr>
          <p:cNvSpPr/>
          <p:nvPr/>
        </p:nvSpPr>
        <p:spPr bwMode="auto">
          <a:xfrm>
            <a:off x="7596336" y="5414774"/>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28" name="テキスト ボックス 27">
            <a:extLst>
              <a:ext uri="{FF2B5EF4-FFF2-40B4-BE49-F238E27FC236}">
                <a16:creationId xmlns:a16="http://schemas.microsoft.com/office/drawing/2014/main" id="{B56ACF71-2F82-19D8-8FC6-E8BAC8878589}"/>
              </a:ext>
            </a:extLst>
          </p:cNvPr>
          <p:cNvSpPr txBox="1"/>
          <p:nvPr/>
        </p:nvSpPr>
        <p:spPr>
          <a:xfrm>
            <a:off x="8390165" y="5660131"/>
            <a:ext cx="646331" cy="369332"/>
          </a:xfrm>
          <a:prstGeom prst="rect">
            <a:avLst/>
          </a:prstGeom>
          <a:noFill/>
        </p:spPr>
        <p:txBody>
          <a:bodyPr wrap="none" rtlCol="0">
            <a:spAutoFit/>
          </a:bodyPr>
          <a:lstStyle/>
          <a:p>
            <a:r>
              <a:rPr kumimoji="1" lang="ja-JP" altLang="en-US" sz="1800"/>
              <a:t>時刻</a:t>
            </a:r>
          </a:p>
        </p:txBody>
      </p:sp>
      <p:cxnSp>
        <p:nvCxnSpPr>
          <p:cNvPr id="52" name="直線コネクタ 51">
            <a:extLst>
              <a:ext uri="{FF2B5EF4-FFF2-40B4-BE49-F238E27FC236}">
                <a16:creationId xmlns:a16="http://schemas.microsoft.com/office/drawing/2014/main" id="{C239F143-F470-2B3F-A0F8-D67BCA6FBBC8}"/>
              </a:ext>
            </a:extLst>
          </p:cNvPr>
          <p:cNvCxnSpPr>
            <a:cxnSpLocks/>
          </p:cNvCxnSpPr>
          <p:nvPr/>
        </p:nvCxnSpPr>
        <p:spPr>
          <a:xfrm>
            <a:off x="990750" y="4796927"/>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54" name="直線コネクタ 53">
            <a:extLst>
              <a:ext uri="{FF2B5EF4-FFF2-40B4-BE49-F238E27FC236}">
                <a16:creationId xmlns:a16="http://schemas.microsoft.com/office/drawing/2014/main" id="{9A956D77-0682-BA05-F2FE-94253C94DAE9}"/>
              </a:ext>
            </a:extLst>
          </p:cNvPr>
          <p:cNvCxnSpPr>
            <a:cxnSpLocks/>
            <a:stCxn id="66" idx="4"/>
            <a:endCxn id="24" idx="0"/>
          </p:cNvCxnSpPr>
          <p:nvPr/>
        </p:nvCxnSpPr>
        <p:spPr>
          <a:xfrm flipH="1">
            <a:off x="2686946" y="4950803"/>
            <a:ext cx="3245" cy="46397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55" name="直線コネクタ 54">
            <a:extLst>
              <a:ext uri="{FF2B5EF4-FFF2-40B4-BE49-F238E27FC236}">
                <a16:creationId xmlns:a16="http://schemas.microsoft.com/office/drawing/2014/main" id="{0768325A-6A73-2165-6FA7-BE2089ED7E53}"/>
              </a:ext>
            </a:extLst>
          </p:cNvPr>
          <p:cNvCxnSpPr>
            <a:cxnSpLocks/>
          </p:cNvCxnSpPr>
          <p:nvPr/>
        </p:nvCxnSpPr>
        <p:spPr>
          <a:xfrm>
            <a:off x="2678253"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56" name="直線コネクタ 55">
            <a:extLst>
              <a:ext uri="{FF2B5EF4-FFF2-40B4-BE49-F238E27FC236}">
                <a16:creationId xmlns:a16="http://schemas.microsoft.com/office/drawing/2014/main" id="{4F1C5796-1899-19A8-6CCB-A7321B84F286}"/>
              </a:ext>
            </a:extLst>
          </p:cNvPr>
          <p:cNvCxnSpPr>
            <a:cxnSpLocks/>
            <a:endCxn id="25" idx="0"/>
          </p:cNvCxnSpPr>
          <p:nvPr/>
        </p:nvCxnSpPr>
        <p:spPr>
          <a:xfrm flipH="1">
            <a:off x="4362380" y="4785257"/>
            <a:ext cx="8562" cy="629517"/>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57" name="直線コネクタ 56">
            <a:extLst>
              <a:ext uri="{FF2B5EF4-FFF2-40B4-BE49-F238E27FC236}">
                <a16:creationId xmlns:a16="http://schemas.microsoft.com/office/drawing/2014/main" id="{8DBC5FAA-8A4C-2733-870B-95BA6309F290}"/>
              </a:ext>
            </a:extLst>
          </p:cNvPr>
          <p:cNvCxnSpPr>
            <a:cxnSpLocks/>
          </p:cNvCxnSpPr>
          <p:nvPr/>
        </p:nvCxnSpPr>
        <p:spPr>
          <a:xfrm>
            <a:off x="4357730" y="4796927"/>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58" name="直線コネクタ 57">
            <a:extLst>
              <a:ext uri="{FF2B5EF4-FFF2-40B4-BE49-F238E27FC236}">
                <a16:creationId xmlns:a16="http://schemas.microsoft.com/office/drawing/2014/main" id="{06082C1B-8654-6272-FE7F-115CB8EEC412}"/>
              </a:ext>
            </a:extLst>
          </p:cNvPr>
          <p:cNvCxnSpPr>
            <a:cxnSpLocks/>
            <a:endCxn id="26" idx="0"/>
          </p:cNvCxnSpPr>
          <p:nvPr/>
        </p:nvCxnSpPr>
        <p:spPr>
          <a:xfrm>
            <a:off x="6050223" y="4827447"/>
            <a:ext cx="0" cy="596627"/>
          </a:xfrm>
          <a:prstGeom prst="line">
            <a:avLst/>
          </a:prstGeom>
          <a:ln w="12700"/>
        </p:spPr>
        <p:style>
          <a:lnRef idx="1">
            <a:schemeClr val="dk1"/>
          </a:lnRef>
          <a:fillRef idx="0">
            <a:schemeClr val="dk1"/>
          </a:fillRef>
          <a:effectRef idx="0">
            <a:schemeClr val="dk1"/>
          </a:effectRef>
          <a:fontRef idx="minor">
            <a:schemeClr val="tx1"/>
          </a:fontRef>
        </p:style>
      </p:cxnSp>
      <p:cxnSp>
        <p:nvCxnSpPr>
          <p:cNvPr id="59" name="直線コネクタ 58">
            <a:extLst>
              <a:ext uri="{FF2B5EF4-FFF2-40B4-BE49-F238E27FC236}">
                <a16:creationId xmlns:a16="http://schemas.microsoft.com/office/drawing/2014/main" id="{34ABE551-A655-F979-75E6-234B40E95B2F}"/>
              </a:ext>
            </a:extLst>
          </p:cNvPr>
          <p:cNvCxnSpPr>
            <a:cxnSpLocks/>
          </p:cNvCxnSpPr>
          <p:nvPr/>
        </p:nvCxnSpPr>
        <p:spPr>
          <a:xfrm>
            <a:off x="5954256" y="4796927"/>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60" name="直線コネクタ 59">
            <a:extLst>
              <a:ext uri="{FF2B5EF4-FFF2-40B4-BE49-F238E27FC236}">
                <a16:creationId xmlns:a16="http://schemas.microsoft.com/office/drawing/2014/main" id="{9FE46E60-A039-47AD-5A61-C1EB9BB95B03}"/>
              </a:ext>
            </a:extLst>
          </p:cNvPr>
          <p:cNvCxnSpPr>
            <a:cxnSpLocks/>
            <a:endCxn id="27" idx="0"/>
          </p:cNvCxnSpPr>
          <p:nvPr/>
        </p:nvCxnSpPr>
        <p:spPr>
          <a:xfrm>
            <a:off x="7752083" y="4785257"/>
            <a:ext cx="0" cy="629517"/>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65" name="円/楕円 64">
            <a:extLst>
              <a:ext uri="{FF2B5EF4-FFF2-40B4-BE49-F238E27FC236}">
                <a16:creationId xmlns:a16="http://schemas.microsoft.com/office/drawing/2014/main" id="{10F40672-79DF-392B-4017-695748652416}"/>
              </a:ext>
            </a:extLst>
          </p:cNvPr>
          <p:cNvSpPr/>
          <p:nvPr/>
        </p:nvSpPr>
        <p:spPr bwMode="auto">
          <a:xfrm>
            <a:off x="854799"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6" name="円/楕円 65">
            <a:extLst>
              <a:ext uri="{FF2B5EF4-FFF2-40B4-BE49-F238E27FC236}">
                <a16:creationId xmlns:a16="http://schemas.microsoft.com/office/drawing/2014/main" id="{3A477A80-5982-B37E-DCE5-30F7ECB3AEEF}"/>
              </a:ext>
            </a:extLst>
          </p:cNvPr>
          <p:cNvSpPr/>
          <p:nvPr/>
        </p:nvSpPr>
        <p:spPr bwMode="auto">
          <a:xfrm>
            <a:off x="2534444"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7" name="円/楕円 66">
            <a:extLst>
              <a:ext uri="{FF2B5EF4-FFF2-40B4-BE49-F238E27FC236}">
                <a16:creationId xmlns:a16="http://schemas.microsoft.com/office/drawing/2014/main" id="{18763791-B1D8-5DB2-91D9-6C06B625C27F}"/>
              </a:ext>
            </a:extLst>
          </p:cNvPr>
          <p:cNvSpPr/>
          <p:nvPr/>
        </p:nvSpPr>
        <p:spPr bwMode="auto">
          <a:xfrm>
            <a:off x="4209878"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8" name="円/楕円 67">
            <a:extLst>
              <a:ext uri="{FF2B5EF4-FFF2-40B4-BE49-F238E27FC236}">
                <a16:creationId xmlns:a16="http://schemas.microsoft.com/office/drawing/2014/main" id="{7D294EFB-E308-3022-B1C0-1220B57D041F}"/>
              </a:ext>
            </a:extLst>
          </p:cNvPr>
          <p:cNvSpPr/>
          <p:nvPr/>
        </p:nvSpPr>
        <p:spPr bwMode="auto">
          <a:xfrm>
            <a:off x="5897721" y="46416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69" name="円/楕円 68">
            <a:extLst>
              <a:ext uri="{FF2B5EF4-FFF2-40B4-BE49-F238E27FC236}">
                <a16:creationId xmlns:a16="http://schemas.microsoft.com/office/drawing/2014/main" id="{E79E03C3-F3B3-6C87-FF78-6E3B9B30F370}"/>
              </a:ext>
            </a:extLst>
          </p:cNvPr>
          <p:cNvSpPr/>
          <p:nvPr/>
        </p:nvSpPr>
        <p:spPr bwMode="auto">
          <a:xfrm>
            <a:off x="7599581" y="4632321"/>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70" name="直線コネクタ 69">
            <a:extLst>
              <a:ext uri="{FF2B5EF4-FFF2-40B4-BE49-F238E27FC236}">
                <a16:creationId xmlns:a16="http://schemas.microsoft.com/office/drawing/2014/main" id="{5C2918DB-99C2-0187-DB2E-C3AC1BD9E6FE}"/>
              </a:ext>
            </a:extLst>
          </p:cNvPr>
          <p:cNvCxnSpPr>
            <a:cxnSpLocks/>
          </p:cNvCxnSpPr>
          <p:nvPr/>
        </p:nvCxnSpPr>
        <p:spPr>
          <a:xfrm>
            <a:off x="987505" y="4023774"/>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73" name="直線コネクタ 72">
            <a:extLst>
              <a:ext uri="{FF2B5EF4-FFF2-40B4-BE49-F238E27FC236}">
                <a16:creationId xmlns:a16="http://schemas.microsoft.com/office/drawing/2014/main" id="{F02C0952-3591-10C2-1C57-3F75A8236EC4}"/>
              </a:ext>
            </a:extLst>
          </p:cNvPr>
          <p:cNvCxnSpPr>
            <a:cxnSpLocks/>
          </p:cNvCxnSpPr>
          <p:nvPr/>
        </p:nvCxnSpPr>
        <p:spPr>
          <a:xfrm>
            <a:off x="2675008" y="4023774"/>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線コネクタ 74">
            <a:extLst>
              <a:ext uri="{FF2B5EF4-FFF2-40B4-BE49-F238E27FC236}">
                <a16:creationId xmlns:a16="http://schemas.microsoft.com/office/drawing/2014/main" id="{70FCA2E3-1CC0-8609-E103-8A777D6AF87D}"/>
              </a:ext>
            </a:extLst>
          </p:cNvPr>
          <p:cNvCxnSpPr>
            <a:cxnSpLocks/>
          </p:cNvCxnSpPr>
          <p:nvPr/>
        </p:nvCxnSpPr>
        <p:spPr>
          <a:xfrm>
            <a:off x="4354485" y="4023774"/>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77" name="直線コネクタ 76">
            <a:extLst>
              <a:ext uri="{FF2B5EF4-FFF2-40B4-BE49-F238E27FC236}">
                <a16:creationId xmlns:a16="http://schemas.microsoft.com/office/drawing/2014/main" id="{0FC34DF7-09F0-A389-AECC-B3D3DE080AC4}"/>
              </a:ext>
            </a:extLst>
          </p:cNvPr>
          <p:cNvCxnSpPr>
            <a:cxnSpLocks/>
          </p:cNvCxnSpPr>
          <p:nvPr/>
        </p:nvCxnSpPr>
        <p:spPr>
          <a:xfrm>
            <a:off x="5951011" y="4023774"/>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83" name="円/楕円 82">
            <a:extLst>
              <a:ext uri="{FF2B5EF4-FFF2-40B4-BE49-F238E27FC236}">
                <a16:creationId xmlns:a16="http://schemas.microsoft.com/office/drawing/2014/main" id="{CC807AF3-BB35-EC4B-8BD5-4D1ECA05CDAE}"/>
              </a:ext>
            </a:extLst>
          </p:cNvPr>
          <p:cNvSpPr/>
          <p:nvPr/>
        </p:nvSpPr>
        <p:spPr bwMode="auto">
          <a:xfrm>
            <a:off x="851554"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4" name="円/楕円 83">
            <a:extLst>
              <a:ext uri="{FF2B5EF4-FFF2-40B4-BE49-F238E27FC236}">
                <a16:creationId xmlns:a16="http://schemas.microsoft.com/office/drawing/2014/main" id="{27FFCFB3-908B-39C7-5625-47CC6ADB5002}"/>
              </a:ext>
            </a:extLst>
          </p:cNvPr>
          <p:cNvSpPr/>
          <p:nvPr/>
        </p:nvSpPr>
        <p:spPr bwMode="auto">
          <a:xfrm>
            <a:off x="2531199"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5" name="円/楕円 84">
            <a:extLst>
              <a:ext uri="{FF2B5EF4-FFF2-40B4-BE49-F238E27FC236}">
                <a16:creationId xmlns:a16="http://schemas.microsoft.com/office/drawing/2014/main" id="{EC63C3B5-3B39-BDA7-7F9C-6C4B2133112C}"/>
              </a:ext>
            </a:extLst>
          </p:cNvPr>
          <p:cNvSpPr/>
          <p:nvPr/>
        </p:nvSpPr>
        <p:spPr bwMode="auto">
          <a:xfrm>
            <a:off x="4206633"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6" name="円/楕円 85">
            <a:extLst>
              <a:ext uri="{FF2B5EF4-FFF2-40B4-BE49-F238E27FC236}">
                <a16:creationId xmlns:a16="http://schemas.microsoft.com/office/drawing/2014/main" id="{3337589E-44F9-17ED-4100-5931B4F980C1}"/>
              </a:ext>
            </a:extLst>
          </p:cNvPr>
          <p:cNvSpPr/>
          <p:nvPr/>
        </p:nvSpPr>
        <p:spPr bwMode="auto">
          <a:xfrm>
            <a:off x="5894476" y="38684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87" name="円/楕円 86">
            <a:extLst>
              <a:ext uri="{FF2B5EF4-FFF2-40B4-BE49-F238E27FC236}">
                <a16:creationId xmlns:a16="http://schemas.microsoft.com/office/drawing/2014/main" id="{621D7B0F-16E0-0252-33A4-102F6F760CB0}"/>
              </a:ext>
            </a:extLst>
          </p:cNvPr>
          <p:cNvSpPr/>
          <p:nvPr/>
        </p:nvSpPr>
        <p:spPr bwMode="auto">
          <a:xfrm>
            <a:off x="7596336" y="3859168"/>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88" name="直線コネクタ 87">
            <a:extLst>
              <a:ext uri="{FF2B5EF4-FFF2-40B4-BE49-F238E27FC236}">
                <a16:creationId xmlns:a16="http://schemas.microsoft.com/office/drawing/2014/main" id="{3F20D8FE-B588-A54C-2981-D3946492B476}"/>
              </a:ext>
            </a:extLst>
          </p:cNvPr>
          <p:cNvCxnSpPr>
            <a:cxnSpLocks/>
          </p:cNvCxnSpPr>
          <p:nvPr/>
        </p:nvCxnSpPr>
        <p:spPr>
          <a:xfrm>
            <a:off x="987505" y="3249736"/>
            <a:ext cx="1692689" cy="0"/>
          </a:xfrm>
          <a:prstGeom prst="line">
            <a:avLst/>
          </a:prstGeom>
          <a:ln w="12700">
            <a:solidFill>
              <a:srgbClr val="0070C0"/>
            </a:solidFill>
          </a:ln>
        </p:spPr>
        <p:style>
          <a:lnRef idx="1">
            <a:schemeClr val="dk1"/>
          </a:lnRef>
          <a:fillRef idx="0">
            <a:schemeClr val="dk1"/>
          </a:fillRef>
          <a:effectRef idx="0">
            <a:schemeClr val="dk1"/>
          </a:effectRef>
          <a:fontRef idx="minor">
            <a:schemeClr val="tx1"/>
          </a:fontRef>
        </p:style>
      </p:cxnSp>
      <p:cxnSp>
        <p:nvCxnSpPr>
          <p:cNvPr id="91" name="直線コネクタ 90">
            <a:extLst>
              <a:ext uri="{FF2B5EF4-FFF2-40B4-BE49-F238E27FC236}">
                <a16:creationId xmlns:a16="http://schemas.microsoft.com/office/drawing/2014/main" id="{B6A5EA67-497D-DF41-E67C-CA10D1867330}"/>
              </a:ext>
            </a:extLst>
          </p:cNvPr>
          <p:cNvCxnSpPr>
            <a:cxnSpLocks/>
          </p:cNvCxnSpPr>
          <p:nvPr/>
        </p:nvCxnSpPr>
        <p:spPr>
          <a:xfrm>
            <a:off x="2675008" y="3249736"/>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93" name="直線コネクタ 92">
            <a:extLst>
              <a:ext uri="{FF2B5EF4-FFF2-40B4-BE49-F238E27FC236}">
                <a16:creationId xmlns:a16="http://schemas.microsoft.com/office/drawing/2014/main" id="{04C465A0-9294-2DCE-90F3-C026EA75B99E}"/>
              </a:ext>
            </a:extLst>
          </p:cNvPr>
          <p:cNvCxnSpPr>
            <a:cxnSpLocks/>
          </p:cNvCxnSpPr>
          <p:nvPr/>
        </p:nvCxnSpPr>
        <p:spPr>
          <a:xfrm>
            <a:off x="4354485" y="3249736"/>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95" name="直線コネクタ 94">
            <a:extLst>
              <a:ext uri="{FF2B5EF4-FFF2-40B4-BE49-F238E27FC236}">
                <a16:creationId xmlns:a16="http://schemas.microsoft.com/office/drawing/2014/main" id="{32258E12-3185-B032-8E4E-14F3880C1320}"/>
              </a:ext>
            </a:extLst>
          </p:cNvPr>
          <p:cNvCxnSpPr>
            <a:cxnSpLocks/>
          </p:cNvCxnSpPr>
          <p:nvPr/>
        </p:nvCxnSpPr>
        <p:spPr>
          <a:xfrm>
            <a:off x="5951011" y="3249736"/>
            <a:ext cx="1692689" cy="0"/>
          </a:xfrm>
          <a:prstGeom prst="line">
            <a:avLst/>
          </a:prstGeom>
          <a:ln w="12700"/>
        </p:spPr>
        <p:style>
          <a:lnRef idx="1">
            <a:schemeClr val="dk1"/>
          </a:lnRef>
          <a:fillRef idx="0">
            <a:schemeClr val="dk1"/>
          </a:fillRef>
          <a:effectRef idx="0">
            <a:schemeClr val="dk1"/>
          </a:effectRef>
          <a:fontRef idx="minor">
            <a:schemeClr val="tx1"/>
          </a:fontRef>
        </p:style>
      </p:cxnSp>
      <p:sp>
        <p:nvSpPr>
          <p:cNvPr id="101" name="円/楕円 100">
            <a:extLst>
              <a:ext uri="{FF2B5EF4-FFF2-40B4-BE49-F238E27FC236}">
                <a16:creationId xmlns:a16="http://schemas.microsoft.com/office/drawing/2014/main" id="{92561C02-5A75-CC85-738D-2503A8351A21}"/>
              </a:ext>
            </a:extLst>
          </p:cNvPr>
          <p:cNvSpPr/>
          <p:nvPr/>
        </p:nvSpPr>
        <p:spPr bwMode="auto">
          <a:xfrm>
            <a:off x="851554"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2" name="円/楕円 101">
            <a:extLst>
              <a:ext uri="{FF2B5EF4-FFF2-40B4-BE49-F238E27FC236}">
                <a16:creationId xmlns:a16="http://schemas.microsoft.com/office/drawing/2014/main" id="{FD059308-B2A5-7504-862B-187874BE5943}"/>
              </a:ext>
            </a:extLst>
          </p:cNvPr>
          <p:cNvSpPr/>
          <p:nvPr/>
        </p:nvSpPr>
        <p:spPr bwMode="auto">
          <a:xfrm>
            <a:off x="2531199"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3" name="円/楕円 102">
            <a:extLst>
              <a:ext uri="{FF2B5EF4-FFF2-40B4-BE49-F238E27FC236}">
                <a16:creationId xmlns:a16="http://schemas.microsoft.com/office/drawing/2014/main" id="{09048BEE-8B52-89DC-A224-4DEED00E6C29}"/>
              </a:ext>
            </a:extLst>
          </p:cNvPr>
          <p:cNvSpPr/>
          <p:nvPr/>
        </p:nvSpPr>
        <p:spPr bwMode="auto">
          <a:xfrm>
            <a:off x="4206633"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4" name="円/楕円 103">
            <a:extLst>
              <a:ext uri="{FF2B5EF4-FFF2-40B4-BE49-F238E27FC236}">
                <a16:creationId xmlns:a16="http://schemas.microsoft.com/office/drawing/2014/main" id="{82207B07-822D-4158-E6AF-43C5F2B5E8AC}"/>
              </a:ext>
            </a:extLst>
          </p:cNvPr>
          <p:cNvSpPr/>
          <p:nvPr/>
        </p:nvSpPr>
        <p:spPr bwMode="auto">
          <a:xfrm>
            <a:off x="5894476" y="30944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05" name="円/楕円 104">
            <a:extLst>
              <a:ext uri="{FF2B5EF4-FFF2-40B4-BE49-F238E27FC236}">
                <a16:creationId xmlns:a16="http://schemas.microsoft.com/office/drawing/2014/main" id="{361B3580-1D19-9BCA-FBA4-022F2E2EB6AB}"/>
              </a:ext>
            </a:extLst>
          </p:cNvPr>
          <p:cNvSpPr/>
          <p:nvPr/>
        </p:nvSpPr>
        <p:spPr bwMode="auto">
          <a:xfrm>
            <a:off x="7596336" y="3085130"/>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cxnSp>
        <p:nvCxnSpPr>
          <p:cNvPr id="106" name="直線コネクタ 105">
            <a:extLst>
              <a:ext uri="{FF2B5EF4-FFF2-40B4-BE49-F238E27FC236}">
                <a16:creationId xmlns:a16="http://schemas.microsoft.com/office/drawing/2014/main" id="{029F738F-7FAB-FC43-402B-12851E3A01AC}"/>
              </a:ext>
            </a:extLst>
          </p:cNvPr>
          <p:cNvCxnSpPr>
            <a:cxnSpLocks/>
          </p:cNvCxnSpPr>
          <p:nvPr/>
        </p:nvCxnSpPr>
        <p:spPr>
          <a:xfrm>
            <a:off x="987505" y="2452845"/>
            <a:ext cx="1692689"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09" name="直線コネクタ 108">
            <a:extLst>
              <a:ext uri="{FF2B5EF4-FFF2-40B4-BE49-F238E27FC236}">
                <a16:creationId xmlns:a16="http://schemas.microsoft.com/office/drawing/2014/main" id="{A6FF9033-5100-4E6D-A2E0-95FCE5B1E5D7}"/>
              </a:ext>
            </a:extLst>
          </p:cNvPr>
          <p:cNvCxnSpPr>
            <a:cxnSpLocks/>
          </p:cNvCxnSpPr>
          <p:nvPr/>
        </p:nvCxnSpPr>
        <p:spPr>
          <a:xfrm>
            <a:off x="2675008"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0" name="直線コネクタ 109">
            <a:extLst>
              <a:ext uri="{FF2B5EF4-FFF2-40B4-BE49-F238E27FC236}">
                <a16:creationId xmlns:a16="http://schemas.microsoft.com/office/drawing/2014/main" id="{2260B6C8-858F-D6ED-A5D3-39606847FD55}"/>
              </a:ext>
            </a:extLst>
          </p:cNvPr>
          <p:cNvCxnSpPr>
            <a:cxnSpLocks/>
            <a:stCxn id="121" idx="0"/>
            <a:endCxn id="103" idx="0"/>
          </p:cNvCxnSpPr>
          <p:nvPr/>
        </p:nvCxnSpPr>
        <p:spPr>
          <a:xfrm>
            <a:off x="4362380" y="2288239"/>
            <a:ext cx="0" cy="796891"/>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cxnSp>
        <p:nvCxnSpPr>
          <p:cNvPr id="111" name="直線コネクタ 110">
            <a:extLst>
              <a:ext uri="{FF2B5EF4-FFF2-40B4-BE49-F238E27FC236}">
                <a16:creationId xmlns:a16="http://schemas.microsoft.com/office/drawing/2014/main" id="{4D59DE2B-0382-1B19-98AE-5A5C19CAF527}"/>
              </a:ext>
            </a:extLst>
          </p:cNvPr>
          <p:cNvCxnSpPr>
            <a:cxnSpLocks/>
          </p:cNvCxnSpPr>
          <p:nvPr/>
        </p:nvCxnSpPr>
        <p:spPr>
          <a:xfrm>
            <a:off x="4354485" y="2452845"/>
            <a:ext cx="1692689" cy="0"/>
          </a:xfrm>
          <a:prstGeom prst="line">
            <a:avLst/>
          </a:prstGeom>
          <a:ln w="12700">
            <a:prstDash val="dash"/>
          </a:ln>
        </p:spPr>
        <p:style>
          <a:lnRef idx="1">
            <a:schemeClr val="dk1"/>
          </a:lnRef>
          <a:fillRef idx="0">
            <a:schemeClr val="dk1"/>
          </a:fillRef>
          <a:effectRef idx="0">
            <a:schemeClr val="dk1"/>
          </a:effectRef>
          <a:fontRef idx="minor">
            <a:schemeClr val="tx1"/>
          </a:fontRef>
        </p:style>
      </p:cxnSp>
      <p:cxnSp>
        <p:nvCxnSpPr>
          <p:cNvPr id="112" name="直線コネクタ 111">
            <a:extLst>
              <a:ext uri="{FF2B5EF4-FFF2-40B4-BE49-F238E27FC236}">
                <a16:creationId xmlns:a16="http://schemas.microsoft.com/office/drawing/2014/main" id="{1CEC0E74-5C21-0613-66CF-1BD2BF64B78A}"/>
              </a:ext>
            </a:extLst>
          </p:cNvPr>
          <p:cNvCxnSpPr>
            <a:cxnSpLocks/>
            <a:endCxn id="104" idx="0"/>
          </p:cNvCxnSpPr>
          <p:nvPr/>
        </p:nvCxnSpPr>
        <p:spPr>
          <a:xfrm>
            <a:off x="6047174" y="2447480"/>
            <a:ext cx="3049" cy="646950"/>
          </a:xfrm>
          <a:prstGeom prst="line">
            <a:avLst/>
          </a:prstGeom>
          <a:ln w="12700"/>
        </p:spPr>
        <p:style>
          <a:lnRef idx="1">
            <a:schemeClr val="dk1"/>
          </a:lnRef>
          <a:fillRef idx="0">
            <a:schemeClr val="dk1"/>
          </a:fillRef>
          <a:effectRef idx="0">
            <a:schemeClr val="dk1"/>
          </a:effectRef>
          <a:fontRef idx="minor">
            <a:schemeClr val="tx1"/>
          </a:fontRef>
        </p:style>
      </p:cxnSp>
      <p:cxnSp>
        <p:nvCxnSpPr>
          <p:cNvPr id="113" name="直線コネクタ 112">
            <a:extLst>
              <a:ext uri="{FF2B5EF4-FFF2-40B4-BE49-F238E27FC236}">
                <a16:creationId xmlns:a16="http://schemas.microsoft.com/office/drawing/2014/main" id="{B322A16F-2C39-8752-3EF8-162005FFD30E}"/>
              </a:ext>
            </a:extLst>
          </p:cNvPr>
          <p:cNvCxnSpPr>
            <a:cxnSpLocks/>
          </p:cNvCxnSpPr>
          <p:nvPr/>
        </p:nvCxnSpPr>
        <p:spPr>
          <a:xfrm>
            <a:off x="5951011" y="2452845"/>
            <a:ext cx="1692689"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5D03903C-73C2-5BF8-5447-6D5B40162EC9}"/>
              </a:ext>
            </a:extLst>
          </p:cNvPr>
          <p:cNvCxnSpPr/>
          <p:nvPr/>
        </p:nvCxnSpPr>
        <p:spPr>
          <a:xfrm>
            <a:off x="7752082" y="2288239"/>
            <a:ext cx="0" cy="791864"/>
          </a:xfrm>
          <a:prstGeom prst="line">
            <a:avLst/>
          </a:prstGeom>
          <a:ln w="12700">
            <a:solidFill>
              <a:schemeClr val="tx1"/>
            </a:solidFill>
          </a:ln>
        </p:spPr>
        <p:style>
          <a:lnRef idx="1">
            <a:schemeClr val="dk1"/>
          </a:lnRef>
          <a:fillRef idx="0">
            <a:schemeClr val="dk1"/>
          </a:fillRef>
          <a:effectRef idx="0">
            <a:schemeClr val="dk1"/>
          </a:effectRef>
          <a:fontRef idx="minor">
            <a:schemeClr val="tx1"/>
          </a:fontRef>
        </p:style>
      </p:cxnSp>
      <p:sp>
        <p:nvSpPr>
          <p:cNvPr id="119" name="円/楕円 118">
            <a:extLst>
              <a:ext uri="{FF2B5EF4-FFF2-40B4-BE49-F238E27FC236}">
                <a16:creationId xmlns:a16="http://schemas.microsoft.com/office/drawing/2014/main" id="{DC3E5324-350B-96C8-7E5E-D6AE7B9A0321}"/>
              </a:ext>
            </a:extLst>
          </p:cNvPr>
          <p:cNvSpPr/>
          <p:nvPr/>
        </p:nvSpPr>
        <p:spPr bwMode="auto">
          <a:xfrm>
            <a:off x="851554"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0" name="円/楕円 119">
            <a:extLst>
              <a:ext uri="{FF2B5EF4-FFF2-40B4-BE49-F238E27FC236}">
                <a16:creationId xmlns:a16="http://schemas.microsoft.com/office/drawing/2014/main" id="{A25A3AB3-5600-548E-EB76-E4A4C23D2E8D}"/>
              </a:ext>
            </a:extLst>
          </p:cNvPr>
          <p:cNvSpPr/>
          <p:nvPr/>
        </p:nvSpPr>
        <p:spPr bwMode="auto">
          <a:xfrm>
            <a:off x="2531199"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1" name="円/楕円 120">
            <a:extLst>
              <a:ext uri="{FF2B5EF4-FFF2-40B4-BE49-F238E27FC236}">
                <a16:creationId xmlns:a16="http://schemas.microsoft.com/office/drawing/2014/main" id="{F114083B-F936-0C49-5A1E-F09872F68F9F}"/>
              </a:ext>
            </a:extLst>
          </p:cNvPr>
          <p:cNvSpPr/>
          <p:nvPr/>
        </p:nvSpPr>
        <p:spPr bwMode="auto">
          <a:xfrm>
            <a:off x="4206633"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2" name="円/楕円 121">
            <a:extLst>
              <a:ext uri="{FF2B5EF4-FFF2-40B4-BE49-F238E27FC236}">
                <a16:creationId xmlns:a16="http://schemas.microsoft.com/office/drawing/2014/main" id="{158D5AAC-438B-741E-197C-1969112036E0}"/>
              </a:ext>
            </a:extLst>
          </p:cNvPr>
          <p:cNvSpPr/>
          <p:nvPr/>
        </p:nvSpPr>
        <p:spPr bwMode="auto">
          <a:xfrm>
            <a:off x="5894476" y="22975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3" name="円/楕円 122">
            <a:extLst>
              <a:ext uri="{FF2B5EF4-FFF2-40B4-BE49-F238E27FC236}">
                <a16:creationId xmlns:a16="http://schemas.microsoft.com/office/drawing/2014/main" id="{DA1574F4-A7B0-1935-DB58-0E8787F0F98A}"/>
              </a:ext>
            </a:extLst>
          </p:cNvPr>
          <p:cNvSpPr/>
          <p:nvPr/>
        </p:nvSpPr>
        <p:spPr bwMode="auto">
          <a:xfrm>
            <a:off x="7596336" y="2288239"/>
            <a:ext cx="311493" cy="318482"/>
          </a:xfrm>
          <a:prstGeom prst="ellipse">
            <a:avLst/>
          </a:prstGeom>
          <a:solidFill>
            <a:schemeClr val="bg1"/>
          </a:solidFill>
          <a:ln w="28575"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solidFill>
                <a:schemeClr val="tx1"/>
              </a:solidFill>
              <a:effectLst/>
              <a:latin typeface="Arial" charset="0"/>
              <a:ea typeface="ＭＳ Ｐゴシック" pitchFamily="50" charset="-128"/>
            </a:endParaRPr>
          </a:p>
        </p:txBody>
      </p:sp>
      <p:sp>
        <p:nvSpPr>
          <p:cNvPr id="128" name="テキスト ボックス 127">
            <a:extLst>
              <a:ext uri="{FF2B5EF4-FFF2-40B4-BE49-F238E27FC236}">
                <a16:creationId xmlns:a16="http://schemas.microsoft.com/office/drawing/2014/main" id="{34A01B17-473A-BB95-6900-30D1B44F88EF}"/>
              </a:ext>
            </a:extLst>
          </p:cNvPr>
          <p:cNvSpPr txBox="1"/>
          <p:nvPr/>
        </p:nvSpPr>
        <p:spPr>
          <a:xfrm>
            <a:off x="456547" y="960351"/>
            <a:ext cx="1107996" cy="646331"/>
          </a:xfrm>
          <a:prstGeom prst="rect">
            <a:avLst/>
          </a:prstGeom>
          <a:noFill/>
        </p:spPr>
        <p:txBody>
          <a:bodyPr wrap="none" rtlCol="0">
            <a:spAutoFit/>
          </a:bodyPr>
          <a:lstStyle/>
          <a:p>
            <a:r>
              <a:rPr kumimoji="1" lang="ja-JP" altLang="en-US" sz="1800"/>
              <a:t>蓄電池の</a:t>
            </a:r>
            <a:endParaRPr kumimoji="1" lang="en-US" altLang="ja-JP" sz="1800" dirty="0"/>
          </a:p>
          <a:p>
            <a:r>
              <a:rPr kumimoji="1" lang="ja-JP" altLang="en-US" sz="1800"/>
              <a:t>残量</a:t>
            </a:r>
          </a:p>
        </p:txBody>
      </p:sp>
      <p:cxnSp>
        <p:nvCxnSpPr>
          <p:cNvPr id="2" name="直線コネクタ 1">
            <a:extLst>
              <a:ext uri="{FF2B5EF4-FFF2-40B4-BE49-F238E27FC236}">
                <a16:creationId xmlns:a16="http://schemas.microsoft.com/office/drawing/2014/main" id="{C55E2E1B-F79D-9E74-39C7-1C8F460DA3E2}"/>
              </a:ext>
            </a:extLst>
          </p:cNvPr>
          <p:cNvCxnSpPr>
            <a:cxnSpLocks/>
            <a:stCxn id="83" idx="6"/>
          </p:cNvCxnSpPr>
          <p:nvPr/>
        </p:nvCxnSpPr>
        <p:spPr>
          <a:xfrm>
            <a:off x="1163047" y="4018409"/>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 name="直線コネクタ 7">
            <a:extLst>
              <a:ext uri="{FF2B5EF4-FFF2-40B4-BE49-F238E27FC236}">
                <a16:creationId xmlns:a16="http://schemas.microsoft.com/office/drawing/2014/main" id="{7C5A9BB5-1762-EF45-C907-5AE35066F44F}"/>
              </a:ext>
            </a:extLst>
          </p:cNvPr>
          <p:cNvCxnSpPr>
            <a:cxnSpLocks/>
            <a:endCxn id="102" idx="2"/>
          </p:cNvCxnSpPr>
          <p:nvPr/>
        </p:nvCxnSpPr>
        <p:spPr>
          <a:xfrm>
            <a:off x="1191394" y="2463238"/>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9" name="直線コネクタ 28">
            <a:extLst>
              <a:ext uri="{FF2B5EF4-FFF2-40B4-BE49-F238E27FC236}">
                <a16:creationId xmlns:a16="http://schemas.microsoft.com/office/drawing/2014/main" id="{225CCB82-10AD-673C-DB1F-ED781A07C2A1}"/>
              </a:ext>
            </a:extLst>
          </p:cNvPr>
          <p:cNvCxnSpPr>
            <a:cxnSpLocks/>
            <a:endCxn id="120" idx="2"/>
          </p:cNvCxnSpPr>
          <p:nvPr/>
        </p:nvCxnSpPr>
        <p:spPr>
          <a:xfrm flipV="1">
            <a:off x="1183972" y="2447480"/>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 name="直線コネクタ 30">
            <a:extLst>
              <a:ext uri="{FF2B5EF4-FFF2-40B4-BE49-F238E27FC236}">
                <a16:creationId xmlns:a16="http://schemas.microsoft.com/office/drawing/2014/main" id="{64C18977-DB53-FAA6-FAF2-4F86DBDF7362}"/>
              </a:ext>
            </a:extLst>
          </p:cNvPr>
          <p:cNvCxnSpPr>
            <a:cxnSpLocks/>
            <a:stCxn id="101" idx="6"/>
            <a:endCxn id="102" idx="2"/>
          </p:cNvCxnSpPr>
          <p:nvPr/>
        </p:nvCxnSpPr>
        <p:spPr>
          <a:xfrm>
            <a:off x="1163047" y="3244371"/>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49" name="直線コネクタ 48">
            <a:extLst>
              <a:ext uri="{FF2B5EF4-FFF2-40B4-BE49-F238E27FC236}">
                <a16:creationId xmlns:a16="http://schemas.microsoft.com/office/drawing/2014/main" id="{B4D00D44-85F0-528F-3967-60B9B112FB29}"/>
              </a:ext>
            </a:extLst>
          </p:cNvPr>
          <p:cNvCxnSpPr>
            <a:cxnSpLocks/>
            <a:stCxn id="83" idx="6"/>
            <a:endCxn id="84" idx="2"/>
          </p:cNvCxnSpPr>
          <p:nvPr/>
        </p:nvCxnSpPr>
        <p:spPr>
          <a:xfrm>
            <a:off x="1163047" y="4018409"/>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64" name="直線コネクタ 63">
            <a:extLst>
              <a:ext uri="{FF2B5EF4-FFF2-40B4-BE49-F238E27FC236}">
                <a16:creationId xmlns:a16="http://schemas.microsoft.com/office/drawing/2014/main" id="{8EE824F6-931B-1530-E263-D01D09B045D0}"/>
              </a:ext>
            </a:extLst>
          </p:cNvPr>
          <p:cNvCxnSpPr>
            <a:cxnSpLocks/>
            <a:stCxn id="83" idx="6"/>
            <a:endCxn id="24" idx="2"/>
          </p:cNvCxnSpPr>
          <p:nvPr/>
        </p:nvCxnSpPr>
        <p:spPr>
          <a:xfrm>
            <a:off x="1163047" y="4018409"/>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76" name="直線コネクタ 75">
            <a:extLst>
              <a:ext uri="{FF2B5EF4-FFF2-40B4-BE49-F238E27FC236}">
                <a16:creationId xmlns:a16="http://schemas.microsoft.com/office/drawing/2014/main" id="{6B8C24D7-BA10-4174-DCC9-E551F678BD36}"/>
              </a:ext>
            </a:extLst>
          </p:cNvPr>
          <p:cNvCxnSpPr>
            <a:cxnSpLocks/>
          </p:cNvCxnSpPr>
          <p:nvPr/>
        </p:nvCxnSpPr>
        <p:spPr>
          <a:xfrm>
            <a:off x="1169511" y="4791562"/>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0" name="直線コネクタ 79">
            <a:extLst>
              <a:ext uri="{FF2B5EF4-FFF2-40B4-BE49-F238E27FC236}">
                <a16:creationId xmlns:a16="http://schemas.microsoft.com/office/drawing/2014/main" id="{DC2FC703-7098-2413-BECA-F24133301D03}"/>
              </a:ext>
            </a:extLst>
          </p:cNvPr>
          <p:cNvCxnSpPr>
            <a:cxnSpLocks/>
          </p:cNvCxnSpPr>
          <p:nvPr/>
        </p:nvCxnSpPr>
        <p:spPr>
          <a:xfrm flipV="1">
            <a:off x="1169511" y="4017524"/>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81" name="直線コネクタ 80">
            <a:extLst>
              <a:ext uri="{FF2B5EF4-FFF2-40B4-BE49-F238E27FC236}">
                <a16:creationId xmlns:a16="http://schemas.microsoft.com/office/drawing/2014/main" id="{99C9367D-8D0E-B741-C342-3B77C0D556BC}"/>
              </a:ext>
            </a:extLst>
          </p:cNvPr>
          <p:cNvCxnSpPr>
            <a:cxnSpLocks/>
          </p:cNvCxnSpPr>
          <p:nvPr/>
        </p:nvCxnSpPr>
        <p:spPr>
          <a:xfrm>
            <a:off x="1169511" y="4791562"/>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4" name="直線コネクタ 93">
            <a:extLst>
              <a:ext uri="{FF2B5EF4-FFF2-40B4-BE49-F238E27FC236}">
                <a16:creationId xmlns:a16="http://schemas.microsoft.com/office/drawing/2014/main" id="{22A6B0F8-C3D0-A99B-3549-BAE28D2C771C}"/>
              </a:ext>
            </a:extLst>
          </p:cNvPr>
          <p:cNvCxnSpPr>
            <a:cxnSpLocks/>
          </p:cNvCxnSpPr>
          <p:nvPr/>
        </p:nvCxnSpPr>
        <p:spPr>
          <a:xfrm flipV="1">
            <a:off x="1168646" y="3999340"/>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6" name="直線コネクタ 95">
            <a:extLst>
              <a:ext uri="{FF2B5EF4-FFF2-40B4-BE49-F238E27FC236}">
                <a16:creationId xmlns:a16="http://schemas.microsoft.com/office/drawing/2014/main" id="{0C3645D5-AA3E-D053-37DF-8C0938179586}"/>
              </a:ext>
            </a:extLst>
          </p:cNvPr>
          <p:cNvCxnSpPr>
            <a:cxnSpLocks/>
          </p:cNvCxnSpPr>
          <p:nvPr/>
        </p:nvCxnSpPr>
        <p:spPr>
          <a:xfrm flipV="1">
            <a:off x="1168646" y="4796231"/>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98" name="直線コネクタ 97">
            <a:extLst>
              <a:ext uri="{FF2B5EF4-FFF2-40B4-BE49-F238E27FC236}">
                <a16:creationId xmlns:a16="http://schemas.microsoft.com/office/drawing/2014/main" id="{379737EC-55CE-A020-0C70-4F6AC4CB303C}"/>
              </a:ext>
            </a:extLst>
          </p:cNvPr>
          <p:cNvCxnSpPr>
            <a:cxnSpLocks/>
          </p:cNvCxnSpPr>
          <p:nvPr/>
        </p:nvCxnSpPr>
        <p:spPr>
          <a:xfrm>
            <a:off x="1168646" y="5570269"/>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1" name="直線コネクタ 190">
            <a:extLst>
              <a:ext uri="{FF2B5EF4-FFF2-40B4-BE49-F238E27FC236}">
                <a16:creationId xmlns:a16="http://schemas.microsoft.com/office/drawing/2014/main" id="{8E3A1003-7E17-0247-5E28-90DE20C431CD}"/>
              </a:ext>
            </a:extLst>
          </p:cNvPr>
          <p:cNvCxnSpPr>
            <a:cxnSpLocks/>
          </p:cNvCxnSpPr>
          <p:nvPr/>
        </p:nvCxnSpPr>
        <p:spPr>
          <a:xfrm flipV="1">
            <a:off x="4530535" y="2447480"/>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3" name="直線コネクタ 192">
            <a:extLst>
              <a:ext uri="{FF2B5EF4-FFF2-40B4-BE49-F238E27FC236}">
                <a16:creationId xmlns:a16="http://schemas.microsoft.com/office/drawing/2014/main" id="{9C771DF8-D2F7-E9F4-1DED-92308A28D267}"/>
              </a:ext>
            </a:extLst>
          </p:cNvPr>
          <p:cNvCxnSpPr>
            <a:cxnSpLocks/>
          </p:cNvCxnSpPr>
          <p:nvPr/>
        </p:nvCxnSpPr>
        <p:spPr>
          <a:xfrm>
            <a:off x="4522980" y="2451603"/>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5" name="直線コネクタ 194">
            <a:extLst>
              <a:ext uri="{FF2B5EF4-FFF2-40B4-BE49-F238E27FC236}">
                <a16:creationId xmlns:a16="http://schemas.microsoft.com/office/drawing/2014/main" id="{1A39E250-8D07-C2DF-E017-C4CB02F50192}"/>
              </a:ext>
            </a:extLst>
          </p:cNvPr>
          <p:cNvCxnSpPr>
            <a:cxnSpLocks/>
          </p:cNvCxnSpPr>
          <p:nvPr/>
        </p:nvCxnSpPr>
        <p:spPr>
          <a:xfrm>
            <a:off x="4534415" y="246299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199" name="直線コネクタ 198">
            <a:extLst>
              <a:ext uri="{FF2B5EF4-FFF2-40B4-BE49-F238E27FC236}">
                <a16:creationId xmlns:a16="http://schemas.microsoft.com/office/drawing/2014/main" id="{344F5A4B-FABD-AB88-787B-45B6FE883A25}"/>
              </a:ext>
            </a:extLst>
          </p:cNvPr>
          <p:cNvCxnSpPr>
            <a:cxnSpLocks/>
          </p:cNvCxnSpPr>
          <p:nvPr/>
        </p:nvCxnSpPr>
        <p:spPr>
          <a:xfrm>
            <a:off x="1172254" y="2444831"/>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1" name="直線コネクタ 200">
            <a:extLst>
              <a:ext uri="{FF2B5EF4-FFF2-40B4-BE49-F238E27FC236}">
                <a16:creationId xmlns:a16="http://schemas.microsoft.com/office/drawing/2014/main" id="{DC2B6FCB-AB0D-B766-8EEA-8DB7D75738BD}"/>
              </a:ext>
            </a:extLst>
          </p:cNvPr>
          <p:cNvCxnSpPr>
            <a:cxnSpLocks/>
            <a:stCxn id="101" idx="6"/>
          </p:cNvCxnSpPr>
          <p:nvPr/>
        </p:nvCxnSpPr>
        <p:spPr>
          <a:xfrm>
            <a:off x="1163047" y="3244371"/>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6" name="直線コネクタ 205">
            <a:extLst>
              <a:ext uri="{FF2B5EF4-FFF2-40B4-BE49-F238E27FC236}">
                <a16:creationId xmlns:a16="http://schemas.microsoft.com/office/drawing/2014/main" id="{24EB5354-4003-D095-F777-67A05C17B6E2}"/>
              </a:ext>
            </a:extLst>
          </p:cNvPr>
          <p:cNvCxnSpPr>
            <a:cxnSpLocks/>
            <a:stCxn id="83" idx="6"/>
          </p:cNvCxnSpPr>
          <p:nvPr/>
        </p:nvCxnSpPr>
        <p:spPr>
          <a:xfrm flipV="1">
            <a:off x="1163047" y="3558965"/>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09" name="直線コネクタ 208">
            <a:extLst>
              <a:ext uri="{FF2B5EF4-FFF2-40B4-BE49-F238E27FC236}">
                <a16:creationId xmlns:a16="http://schemas.microsoft.com/office/drawing/2014/main" id="{21D250C2-4430-AC62-DB36-15EF7DA35911}"/>
              </a:ext>
            </a:extLst>
          </p:cNvPr>
          <p:cNvCxnSpPr>
            <a:cxnSpLocks/>
            <a:stCxn id="65" idx="6"/>
          </p:cNvCxnSpPr>
          <p:nvPr/>
        </p:nvCxnSpPr>
        <p:spPr>
          <a:xfrm flipV="1">
            <a:off x="1166292" y="3675352"/>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2" name="直線コネクタ 211">
            <a:extLst>
              <a:ext uri="{FF2B5EF4-FFF2-40B4-BE49-F238E27FC236}">
                <a16:creationId xmlns:a16="http://schemas.microsoft.com/office/drawing/2014/main" id="{8FDFC686-DE62-3454-BEC3-88B0FABFB2E1}"/>
              </a:ext>
            </a:extLst>
          </p:cNvPr>
          <p:cNvCxnSpPr>
            <a:cxnSpLocks/>
            <a:stCxn id="21" idx="6"/>
          </p:cNvCxnSpPr>
          <p:nvPr/>
        </p:nvCxnSpPr>
        <p:spPr>
          <a:xfrm flipV="1">
            <a:off x="1163047" y="3788687"/>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5" name="直線コネクタ 214">
            <a:extLst>
              <a:ext uri="{FF2B5EF4-FFF2-40B4-BE49-F238E27FC236}">
                <a16:creationId xmlns:a16="http://schemas.microsoft.com/office/drawing/2014/main" id="{40833FB2-3E43-7386-3B9C-31B9859AE85C}"/>
              </a:ext>
            </a:extLst>
          </p:cNvPr>
          <p:cNvCxnSpPr>
            <a:cxnSpLocks/>
          </p:cNvCxnSpPr>
          <p:nvPr/>
        </p:nvCxnSpPr>
        <p:spPr>
          <a:xfrm>
            <a:off x="2835672" y="4012104"/>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6" name="直線コネクタ 215">
            <a:extLst>
              <a:ext uri="{FF2B5EF4-FFF2-40B4-BE49-F238E27FC236}">
                <a16:creationId xmlns:a16="http://schemas.microsoft.com/office/drawing/2014/main" id="{829A71E8-A3D8-2A3D-AFD3-A87C8CE06919}"/>
              </a:ext>
            </a:extLst>
          </p:cNvPr>
          <p:cNvCxnSpPr>
            <a:cxnSpLocks/>
          </p:cNvCxnSpPr>
          <p:nvPr/>
        </p:nvCxnSpPr>
        <p:spPr>
          <a:xfrm>
            <a:off x="2864019" y="2456933"/>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7" name="直線コネクタ 216">
            <a:extLst>
              <a:ext uri="{FF2B5EF4-FFF2-40B4-BE49-F238E27FC236}">
                <a16:creationId xmlns:a16="http://schemas.microsoft.com/office/drawing/2014/main" id="{301EC00E-29FD-3C66-26DA-3C91BC37F2D1}"/>
              </a:ext>
            </a:extLst>
          </p:cNvPr>
          <p:cNvCxnSpPr>
            <a:cxnSpLocks/>
          </p:cNvCxnSpPr>
          <p:nvPr/>
        </p:nvCxnSpPr>
        <p:spPr>
          <a:xfrm flipV="1">
            <a:off x="2856597" y="2441175"/>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8" name="直線コネクタ 217">
            <a:extLst>
              <a:ext uri="{FF2B5EF4-FFF2-40B4-BE49-F238E27FC236}">
                <a16:creationId xmlns:a16="http://schemas.microsoft.com/office/drawing/2014/main" id="{609CC452-77EF-4154-53D3-9C90C9D29107}"/>
              </a:ext>
            </a:extLst>
          </p:cNvPr>
          <p:cNvCxnSpPr>
            <a:cxnSpLocks/>
          </p:cNvCxnSpPr>
          <p:nvPr/>
        </p:nvCxnSpPr>
        <p:spPr>
          <a:xfrm>
            <a:off x="2835672" y="3238066"/>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19" name="直線コネクタ 218">
            <a:extLst>
              <a:ext uri="{FF2B5EF4-FFF2-40B4-BE49-F238E27FC236}">
                <a16:creationId xmlns:a16="http://schemas.microsoft.com/office/drawing/2014/main" id="{62865C6D-DC3D-89F3-F069-F6052AA11DD3}"/>
              </a:ext>
            </a:extLst>
          </p:cNvPr>
          <p:cNvCxnSpPr>
            <a:cxnSpLocks/>
          </p:cNvCxnSpPr>
          <p:nvPr/>
        </p:nvCxnSpPr>
        <p:spPr>
          <a:xfrm>
            <a:off x="2835672" y="4012104"/>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0" name="直線コネクタ 219">
            <a:extLst>
              <a:ext uri="{FF2B5EF4-FFF2-40B4-BE49-F238E27FC236}">
                <a16:creationId xmlns:a16="http://schemas.microsoft.com/office/drawing/2014/main" id="{360F3DE2-1397-08F4-49CC-523DEEAE3AB9}"/>
              </a:ext>
            </a:extLst>
          </p:cNvPr>
          <p:cNvCxnSpPr>
            <a:cxnSpLocks/>
          </p:cNvCxnSpPr>
          <p:nvPr/>
        </p:nvCxnSpPr>
        <p:spPr>
          <a:xfrm>
            <a:off x="2835672" y="4012104"/>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1" name="直線コネクタ 220">
            <a:extLst>
              <a:ext uri="{FF2B5EF4-FFF2-40B4-BE49-F238E27FC236}">
                <a16:creationId xmlns:a16="http://schemas.microsoft.com/office/drawing/2014/main" id="{9CCFFEFF-A095-E935-493A-37D1F24035F2}"/>
              </a:ext>
            </a:extLst>
          </p:cNvPr>
          <p:cNvCxnSpPr>
            <a:cxnSpLocks/>
          </p:cNvCxnSpPr>
          <p:nvPr/>
        </p:nvCxnSpPr>
        <p:spPr>
          <a:xfrm>
            <a:off x="2842136" y="4785257"/>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2" name="直線コネクタ 221">
            <a:extLst>
              <a:ext uri="{FF2B5EF4-FFF2-40B4-BE49-F238E27FC236}">
                <a16:creationId xmlns:a16="http://schemas.microsoft.com/office/drawing/2014/main" id="{B408A9C3-0007-4F98-EEAE-1A425392220D}"/>
              </a:ext>
            </a:extLst>
          </p:cNvPr>
          <p:cNvCxnSpPr>
            <a:cxnSpLocks/>
          </p:cNvCxnSpPr>
          <p:nvPr/>
        </p:nvCxnSpPr>
        <p:spPr>
          <a:xfrm flipV="1">
            <a:off x="2842136" y="4011219"/>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3" name="直線コネクタ 222">
            <a:extLst>
              <a:ext uri="{FF2B5EF4-FFF2-40B4-BE49-F238E27FC236}">
                <a16:creationId xmlns:a16="http://schemas.microsoft.com/office/drawing/2014/main" id="{C7FD53B7-0598-FCB8-EF1D-C885927F49BD}"/>
              </a:ext>
            </a:extLst>
          </p:cNvPr>
          <p:cNvCxnSpPr>
            <a:cxnSpLocks/>
          </p:cNvCxnSpPr>
          <p:nvPr/>
        </p:nvCxnSpPr>
        <p:spPr>
          <a:xfrm>
            <a:off x="2842136" y="478525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4" name="直線コネクタ 223">
            <a:extLst>
              <a:ext uri="{FF2B5EF4-FFF2-40B4-BE49-F238E27FC236}">
                <a16:creationId xmlns:a16="http://schemas.microsoft.com/office/drawing/2014/main" id="{C031A7C5-9C75-5625-11E4-1A2756A122F3}"/>
              </a:ext>
            </a:extLst>
          </p:cNvPr>
          <p:cNvCxnSpPr>
            <a:cxnSpLocks/>
          </p:cNvCxnSpPr>
          <p:nvPr/>
        </p:nvCxnSpPr>
        <p:spPr>
          <a:xfrm flipV="1">
            <a:off x="2841271" y="3993035"/>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5" name="直線コネクタ 224">
            <a:extLst>
              <a:ext uri="{FF2B5EF4-FFF2-40B4-BE49-F238E27FC236}">
                <a16:creationId xmlns:a16="http://schemas.microsoft.com/office/drawing/2014/main" id="{DD621401-6063-F40E-C2B5-899F7310F0E5}"/>
              </a:ext>
            </a:extLst>
          </p:cNvPr>
          <p:cNvCxnSpPr>
            <a:cxnSpLocks/>
          </p:cNvCxnSpPr>
          <p:nvPr/>
        </p:nvCxnSpPr>
        <p:spPr>
          <a:xfrm flipV="1">
            <a:off x="2841271" y="4789926"/>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6" name="直線コネクタ 225">
            <a:extLst>
              <a:ext uri="{FF2B5EF4-FFF2-40B4-BE49-F238E27FC236}">
                <a16:creationId xmlns:a16="http://schemas.microsoft.com/office/drawing/2014/main" id="{8A32F552-1EF5-DE40-D243-F1A26C660658}"/>
              </a:ext>
            </a:extLst>
          </p:cNvPr>
          <p:cNvCxnSpPr>
            <a:cxnSpLocks/>
          </p:cNvCxnSpPr>
          <p:nvPr/>
        </p:nvCxnSpPr>
        <p:spPr>
          <a:xfrm>
            <a:off x="2841271" y="5563964"/>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7" name="直線コネクタ 226">
            <a:extLst>
              <a:ext uri="{FF2B5EF4-FFF2-40B4-BE49-F238E27FC236}">
                <a16:creationId xmlns:a16="http://schemas.microsoft.com/office/drawing/2014/main" id="{C23076EC-6E9A-BE41-0F30-C852F37C9EF5}"/>
              </a:ext>
            </a:extLst>
          </p:cNvPr>
          <p:cNvCxnSpPr>
            <a:cxnSpLocks/>
          </p:cNvCxnSpPr>
          <p:nvPr/>
        </p:nvCxnSpPr>
        <p:spPr>
          <a:xfrm>
            <a:off x="2844879" y="2438526"/>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8" name="直線コネクタ 227">
            <a:extLst>
              <a:ext uri="{FF2B5EF4-FFF2-40B4-BE49-F238E27FC236}">
                <a16:creationId xmlns:a16="http://schemas.microsoft.com/office/drawing/2014/main" id="{6FDCF801-6631-F8EA-A750-78738056C70F}"/>
              </a:ext>
            </a:extLst>
          </p:cNvPr>
          <p:cNvCxnSpPr>
            <a:cxnSpLocks/>
          </p:cNvCxnSpPr>
          <p:nvPr/>
        </p:nvCxnSpPr>
        <p:spPr>
          <a:xfrm>
            <a:off x="2835672" y="3238066"/>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29" name="直線コネクタ 228">
            <a:extLst>
              <a:ext uri="{FF2B5EF4-FFF2-40B4-BE49-F238E27FC236}">
                <a16:creationId xmlns:a16="http://schemas.microsoft.com/office/drawing/2014/main" id="{3A1D3D85-DD85-3C10-C1D1-7871BA21D6AA}"/>
              </a:ext>
            </a:extLst>
          </p:cNvPr>
          <p:cNvCxnSpPr>
            <a:cxnSpLocks/>
          </p:cNvCxnSpPr>
          <p:nvPr/>
        </p:nvCxnSpPr>
        <p:spPr>
          <a:xfrm flipV="1">
            <a:off x="2835672" y="3552660"/>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0" name="直線コネクタ 229">
            <a:extLst>
              <a:ext uri="{FF2B5EF4-FFF2-40B4-BE49-F238E27FC236}">
                <a16:creationId xmlns:a16="http://schemas.microsoft.com/office/drawing/2014/main" id="{81C51E54-44C3-0A16-2FC7-1344A94DF972}"/>
              </a:ext>
            </a:extLst>
          </p:cNvPr>
          <p:cNvCxnSpPr>
            <a:cxnSpLocks/>
          </p:cNvCxnSpPr>
          <p:nvPr/>
        </p:nvCxnSpPr>
        <p:spPr>
          <a:xfrm flipV="1">
            <a:off x="2838917" y="3669047"/>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1" name="直線コネクタ 230">
            <a:extLst>
              <a:ext uri="{FF2B5EF4-FFF2-40B4-BE49-F238E27FC236}">
                <a16:creationId xmlns:a16="http://schemas.microsoft.com/office/drawing/2014/main" id="{AD8F39FE-52DC-EC4C-BBAD-A17274C5E2B8}"/>
              </a:ext>
            </a:extLst>
          </p:cNvPr>
          <p:cNvCxnSpPr>
            <a:cxnSpLocks/>
          </p:cNvCxnSpPr>
          <p:nvPr/>
        </p:nvCxnSpPr>
        <p:spPr>
          <a:xfrm flipV="1">
            <a:off x="2835672" y="3782382"/>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2" name="直線コネクタ 231">
            <a:extLst>
              <a:ext uri="{FF2B5EF4-FFF2-40B4-BE49-F238E27FC236}">
                <a16:creationId xmlns:a16="http://schemas.microsoft.com/office/drawing/2014/main" id="{7A90DF23-A819-FC3C-4A94-B9468EC5E878}"/>
              </a:ext>
            </a:extLst>
          </p:cNvPr>
          <p:cNvCxnSpPr>
            <a:cxnSpLocks/>
            <a:endCxn id="121" idx="2"/>
          </p:cNvCxnSpPr>
          <p:nvPr/>
        </p:nvCxnSpPr>
        <p:spPr>
          <a:xfrm>
            <a:off x="2825437" y="2438526"/>
            <a:ext cx="1381196" cy="895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4" name="直線コネクタ 233">
            <a:extLst>
              <a:ext uri="{FF2B5EF4-FFF2-40B4-BE49-F238E27FC236}">
                <a16:creationId xmlns:a16="http://schemas.microsoft.com/office/drawing/2014/main" id="{DC343941-5A72-C9FE-8109-4C669770BF5E}"/>
              </a:ext>
            </a:extLst>
          </p:cNvPr>
          <p:cNvCxnSpPr>
            <a:cxnSpLocks/>
          </p:cNvCxnSpPr>
          <p:nvPr/>
        </p:nvCxnSpPr>
        <p:spPr>
          <a:xfrm>
            <a:off x="6229443" y="4032095"/>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5" name="直線コネクタ 234">
            <a:extLst>
              <a:ext uri="{FF2B5EF4-FFF2-40B4-BE49-F238E27FC236}">
                <a16:creationId xmlns:a16="http://schemas.microsoft.com/office/drawing/2014/main" id="{4F3AB2DE-8D1A-083F-6F48-8AB83BA7ED70}"/>
              </a:ext>
            </a:extLst>
          </p:cNvPr>
          <p:cNvCxnSpPr>
            <a:cxnSpLocks/>
          </p:cNvCxnSpPr>
          <p:nvPr/>
        </p:nvCxnSpPr>
        <p:spPr>
          <a:xfrm>
            <a:off x="6257790" y="2476924"/>
            <a:ext cx="1339805" cy="781133"/>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6" name="直線コネクタ 235">
            <a:extLst>
              <a:ext uri="{FF2B5EF4-FFF2-40B4-BE49-F238E27FC236}">
                <a16:creationId xmlns:a16="http://schemas.microsoft.com/office/drawing/2014/main" id="{4C762E53-6421-5DC0-9A5F-64AAB1EC0BA5}"/>
              </a:ext>
            </a:extLst>
          </p:cNvPr>
          <p:cNvCxnSpPr>
            <a:cxnSpLocks/>
          </p:cNvCxnSpPr>
          <p:nvPr/>
        </p:nvCxnSpPr>
        <p:spPr>
          <a:xfrm flipV="1">
            <a:off x="6250368" y="2461166"/>
            <a:ext cx="1347227" cy="78998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7" name="直線コネクタ 236">
            <a:extLst>
              <a:ext uri="{FF2B5EF4-FFF2-40B4-BE49-F238E27FC236}">
                <a16:creationId xmlns:a16="http://schemas.microsoft.com/office/drawing/2014/main" id="{0B3FB891-5AB8-904D-31FA-3A3132F72129}"/>
              </a:ext>
            </a:extLst>
          </p:cNvPr>
          <p:cNvCxnSpPr>
            <a:cxnSpLocks/>
          </p:cNvCxnSpPr>
          <p:nvPr/>
        </p:nvCxnSpPr>
        <p:spPr>
          <a:xfrm>
            <a:off x="6229443" y="3258057"/>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8" name="直線コネクタ 237">
            <a:extLst>
              <a:ext uri="{FF2B5EF4-FFF2-40B4-BE49-F238E27FC236}">
                <a16:creationId xmlns:a16="http://schemas.microsoft.com/office/drawing/2014/main" id="{1B10F415-953F-B04E-3EAE-7D3B34123B86}"/>
              </a:ext>
            </a:extLst>
          </p:cNvPr>
          <p:cNvCxnSpPr>
            <a:cxnSpLocks/>
          </p:cNvCxnSpPr>
          <p:nvPr/>
        </p:nvCxnSpPr>
        <p:spPr>
          <a:xfrm>
            <a:off x="6229443" y="4032095"/>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39" name="直線コネクタ 238">
            <a:extLst>
              <a:ext uri="{FF2B5EF4-FFF2-40B4-BE49-F238E27FC236}">
                <a16:creationId xmlns:a16="http://schemas.microsoft.com/office/drawing/2014/main" id="{AAFFFE9F-D19B-3103-4867-AE51BC9CA0F6}"/>
              </a:ext>
            </a:extLst>
          </p:cNvPr>
          <p:cNvCxnSpPr>
            <a:cxnSpLocks/>
          </p:cNvCxnSpPr>
          <p:nvPr/>
        </p:nvCxnSpPr>
        <p:spPr>
          <a:xfrm>
            <a:off x="6229443" y="4032095"/>
            <a:ext cx="1368152" cy="155560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0" name="直線コネクタ 239">
            <a:extLst>
              <a:ext uri="{FF2B5EF4-FFF2-40B4-BE49-F238E27FC236}">
                <a16:creationId xmlns:a16="http://schemas.microsoft.com/office/drawing/2014/main" id="{AB6185C5-1111-B62E-972E-244996A1CC78}"/>
              </a:ext>
            </a:extLst>
          </p:cNvPr>
          <p:cNvCxnSpPr>
            <a:cxnSpLocks/>
          </p:cNvCxnSpPr>
          <p:nvPr/>
        </p:nvCxnSpPr>
        <p:spPr>
          <a:xfrm>
            <a:off x="6235907" y="4805248"/>
            <a:ext cx="1369072" cy="7953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1" name="直線コネクタ 240">
            <a:extLst>
              <a:ext uri="{FF2B5EF4-FFF2-40B4-BE49-F238E27FC236}">
                <a16:creationId xmlns:a16="http://schemas.microsoft.com/office/drawing/2014/main" id="{CBC96477-560C-1BA2-0BD3-9F34ADE34703}"/>
              </a:ext>
            </a:extLst>
          </p:cNvPr>
          <p:cNvCxnSpPr>
            <a:cxnSpLocks/>
          </p:cNvCxnSpPr>
          <p:nvPr/>
        </p:nvCxnSpPr>
        <p:spPr>
          <a:xfrm flipV="1">
            <a:off x="6235907" y="4031210"/>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2" name="直線コネクタ 241">
            <a:extLst>
              <a:ext uri="{FF2B5EF4-FFF2-40B4-BE49-F238E27FC236}">
                <a16:creationId xmlns:a16="http://schemas.microsoft.com/office/drawing/2014/main" id="{166D07A6-1814-F653-DEBA-506616330334}"/>
              </a:ext>
            </a:extLst>
          </p:cNvPr>
          <p:cNvCxnSpPr>
            <a:cxnSpLocks/>
          </p:cNvCxnSpPr>
          <p:nvPr/>
        </p:nvCxnSpPr>
        <p:spPr>
          <a:xfrm>
            <a:off x="6235907" y="4805248"/>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3" name="直線コネクタ 242">
            <a:extLst>
              <a:ext uri="{FF2B5EF4-FFF2-40B4-BE49-F238E27FC236}">
                <a16:creationId xmlns:a16="http://schemas.microsoft.com/office/drawing/2014/main" id="{0C103958-2453-BCF2-0C9F-4B2B84B1065C}"/>
              </a:ext>
            </a:extLst>
          </p:cNvPr>
          <p:cNvCxnSpPr>
            <a:cxnSpLocks/>
          </p:cNvCxnSpPr>
          <p:nvPr/>
        </p:nvCxnSpPr>
        <p:spPr>
          <a:xfrm flipV="1">
            <a:off x="6235042" y="4013026"/>
            <a:ext cx="1368152" cy="157092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4" name="直線コネクタ 243">
            <a:extLst>
              <a:ext uri="{FF2B5EF4-FFF2-40B4-BE49-F238E27FC236}">
                <a16:creationId xmlns:a16="http://schemas.microsoft.com/office/drawing/2014/main" id="{EFCC5FCB-FFDF-2A78-0CA4-5672FD6FCC58}"/>
              </a:ext>
            </a:extLst>
          </p:cNvPr>
          <p:cNvCxnSpPr>
            <a:cxnSpLocks/>
          </p:cNvCxnSpPr>
          <p:nvPr/>
        </p:nvCxnSpPr>
        <p:spPr>
          <a:xfrm flipV="1">
            <a:off x="6235042" y="4809917"/>
            <a:ext cx="1368152" cy="77403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5" name="直線コネクタ 244">
            <a:extLst>
              <a:ext uri="{FF2B5EF4-FFF2-40B4-BE49-F238E27FC236}">
                <a16:creationId xmlns:a16="http://schemas.microsoft.com/office/drawing/2014/main" id="{B5E3FAF2-0B30-AA3C-0A7E-748429354F32}"/>
              </a:ext>
            </a:extLst>
          </p:cNvPr>
          <p:cNvCxnSpPr>
            <a:cxnSpLocks/>
          </p:cNvCxnSpPr>
          <p:nvPr/>
        </p:nvCxnSpPr>
        <p:spPr>
          <a:xfrm>
            <a:off x="6235042" y="5583955"/>
            <a:ext cx="1368152" cy="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6" name="直線コネクタ 245">
            <a:extLst>
              <a:ext uri="{FF2B5EF4-FFF2-40B4-BE49-F238E27FC236}">
                <a16:creationId xmlns:a16="http://schemas.microsoft.com/office/drawing/2014/main" id="{DC77A170-2479-8116-D0E2-6836EE753807}"/>
              </a:ext>
            </a:extLst>
          </p:cNvPr>
          <p:cNvCxnSpPr>
            <a:cxnSpLocks/>
          </p:cNvCxnSpPr>
          <p:nvPr/>
        </p:nvCxnSpPr>
        <p:spPr>
          <a:xfrm>
            <a:off x="6238650" y="2458517"/>
            <a:ext cx="1301517" cy="95878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7" name="直線コネクタ 246">
            <a:extLst>
              <a:ext uri="{FF2B5EF4-FFF2-40B4-BE49-F238E27FC236}">
                <a16:creationId xmlns:a16="http://schemas.microsoft.com/office/drawing/2014/main" id="{11AA8F27-0FE3-263E-0B12-8AA176DE00B4}"/>
              </a:ext>
            </a:extLst>
          </p:cNvPr>
          <p:cNvCxnSpPr>
            <a:cxnSpLocks/>
          </p:cNvCxnSpPr>
          <p:nvPr/>
        </p:nvCxnSpPr>
        <p:spPr>
          <a:xfrm>
            <a:off x="6229443" y="3258057"/>
            <a:ext cx="1282658" cy="23357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8" name="直線コネクタ 247">
            <a:extLst>
              <a:ext uri="{FF2B5EF4-FFF2-40B4-BE49-F238E27FC236}">
                <a16:creationId xmlns:a16="http://schemas.microsoft.com/office/drawing/2014/main" id="{C3DB9E10-B9C4-2F87-73D4-A81A95FD74E0}"/>
              </a:ext>
            </a:extLst>
          </p:cNvPr>
          <p:cNvCxnSpPr>
            <a:cxnSpLocks/>
          </p:cNvCxnSpPr>
          <p:nvPr/>
        </p:nvCxnSpPr>
        <p:spPr>
          <a:xfrm flipV="1">
            <a:off x="6229443" y="3572651"/>
            <a:ext cx="1282658" cy="45944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49" name="直線コネクタ 248">
            <a:extLst>
              <a:ext uri="{FF2B5EF4-FFF2-40B4-BE49-F238E27FC236}">
                <a16:creationId xmlns:a16="http://schemas.microsoft.com/office/drawing/2014/main" id="{3AA0EB1D-B145-A699-A303-85ED8D870B38}"/>
              </a:ext>
            </a:extLst>
          </p:cNvPr>
          <p:cNvCxnSpPr>
            <a:cxnSpLocks/>
          </p:cNvCxnSpPr>
          <p:nvPr/>
        </p:nvCxnSpPr>
        <p:spPr>
          <a:xfrm flipV="1">
            <a:off x="6232688" y="3689038"/>
            <a:ext cx="1301437" cy="111621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0" name="直線コネクタ 249">
            <a:extLst>
              <a:ext uri="{FF2B5EF4-FFF2-40B4-BE49-F238E27FC236}">
                <a16:creationId xmlns:a16="http://schemas.microsoft.com/office/drawing/2014/main" id="{3D2AB864-F03C-FDE3-D35D-6B3FB8B278D7}"/>
              </a:ext>
            </a:extLst>
          </p:cNvPr>
          <p:cNvCxnSpPr>
            <a:cxnSpLocks/>
          </p:cNvCxnSpPr>
          <p:nvPr/>
        </p:nvCxnSpPr>
        <p:spPr>
          <a:xfrm flipV="1">
            <a:off x="6229443" y="3802373"/>
            <a:ext cx="1345628" cy="1785328"/>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1" name="直線コネクタ 250">
            <a:extLst>
              <a:ext uri="{FF2B5EF4-FFF2-40B4-BE49-F238E27FC236}">
                <a16:creationId xmlns:a16="http://schemas.microsoft.com/office/drawing/2014/main" id="{5216363A-0C5F-40AC-B4B8-E373D7BE0173}"/>
              </a:ext>
            </a:extLst>
          </p:cNvPr>
          <p:cNvCxnSpPr>
            <a:cxnSpLocks/>
          </p:cNvCxnSpPr>
          <p:nvPr/>
        </p:nvCxnSpPr>
        <p:spPr>
          <a:xfrm>
            <a:off x="6219208" y="2458517"/>
            <a:ext cx="1381196" cy="895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2" name="直線コネクタ 251">
            <a:extLst>
              <a:ext uri="{FF2B5EF4-FFF2-40B4-BE49-F238E27FC236}">
                <a16:creationId xmlns:a16="http://schemas.microsoft.com/office/drawing/2014/main" id="{C4058955-3B69-6BBB-D8B4-08EBEB86B6F0}"/>
              </a:ext>
            </a:extLst>
          </p:cNvPr>
          <p:cNvCxnSpPr>
            <a:cxnSpLocks/>
            <a:stCxn id="121" idx="2"/>
          </p:cNvCxnSpPr>
          <p:nvPr/>
        </p:nvCxnSpPr>
        <p:spPr>
          <a:xfrm flipH="1">
            <a:off x="2882650" y="2447480"/>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5" name="直線コネクタ 254">
            <a:extLst>
              <a:ext uri="{FF2B5EF4-FFF2-40B4-BE49-F238E27FC236}">
                <a16:creationId xmlns:a16="http://schemas.microsoft.com/office/drawing/2014/main" id="{97BC05BA-3388-19AA-EC23-EA672388BB0A}"/>
              </a:ext>
            </a:extLst>
          </p:cNvPr>
          <p:cNvCxnSpPr>
            <a:cxnSpLocks/>
            <a:stCxn id="103" idx="2"/>
          </p:cNvCxnSpPr>
          <p:nvPr/>
        </p:nvCxnSpPr>
        <p:spPr>
          <a:xfrm flipH="1">
            <a:off x="2898861" y="3244371"/>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58" name="直線コネクタ 257">
            <a:extLst>
              <a:ext uri="{FF2B5EF4-FFF2-40B4-BE49-F238E27FC236}">
                <a16:creationId xmlns:a16="http://schemas.microsoft.com/office/drawing/2014/main" id="{8C7281CF-2A22-BA20-B628-0D2D1473DFAD}"/>
              </a:ext>
            </a:extLst>
          </p:cNvPr>
          <p:cNvCxnSpPr>
            <a:cxnSpLocks/>
            <a:stCxn id="85" idx="2"/>
          </p:cNvCxnSpPr>
          <p:nvPr/>
        </p:nvCxnSpPr>
        <p:spPr>
          <a:xfrm flipH="1" flipV="1">
            <a:off x="2905198" y="3579483"/>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63" name="直線コネクタ 262">
            <a:extLst>
              <a:ext uri="{FF2B5EF4-FFF2-40B4-BE49-F238E27FC236}">
                <a16:creationId xmlns:a16="http://schemas.microsoft.com/office/drawing/2014/main" id="{2904CE05-B813-4D01-615B-0D887C8D8F12}"/>
              </a:ext>
            </a:extLst>
          </p:cNvPr>
          <p:cNvCxnSpPr>
            <a:cxnSpLocks/>
            <a:endCxn id="67" idx="2"/>
          </p:cNvCxnSpPr>
          <p:nvPr/>
        </p:nvCxnSpPr>
        <p:spPr>
          <a:xfrm>
            <a:off x="2898861" y="3683297"/>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69" name="直線コネクタ 268">
            <a:extLst>
              <a:ext uri="{FF2B5EF4-FFF2-40B4-BE49-F238E27FC236}">
                <a16:creationId xmlns:a16="http://schemas.microsoft.com/office/drawing/2014/main" id="{712F1EF4-79FF-3680-473C-1B9799A8F7BD}"/>
              </a:ext>
            </a:extLst>
          </p:cNvPr>
          <p:cNvCxnSpPr>
            <a:cxnSpLocks/>
            <a:stCxn id="25" idx="2"/>
          </p:cNvCxnSpPr>
          <p:nvPr/>
        </p:nvCxnSpPr>
        <p:spPr>
          <a:xfrm flipH="1" flipV="1">
            <a:off x="2888501" y="3798946"/>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2" name="直線コネクタ 271">
            <a:extLst>
              <a:ext uri="{FF2B5EF4-FFF2-40B4-BE49-F238E27FC236}">
                <a16:creationId xmlns:a16="http://schemas.microsoft.com/office/drawing/2014/main" id="{1FB7D274-95F0-A4BE-D778-6417DDECA841}"/>
              </a:ext>
            </a:extLst>
          </p:cNvPr>
          <p:cNvCxnSpPr>
            <a:cxnSpLocks/>
          </p:cNvCxnSpPr>
          <p:nvPr/>
        </p:nvCxnSpPr>
        <p:spPr>
          <a:xfrm flipH="1">
            <a:off x="1206249" y="2449344"/>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3" name="直線コネクタ 272">
            <a:extLst>
              <a:ext uri="{FF2B5EF4-FFF2-40B4-BE49-F238E27FC236}">
                <a16:creationId xmlns:a16="http://schemas.microsoft.com/office/drawing/2014/main" id="{A6B957E1-5496-A2A5-AEF4-1F9EA94E4FA9}"/>
              </a:ext>
            </a:extLst>
          </p:cNvPr>
          <p:cNvCxnSpPr>
            <a:cxnSpLocks/>
          </p:cNvCxnSpPr>
          <p:nvPr/>
        </p:nvCxnSpPr>
        <p:spPr>
          <a:xfrm flipH="1">
            <a:off x="1222460" y="3246235"/>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4" name="直線コネクタ 273">
            <a:extLst>
              <a:ext uri="{FF2B5EF4-FFF2-40B4-BE49-F238E27FC236}">
                <a16:creationId xmlns:a16="http://schemas.microsoft.com/office/drawing/2014/main" id="{F03EA6DE-1B7F-C2EE-6941-E28B236B2F56}"/>
              </a:ext>
            </a:extLst>
          </p:cNvPr>
          <p:cNvCxnSpPr>
            <a:cxnSpLocks/>
          </p:cNvCxnSpPr>
          <p:nvPr/>
        </p:nvCxnSpPr>
        <p:spPr>
          <a:xfrm flipH="1" flipV="1">
            <a:off x="1228797" y="3581347"/>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5" name="直線コネクタ 274">
            <a:extLst>
              <a:ext uri="{FF2B5EF4-FFF2-40B4-BE49-F238E27FC236}">
                <a16:creationId xmlns:a16="http://schemas.microsoft.com/office/drawing/2014/main" id="{79E81ECE-9EE7-09AC-BE10-E3A08642E637}"/>
              </a:ext>
            </a:extLst>
          </p:cNvPr>
          <p:cNvCxnSpPr>
            <a:cxnSpLocks/>
          </p:cNvCxnSpPr>
          <p:nvPr/>
        </p:nvCxnSpPr>
        <p:spPr>
          <a:xfrm>
            <a:off x="1222460" y="3685161"/>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6" name="直線コネクタ 275">
            <a:extLst>
              <a:ext uri="{FF2B5EF4-FFF2-40B4-BE49-F238E27FC236}">
                <a16:creationId xmlns:a16="http://schemas.microsoft.com/office/drawing/2014/main" id="{187111E3-3062-62E8-45B7-E64029397D0C}"/>
              </a:ext>
            </a:extLst>
          </p:cNvPr>
          <p:cNvCxnSpPr>
            <a:cxnSpLocks/>
          </p:cNvCxnSpPr>
          <p:nvPr/>
        </p:nvCxnSpPr>
        <p:spPr>
          <a:xfrm flipH="1" flipV="1">
            <a:off x="1212100" y="3800810"/>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7" name="直線コネクタ 276">
            <a:extLst>
              <a:ext uri="{FF2B5EF4-FFF2-40B4-BE49-F238E27FC236}">
                <a16:creationId xmlns:a16="http://schemas.microsoft.com/office/drawing/2014/main" id="{23EDBF1C-E2F7-9F6F-45CD-45CAF37E0500}"/>
              </a:ext>
            </a:extLst>
          </p:cNvPr>
          <p:cNvCxnSpPr>
            <a:cxnSpLocks/>
          </p:cNvCxnSpPr>
          <p:nvPr/>
        </p:nvCxnSpPr>
        <p:spPr>
          <a:xfrm flipH="1">
            <a:off x="6249733" y="2485234"/>
            <a:ext cx="1323983" cy="97995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8" name="直線コネクタ 277">
            <a:extLst>
              <a:ext uri="{FF2B5EF4-FFF2-40B4-BE49-F238E27FC236}">
                <a16:creationId xmlns:a16="http://schemas.microsoft.com/office/drawing/2014/main" id="{4B041EBC-763F-D4F2-718E-B23661679135}"/>
              </a:ext>
            </a:extLst>
          </p:cNvPr>
          <p:cNvCxnSpPr>
            <a:cxnSpLocks/>
          </p:cNvCxnSpPr>
          <p:nvPr/>
        </p:nvCxnSpPr>
        <p:spPr>
          <a:xfrm flipH="1">
            <a:off x="6265944" y="3282125"/>
            <a:ext cx="1307772" cy="257670"/>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79" name="直線コネクタ 278">
            <a:extLst>
              <a:ext uri="{FF2B5EF4-FFF2-40B4-BE49-F238E27FC236}">
                <a16:creationId xmlns:a16="http://schemas.microsoft.com/office/drawing/2014/main" id="{F5E685C1-371D-FD94-9F69-1645AE641009}"/>
              </a:ext>
            </a:extLst>
          </p:cNvPr>
          <p:cNvCxnSpPr>
            <a:cxnSpLocks/>
          </p:cNvCxnSpPr>
          <p:nvPr/>
        </p:nvCxnSpPr>
        <p:spPr>
          <a:xfrm flipH="1" flipV="1">
            <a:off x="6272281" y="3617237"/>
            <a:ext cx="1301435" cy="438926"/>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0" name="直線コネクタ 279">
            <a:extLst>
              <a:ext uri="{FF2B5EF4-FFF2-40B4-BE49-F238E27FC236}">
                <a16:creationId xmlns:a16="http://schemas.microsoft.com/office/drawing/2014/main" id="{98D6027C-231C-1633-8071-0836604A7B41}"/>
              </a:ext>
            </a:extLst>
          </p:cNvPr>
          <p:cNvCxnSpPr>
            <a:cxnSpLocks/>
          </p:cNvCxnSpPr>
          <p:nvPr/>
        </p:nvCxnSpPr>
        <p:spPr>
          <a:xfrm>
            <a:off x="6265944" y="3721051"/>
            <a:ext cx="1311017" cy="1108265"/>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1" name="直線コネクタ 280">
            <a:extLst>
              <a:ext uri="{FF2B5EF4-FFF2-40B4-BE49-F238E27FC236}">
                <a16:creationId xmlns:a16="http://schemas.microsoft.com/office/drawing/2014/main" id="{EE83CB53-AFBE-077A-D746-8B6338CD4DCE}"/>
              </a:ext>
            </a:extLst>
          </p:cNvPr>
          <p:cNvCxnSpPr>
            <a:cxnSpLocks/>
          </p:cNvCxnSpPr>
          <p:nvPr/>
        </p:nvCxnSpPr>
        <p:spPr>
          <a:xfrm flipH="1" flipV="1">
            <a:off x="6255584" y="3836700"/>
            <a:ext cx="1318132" cy="177506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2" name="直線コネクタ 281">
            <a:extLst>
              <a:ext uri="{FF2B5EF4-FFF2-40B4-BE49-F238E27FC236}">
                <a16:creationId xmlns:a16="http://schemas.microsoft.com/office/drawing/2014/main" id="{9F623417-3B4C-7DFE-CF28-F69196EF299E}"/>
              </a:ext>
            </a:extLst>
          </p:cNvPr>
          <p:cNvCxnSpPr>
            <a:cxnSpLocks/>
          </p:cNvCxnSpPr>
          <p:nvPr/>
        </p:nvCxnSpPr>
        <p:spPr>
          <a:xfrm flipV="1">
            <a:off x="4527989" y="3240248"/>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3" name="直線コネクタ 282">
            <a:extLst>
              <a:ext uri="{FF2B5EF4-FFF2-40B4-BE49-F238E27FC236}">
                <a16:creationId xmlns:a16="http://schemas.microsoft.com/office/drawing/2014/main" id="{7A6A6799-68B9-2613-7391-7313012E72BC}"/>
              </a:ext>
            </a:extLst>
          </p:cNvPr>
          <p:cNvCxnSpPr>
            <a:cxnSpLocks/>
          </p:cNvCxnSpPr>
          <p:nvPr/>
        </p:nvCxnSpPr>
        <p:spPr>
          <a:xfrm>
            <a:off x="4520434" y="3244371"/>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4" name="直線コネクタ 283">
            <a:extLst>
              <a:ext uri="{FF2B5EF4-FFF2-40B4-BE49-F238E27FC236}">
                <a16:creationId xmlns:a16="http://schemas.microsoft.com/office/drawing/2014/main" id="{841DF851-3529-9ECE-3931-561331A8BE64}"/>
              </a:ext>
            </a:extLst>
          </p:cNvPr>
          <p:cNvCxnSpPr>
            <a:cxnSpLocks/>
          </p:cNvCxnSpPr>
          <p:nvPr/>
        </p:nvCxnSpPr>
        <p:spPr>
          <a:xfrm>
            <a:off x="4531869" y="3255762"/>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8" name="直線コネクタ 287">
            <a:extLst>
              <a:ext uri="{FF2B5EF4-FFF2-40B4-BE49-F238E27FC236}">
                <a16:creationId xmlns:a16="http://schemas.microsoft.com/office/drawing/2014/main" id="{68BA5A2C-8A92-F98C-3631-C49E1FC1F8D2}"/>
              </a:ext>
            </a:extLst>
          </p:cNvPr>
          <p:cNvCxnSpPr>
            <a:cxnSpLocks/>
          </p:cNvCxnSpPr>
          <p:nvPr/>
        </p:nvCxnSpPr>
        <p:spPr>
          <a:xfrm flipV="1">
            <a:off x="4535390" y="4790985"/>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9" name="直線コネクタ 288">
            <a:extLst>
              <a:ext uri="{FF2B5EF4-FFF2-40B4-BE49-F238E27FC236}">
                <a16:creationId xmlns:a16="http://schemas.microsoft.com/office/drawing/2014/main" id="{A94981C3-5866-B022-7D13-59011E6996AF}"/>
              </a:ext>
            </a:extLst>
          </p:cNvPr>
          <p:cNvCxnSpPr>
            <a:cxnSpLocks/>
          </p:cNvCxnSpPr>
          <p:nvPr/>
        </p:nvCxnSpPr>
        <p:spPr>
          <a:xfrm>
            <a:off x="4527835" y="479510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91" name="直線コネクタ 290">
            <a:extLst>
              <a:ext uri="{FF2B5EF4-FFF2-40B4-BE49-F238E27FC236}">
                <a16:creationId xmlns:a16="http://schemas.microsoft.com/office/drawing/2014/main" id="{10EB9B9B-0491-F0FC-A7D0-31F27A43468F}"/>
              </a:ext>
            </a:extLst>
          </p:cNvPr>
          <p:cNvCxnSpPr>
            <a:cxnSpLocks/>
          </p:cNvCxnSpPr>
          <p:nvPr/>
        </p:nvCxnSpPr>
        <p:spPr>
          <a:xfrm flipV="1">
            <a:off x="4527835" y="5581391"/>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6" name="直線コネクタ 305">
            <a:extLst>
              <a:ext uri="{FF2B5EF4-FFF2-40B4-BE49-F238E27FC236}">
                <a16:creationId xmlns:a16="http://schemas.microsoft.com/office/drawing/2014/main" id="{502BEA02-A7E0-52B5-98C2-C785FC2D7D57}"/>
              </a:ext>
            </a:extLst>
          </p:cNvPr>
          <p:cNvCxnSpPr>
            <a:cxnSpLocks/>
          </p:cNvCxnSpPr>
          <p:nvPr/>
        </p:nvCxnSpPr>
        <p:spPr>
          <a:xfrm flipV="1">
            <a:off x="4522532" y="5464349"/>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7" name="直線コネクタ 306">
            <a:extLst>
              <a:ext uri="{FF2B5EF4-FFF2-40B4-BE49-F238E27FC236}">
                <a16:creationId xmlns:a16="http://schemas.microsoft.com/office/drawing/2014/main" id="{B9F1A21E-9380-6519-71E9-19A2731A9811}"/>
              </a:ext>
            </a:extLst>
          </p:cNvPr>
          <p:cNvCxnSpPr>
            <a:cxnSpLocks/>
          </p:cNvCxnSpPr>
          <p:nvPr/>
        </p:nvCxnSpPr>
        <p:spPr>
          <a:xfrm flipV="1">
            <a:off x="4509485" y="5341595"/>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8" name="直線コネクタ 307">
            <a:extLst>
              <a:ext uri="{FF2B5EF4-FFF2-40B4-BE49-F238E27FC236}">
                <a16:creationId xmlns:a16="http://schemas.microsoft.com/office/drawing/2014/main" id="{A357552F-26C3-78BF-7BE6-2D026BAAF388}"/>
              </a:ext>
            </a:extLst>
          </p:cNvPr>
          <p:cNvCxnSpPr>
            <a:cxnSpLocks/>
          </p:cNvCxnSpPr>
          <p:nvPr/>
        </p:nvCxnSpPr>
        <p:spPr>
          <a:xfrm flipV="1">
            <a:off x="4530637" y="4687998"/>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09" name="直線コネクタ 308">
            <a:extLst>
              <a:ext uri="{FF2B5EF4-FFF2-40B4-BE49-F238E27FC236}">
                <a16:creationId xmlns:a16="http://schemas.microsoft.com/office/drawing/2014/main" id="{135CD58E-ACB7-FD17-B3AF-F109C7D807FF}"/>
              </a:ext>
            </a:extLst>
          </p:cNvPr>
          <p:cNvCxnSpPr>
            <a:cxnSpLocks/>
          </p:cNvCxnSpPr>
          <p:nvPr/>
        </p:nvCxnSpPr>
        <p:spPr>
          <a:xfrm flipV="1">
            <a:off x="4517590" y="4565244"/>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nvGrpSpPr>
          <p:cNvPr id="315" name="グループ化 314">
            <a:extLst>
              <a:ext uri="{FF2B5EF4-FFF2-40B4-BE49-F238E27FC236}">
                <a16:creationId xmlns:a16="http://schemas.microsoft.com/office/drawing/2014/main" id="{179AC669-3ED0-9DE3-FE59-A35C277D783A}"/>
              </a:ext>
            </a:extLst>
          </p:cNvPr>
          <p:cNvGrpSpPr/>
          <p:nvPr/>
        </p:nvGrpSpPr>
        <p:grpSpPr>
          <a:xfrm>
            <a:off x="4527486" y="3796253"/>
            <a:ext cx="482573" cy="468207"/>
            <a:chOff x="4527486" y="3796253"/>
            <a:chExt cx="482573" cy="468207"/>
          </a:xfrm>
        </p:grpSpPr>
        <p:cxnSp>
          <p:nvCxnSpPr>
            <p:cNvPr id="285" name="直線コネクタ 284">
              <a:extLst>
                <a:ext uri="{FF2B5EF4-FFF2-40B4-BE49-F238E27FC236}">
                  <a16:creationId xmlns:a16="http://schemas.microsoft.com/office/drawing/2014/main" id="{2339B217-4B9D-6CBA-7D03-B224636B16BD}"/>
                </a:ext>
              </a:extLst>
            </p:cNvPr>
            <p:cNvCxnSpPr>
              <a:cxnSpLocks/>
            </p:cNvCxnSpPr>
            <p:nvPr/>
          </p:nvCxnSpPr>
          <p:spPr>
            <a:xfrm flipV="1">
              <a:off x="4536546" y="4015742"/>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6" name="直線コネクタ 285">
              <a:extLst>
                <a:ext uri="{FF2B5EF4-FFF2-40B4-BE49-F238E27FC236}">
                  <a16:creationId xmlns:a16="http://schemas.microsoft.com/office/drawing/2014/main" id="{3C4AC7A2-B586-F8A3-C34C-0E017B743B28}"/>
                </a:ext>
              </a:extLst>
            </p:cNvPr>
            <p:cNvCxnSpPr>
              <a:cxnSpLocks/>
            </p:cNvCxnSpPr>
            <p:nvPr/>
          </p:nvCxnSpPr>
          <p:spPr>
            <a:xfrm>
              <a:off x="4528991" y="4019865"/>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287" name="直線コネクタ 286">
              <a:extLst>
                <a:ext uri="{FF2B5EF4-FFF2-40B4-BE49-F238E27FC236}">
                  <a16:creationId xmlns:a16="http://schemas.microsoft.com/office/drawing/2014/main" id="{4F531D49-8BD6-D941-6E8B-B020208375D9}"/>
                </a:ext>
              </a:extLst>
            </p:cNvPr>
            <p:cNvCxnSpPr>
              <a:cxnSpLocks/>
            </p:cNvCxnSpPr>
            <p:nvPr/>
          </p:nvCxnSpPr>
          <p:spPr>
            <a:xfrm>
              <a:off x="4540426" y="4031256"/>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0" name="直線コネクタ 309">
              <a:extLst>
                <a:ext uri="{FF2B5EF4-FFF2-40B4-BE49-F238E27FC236}">
                  <a16:creationId xmlns:a16="http://schemas.microsoft.com/office/drawing/2014/main" id="{A4FFEC9A-B67A-A106-5945-87E60280B96A}"/>
                </a:ext>
              </a:extLst>
            </p:cNvPr>
            <p:cNvCxnSpPr>
              <a:cxnSpLocks/>
            </p:cNvCxnSpPr>
            <p:nvPr/>
          </p:nvCxnSpPr>
          <p:spPr>
            <a:xfrm flipV="1">
              <a:off x="4540533" y="3919007"/>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1" name="直線コネクタ 310">
              <a:extLst>
                <a:ext uri="{FF2B5EF4-FFF2-40B4-BE49-F238E27FC236}">
                  <a16:creationId xmlns:a16="http://schemas.microsoft.com/office/drawing/2014/main" id="{D158E32B-2C13-6E39-1166-2F8DE3CA91C6}"/>
                </a:ext>
              </a:extLst>
            </p:cNvPr>
            <p:cNvCxnSpPr>
              <a:cxnSpLocks/>
            </p:cNvCxnSpPr>
            <p:nvPr/>
          </p:nvCxnSpPr>
          <p:spPr>
            <a:xfrm flipV="1">
              <a:off x="4527486" y="3796253"/>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grpSp>
      <p:cxnSp>
        <p:nvCxnSpPr>
          <p:cNvPr id="312" name="直線コネクタ 311">
            <a:extLst>
              <a:ext uri="{FF2B5EF4-FFF2-40B4-BE49-F238E27FC236}">
                <a16:creationId xmlns:a16="http://schemas.microsoft.com/office/drawing/2014/main" id="{DF49A140-7F3C-5458-852A-CC6CCDDF7C9D}"/>
              </a:ext>
            </a:extLst>
          </p:cNvPr>
          <p:cNvCxnSpPr>
            <a:cxnSpLocks/>
            <a:stCxn id="103" idx="6"/>
          </p:cNvCxnSpPr>
          <p:nvPr/>
        </p:nvCxnSpPr>
        <p:spPr>
          <a:xfrm flipV="1">
            <a:off x="4518126" y="3151782"/>
            <a:ext cx="463418" cy="9258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7" name="直線コネクタ 316">
            <a:extLst>
              <a:ext uri="{FF2B5EF4-FFF2-40B4-BE49-F238E27FC236}">
                <a16:creationId xmlns:a16="http://schemas.microsoft.com/office/drawing/2014/main" id="{B4DAC1FD-DE50-ED8F-913C-86A940879104}"/>
              </a:ext>
            </a:extLst>
          </p:cNvPr>
          <p:cNvCxnSpPr>
            <a:cxnSpLocks/>
          </p:cNvCxnSpPr>
          <p:nvPr/>
        </p:nvCxnSpPr>
        <p:spPr>
          <a:xfrm rot="10800000" flipV="1">
            <a:off x="5397914" y="4036722"/>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8" name="直線コネクタ 317">
            <a:extLst>
              <a:ext uri="{FF2B5EF4-FFF2-40B4-BE49-F238E27FC236}">
                <a16:creationId xmlns:a16="http://schemas.microsoft.com/office/drawing/2014/main" id="{B3104478-4042-870F-D2FC-6CF2C50A18BC}"/>
              </a:ext>
            </a:extLst>
          </p:cNvPr>
          <p:cNvCxnSpPr>
            <a:cxnSpLocks/>
          </p:cNvCxnSpPr>
          <p:nvPr/>
        </p:nvCxnSpPr>
        <p:spPr>
          <a:xfrm rot="10800000">
            <a:off x="5432418" y="3919007"/>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19" name="直線コネクタ 318">
            <a:extLst>
              <a:ext uri="{FF2B5EF4-FFF2-40B4-BE49-F238E27FC236}">
                <a16:creationId xmlns:a16="http://schemas.microsoft.com/office/drawing/2014/main" id="{219201E8-2697-5076-D309-67B013FA2829}"/>
              </a:ext>
            </a:extLst>
          </p:cNvPr>
          <p:cNvCxnSpPr>
            <a:cxnSpLocks/>
          </p:cNvCxnSpPr>
          <p:nvPr/>
        </p:nvCxnSpPr>
        <p:spPr>
          <a:xfrm rot="10800000">
            <a:off x="5432418" y="3796253"/>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0" name="直線コネクタ 319">
            <a:extLst>
              <a:ext uri="{FF2B5EF4-FFF2-40B4-BE49-F238E27FC236}">
                <a16:creationId xmlns:a16="http://schemas.microsoft.com/office/drawing/2014/main" id="{2DAD7F2A-0605-553E-20A4-457B6994FBE5}"/>
              </a:ext>
            </a:extLst>
          </p:cNvPr>
          <p:cNvCxnSpPr>
            <a:cxnSpLocks/>
          </p:cNvCxnSpPr>
          <p:nvPr/>
        </p:nvCxnSpPr>
        <p:spPr>
          <a:xfrm rot="10800000" flipV="1">
            <a:off x="5426276" y="4019184"/>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1" name="直線コネクタ 320">
            <a:extLst>
              <a:ext uri="{FF2B5EF4-FFF2-40B4-BE49-F238E27FC236}">
                <a16:creationId xmlns:a16="http://schemas.microsoft.com/office/drawing/2014/main" id="{7670BB25-67C6-74DC-E612-9F7C0B0D25CB}"/>
              </a:ext>
            </a:extLst>
          </p:cNvPr>
          <p:cNvCxnSpPr>
            <a:cxnSpLocks/>
          </p:cNvCxnSpPr>
          <p:nvPr/>
        </p:nvCxnSpPr>
        <p:spPr>
          <a:xfrm rot="10800000" flipV="1">
            <a:off x="5421222" y="4025446"/>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2" name="直線コネクタ 321">
            <a:extLst>
              <a:ext uri="{FF2B5EF4-FFF2-40B4-BE49-F238E27FC236}">
                <a16:creationId xmlns:a16="http://schemas.microsoft.com/office/drawing/2014/main" id="{7E3152AC-00EF-B2E2-2EC9-0932DAD5F2A7}"/>
              </a:ext>
            </a:extLst>
          </p:cNvPr>
          <p:cNvCxnSpPr>
            <a:cxnSpLocks/>
          </p:cNvCxnSpPr>
          <p:nvPr/>
        </p:nvCxnSpPr>
        <p:spPr>
          <a:xfrm rot="10800000" flipV="1">
            <a:off x="5401134" y="4805713"/>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3" name="直線コネクタ 322">
            <a:extLst>
              <a:ext uri="{FF2B5EF4-FFF2-40B4-BE49-F238E27FC236}">
                <a16:creationId xmlns:a16="http://schemas.microsoft.com/office/drawing/2014/main" id="{D21B47FA-53EB-CD73-B247-525E74D9C315}"/>
              </a:ext>
            </a:extLst>
          </p:cNvPr>
          <p:cNvCxnSpPr>
            <a:cxnSpLocks/>
          </p:cNvCxnSpPr>
          <p:nvPr/>
        </p:nvCxnSpPr>
        <p:spPr>
          <a:xfrm rot="10800000">
            <a:off x="5435638" y="468799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4" name="直線コネクタ 323">
            <a:extLst>
              <a:ext uri="{FF2B5EF4-FFF2-40B4-BE49-F238E27FC236}">
                <a16:creationId xmlns:a16="http://schemas.microsoft.com/office/drawing/2014/main" id="{2B820D64-CC27-24BC-8C94-E836204453AA}"/>
              </a:ext>
            </a:extLst>
          </p:cNvPr>
          <p:cNvCxnSpPr>
            <a:cxnSpLocks/>
          </p:cNvCxnSpPr>
          <p:nvPr/>
        </p:nvCxnSpPr>
        <p:spPr>
          <a:xfrm rot="10800000">
            <a:off x="5435638" y="456524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5" name="直線コネクタ 324">
            <a:extLst>
              <a:ext uri="{FF2B5EF4-FFF2-40B4-BE49-F238E27FC236}">
                <a16:creationId xmlns:a16="http://schemas.microsoft.com/office/drawing/2014/main" id="{8C3EA039-2235-A65F-AD37-D4AD8ED2A9B5}"/>
              </a:ext>
            </a:extLst>
          </p:cNvPr>
          <p:cNvCxnSpPr>
            <a:cxnSpLocks/>
          </p:cNvCxnSpPr>
          <p:nvPr/>
        </p:nvCxnSpPr>
        <p:spPr>
          <a:xfrm rot="10800000" flipV="1">
            <a:off x="5429496" y="4788175"/>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7" name="直線コネクタ 326">
            <a:extLst>
              <a:ext uri="{FF2B5EF4-FFF2-40B4-BE49-F238E27FC236}">
                <a16:creationId xmlns:a16="http://schemas.microsoft.com/office/drawing/2014/main" id="{7E34B9B2-81B9-173D-0BC8-6F8ECE62C864}"/>
              </a:ext>
            </a:extLst>
          </p:cNvPr>
          <p:cNvCxnSpPr>
            <a:cxnSpLocks/>
          </p:cNvCxnSpPr>
          <p:nvPr/>
        </p:nvCxnSpPr>
        <p:spPr>
          <a:xfrm rot="10800000" flipV="1">
            <a:off x="5393990" y="5579333"/>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8" name="直線コネクタ 327">
            <a:extLst>
              <a:ext uri="{FF2B5EF4-FFF2-40B4-BE49-F238E27FC236}">
                <a16:creationId xmlns:a16="http://schemas.microsoft.com/office/drawing/2014/main" id="{34A3EF29-E064-CCD9-D20F-F5CAC7D8AD2B}"/>
              </a:ext>
            </a:extLst>
          </p:cNvPr>
          <p:cNvCxnSpPr>
            <a:cxnSpLocks/>
          </p:cNvCxnSpPr>
          <p:nvPr/>
        </p:nvCxnSpPr>
        <p:spPr>
          <a:xfrm rot="10800000">
            <a:off x="5428494" y="5461618"/>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29" name="直線コネクタ 328">
            <a:extLst>
              <a:ext uri="{FF2B5EF4-FFF2-40B4-BE49-F238E27FC236}">
                <a16:creationId xmlns:a16="http://schemas.microsoft.com/office/drawing/2014/main" id="{4DD0738F-23DA-714A-6C79-03129C8AF449}"/>
              </a:ext>
            </a:extLst>
          </p:cNvPr>
          <p:cNvCxnSpPr>
            <a:cxnSpLocks/>
          </p:cNvCxnSpPr>
          <p:nvPr/>
        </p:nvCxnSpPr>
        <p:spPr>
          <a:xfrm rot="10800000">
            <a:off x="5428494" y="5338864"/>
            <a:ext cx="435129" cy="23320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37" name="直線コネクタ 336">
            <a:extLst>
              <a:ext uri="{FF2B5EF4-FFF2-40B4-BE49-F238E27FC236}">
                <a16:creationId xmlns:a16="http://schemas.microsoft.com/office/drawing/2014/main" id="{597E4C6A-20DD-0993-9D13-78BD0BE6E10E}"/>
              </a:ext>
            </a:extLst>
          </p:cNvPr>
          <p:cNvCxnSpPr>
            <a:cxnSpLocks/>
          </p:cNvCxnSpPr>
          <p:nvPr/>
        </p:nvCxnSpPr>
        <p:spPr>
          <a:xfrm rot="10800000" flipV="1">
            <a:off x="5394390" y="3244268"/>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38" name="直線コネクタ 337">
            <a:extLst>
              <a:ext uri="{FF2B5EF4-FFF2-40B4-BE49-F238E27FC236}">
                <a16:creationId xmlns:a16="http://schemas.microsoft.com/office/drawing/2014/main" id="{4C0197D7-7893-594A-24B1-F7D141F3B9C8}"/>
              </a:ext>
            </a:extLst>
          </p:cNvPr>
          <p:cNvCxnSpPr>
            <a:cxnSpLocks/>
          </p:cNvCxnSpPr>
          <p:nvPr/>
        </p:nvCxnSpPr>
        <p:spPr>
          <a:xfrm rot="10800000">
            <a:off x="5428894" y="3126553"/>
            <a:ext cx="446564" cy="121841"/>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0" name="直線コネクタ 339">
            <a:extLst>
              <a:ext uri="{FF2B5EF4-FFF2-40B4-BE49-F238E27FC236}">
                <a16:creationId xmlns:a16="http://schemas.microsoft.com/office/drawing/2014/main" id="{F1B91F23-2DDE-FE45-E128-4D8F96F59731}"/>
              </a:ext>
            </a:extLst>
          </p:cNvPr>
          <p:cNvCxnSpPr>
            <a:cxnSpLocks/>
          </p:cNvCxnSpPr>
          <p:nvPr/>
        </p:nvCxnSpPr>
        <p:spPr>
          <a:xfrm rot="10800000" flipV="1">
            <a:off x="5422752" y="3226730"/>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1" name="直線コネクタ 340">
            <a:extLst>
              <a:ext uri="{FF2B5EF4-FFF2-40B4-BE49-F238E27FC236}">
                <a16:creationId xmlns:a16="http://schemas.microsoft.com/office/drawing/2014/main" id="{18DD26BB-5C32-7390-0DE4-FB2FE83FCDE6}"/>
              </a:ext>
            </a:extLst>
          </p:cNvPr>
          <p:cNvCxnSpPr>
            <a:cxnSpLocks/>
          </p:cNvCxnSpPr>
          <p:nvPr/>
        </p:nvCxnSpPr>
        <p:spPr>
          <a:xfrm rot="10800000" flipV="1">
            <a:off x="5417698" y="3232992"/>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2" name="直線コネクタ 341">
            <a:extLst>
              <a:ext uri="{FF2B5EF4-FFF2-40B4-BE49-F238E27FC236}">
                <a16:creationId xmlns:a16="http://schemas.microsoft.com/office/drawing/2014/main" id="{D04C7513-2018-85B4-63A1-50723A00E14A}"/>
              </a:ext>
            </a:extLst>
          </p:cNvPr>
          <p:cNvCxnSpPr>
            <a:cxnSpLocks/>
          </p:cNvCxnSpPr>
          <p:nvPr/>
        </p:nvCxnSpPr>
        <p:spPr>
          <a:xfrm rot="10800000" flipV="1">
            <a:off x="5402593" y="2457526"/>
            <a:ext cx="473513" cy="8249"/>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5" name="直線コネクタ 344">
            <a:extLst>
              <a:ext uri="{FF2B5EF4-FFF2-40B4-BE49-F238E27FC236}">
                <a16:creationId xmlns:a16="http://schemas.microsoft.com/office/drawing/2014/main" id="{B487C472-01B4-95D2-8B1C-F9A73BF218BB}"/>
              </a:ext>
            </a:extLst>
          </p:cNvPr>
          <p:cNvCxnSpPr>
            <a:cxnSpLocks/>
          </p:cNvCxnSpPr>
          <p:nvPr/>
        </p:nvCxnSpPr>
        <p:spPr>
          <a:xfrm rot="10800000" flipV="1">
            <a:off x="5430955" y="2439988"/>
            <a:ext cx="441164" cy="122522"/>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p:cxnSp>
        <p:nvCxnSpPr>
          <p:cNvPr id="346" name="直線コネクタ 345">
            <a:extLst>
              <a:ext uri="{FF2B5EF4-FFF2-40B4-BE49-F238E27FC236}">
                <a16:creationId xmlns:a16="http://schemas.microsoft.com/office/drawing/2014/main" id="{2560A074-A950-A381-EE80-DF750CCE187E}"/>
              </a:ext>
            </a:extLst>
          </p:cNvPr>
          <p:cNvCxnSpPr>
            <a:cxnSpLocks/>
          </p:cNvCxnSpPr>
          <p:nvPr/>
        </p:nvCxnSpPr>
        <p:spPr>
          <a:xfrm rot="10800000" flipV="1">
            <a:off x="5425901" y="2446250"/>
            <a:ext cx="459265" cy="239014"/>
          </a:xfrm>
          <a:prstGeom prst="line">
            <a:avLst/>
          </a:prstGeom>
          <a:ln w="38100">
            <a:solidFill>
              <a:srgbClr val="0070C0"/>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mc:Choice xmlns:a14="http://schemas.microsoft.com/office/drawing/2010/main" Requires="a14">
          <p:sp>
            <p:nvSpPr>
              <p:cNvPr id="363" name="テキスト ボックス 362">
                <a:extLst>
                  <a:ext uri="{FF2B5EF4-FFF2-40B4-BE49-F238E27FC236}">
                    <a16:creationId xmlns:a16="http://schemas.microsoft.com/office/drawing/2014/main" id="{DC8C0825-F921-92CB-14C1-58551C61F2BE}"/>
                  </a:ext>
                </a:extLst>
              </p:cNvPr>
              <p:cNvSpPr txBox="1"/>
              <p:nvPr/>
            </p:nvSpPr>
            <p:spPr>
              <a:xfrm>
                <a:off x="6801083" y="1799446"/>
                <a:ext cx="138570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1800" b="0" i="1" smtClean="0">
                              <a:solidFill>
                                <a:srgbClr val="0070C0"/>
                              </a:solidFill>
                              <a:latin typeface="Cambria Math" panose="02040503050406030204" pitchFamily="18" charset="0"/>
                            </a:rPr>
                          </m:ctrlPr>
                        </m:sSubPr>
                        <m:e>
                          <m:r>
                            <a:rPr kumimoji="1" lang="en-US" altLang="ja-JP" sz="1800" b="0" i="1" smtClean="0">
                              <a:solidFill>
                                <a:srgbClr val="0070C0"/>
                              </a:solidFill>
                              <a:latin typeface="Cambria Math" panose="02040503050406030204" pitchFamily="18" charset="0"/>
                            </a:rPr>
                            <m:t>𝑟</m:t>
                          </m:r>
                        </m:e>
                        <m:sub>
                          <m:r>
                            <a:rPr kumimoji="1" lang="en-US" altLang="ja-JP" sz="1800" b="0" i="1" smtClean="0">
                              <a:solidFill>
                                <a:srgbClr val="0070C0"/>
                              </a:solidFill>
                              <a:latin typeface="Cambria Math" panose="02040503050406030204" pitchFamily="18" charset="0"/>
                            </a:rPr>
                            <m:t>𝑘</m:t>
                          </m:r>
                        </m:sub>
                      </m:sSub>
                      <m:r>
                        <a:rPr kumimoji="1" lang="en-US" altLang="ja-JP" sz="1800" b="0" i="1" smtClean="0">
                          <a:solidFill>
                            <a:srgbClr val="0070C0"/>
                          </a:solidFill>
                          <a:latin typeface="Cambria Math" panose="02040503050406030204" pitchFamily="18" charset="0"/>
                        </a:rPr>
                        <m:t>(</m:t>
                      </m:r>
                      <m:sSub>
                        <m:sSubPr>
                          <m:ctrlPr>
                            <a:rPr kumimoji="1" lang="en-US" altLang="ja-JP" sz="1800" b="0" i="1" smtClean="0">
                              <a:solidFill>
                                <a:srgbClr val="0070C0"/>
                              </a:solidFill>
                              <a:latin typeface="Cambria Math" panose="02040503050406030204" pitchFamily="18" charset="0"/>
                            </a:rPr>
                          </m:ctrlPr>
                        </m:sSubPr>
                        <m:e>
                          <m:r>
                            <a:rPr kumimoji="1" lang="en-US" altLang="ja-JP" sz="1800" b="0" i="1" smtClean="0">
                              <a:solidFill>
                                <a:srgbClr val="0070C0"/>
                              </a:solidFill>
                              <a:latin typeface="Cambria Math" panose="02040503050406030204" pitchFamily="18" charset="0"/>
                            </a:rPr>
                            <m:t>𝑠</m:t>
                          </m:r>
                        </m:e>
                        <m:sub>
                          <m:r>
                            <a:rPr kumimoji="1" lang="en-US" altLang="ja-JP" sz="1800" b="0" i="1" smtClean="0">
                              <a:solidFill>
                                <a:srgbClr val="0070C0"/>
                              </a:solidFill>
                              <a:latin typeface="Cambria Math" panose="02040503050406030204" pitchFamily="18" charset="0"/>
                            </a:rPr>
                            <m:t>𝑘</m:t>
                          </m:r>
                          <m:r>
                            <a:rPr kumimoji="1" lang="en-US" altLang="ja-JP" sz="1800" b="0" i="1" smtClean="0">
                              <a:solidFill>
                                <a:srgbClr val="0070C0"/>
                              </a:solidFill>
                              <a:latin typeface="Cambria Math" panose="02040503050406030204" pitchFamily="18" charset="0"/>
                            </a:rPr>
                            <m:t>−1</m:t>
                          </m:r>
                        </m:sub>
                      </m:sSub>
                      <m:r>
                        <a:rPr kumimoji="1" lang="en-US" altLang="ja-JP" sz="1800" b="0" i="1" smtClean="0">
                          <a:solidFill>
                            <a:srgbClr val="0070C0"/>
                          </a:solidFill>
                          <a:latin typeface="Cambria Math" panose="02040503050406030204" pitchFamily="18" charset="0"/>
                        </a:rPr>
                        <m:t>,</m:t>
                      </m:r>
                      <m:sSub>
                        <m:sSubPr>
                          <m:ctrlPr>
                            <a:rPr kumimoji="1" lang="en-US" altLang="ja-JP" sz="1800" b="0" i="1" smtClean="0">
                              <a:solidFill>
                                <a:srgbClr val="0070C0"/>
                              </a:solidFill>
                              <a:latin typeface="Cambria Math" panose="02040503050406030204" pitchFamily="18" charset="0"/>
                            </a:rPr>
                          </m:ctrlPr>
                        </m:sSubPr>
                        <m:e>
                          <m:r>
                            <a:rPr kumimoji="1" lang="en-US" altLang="ja-JP" sz="1800" b="0" i="1" smtClean="0">
                              <a:solidFill>
                                <a:srgbClr val="0070C0"/>
                              </a:solidFill>
                              <a:latin typeface="Cambria Math" panose="02040503050406030204" pitchFamily="18" charset="0"/>
                            </a:rPr>
                            <m:t>𝑠</m:t>
                          </m:r>
                        </m:e>
                        <m:sub>
                          <m:r>
                            <a:rPr kumimoji="1" lang="en-US" altLang="ja-JP" sz="1800" b="0" i="1" smtClean="0">
                              <a:solidFill>
                                <a:srgbClr val="0070C0"/>
                              </a:solidFill>
                              <a:latin typeface="Cambria Math" panose="02040503050406030204" pitchFamily="18" charset="0"/>
                            </a:rPr>
                            <m:t>𝑘</m:t>
                          </m:r>
                        </m:sub>
                      </m:sSub>
                      <m:r>
                        <a:rPr kumimoji="1" lang="en-US" altLang="ja-JP" sz="1800" b="0" i="1" smtClean="0">
                          <a:solidFill>
                            <a:srgbClr val="0070C0"/>
                          </a:solidFill>
                          <a:latin typeface="Cambria Math" panose="02040503050406030204" pitchFamily="18" charset="0"/>
                        </a:rPr>
                        <m:t>)</m:t>
                      </m:r>
                    </m:oMath>
                  </m:oMathPara>
                </a14:m>
                <a:endParaRPr kumimoji="1" lang="ja-JP" altLang="en-US">
                  <a:solidFill>
                    <a:srgbClr val="0070C0"/>
                  </a:solidFill>
                </a:endParaRPr>
              </a:p>
            </p:txBody>
          </p:sp>
        </mc:Choice>
        <mc:Fallback>
          <p:sp>
            <p:nvSpPr>
              <p:cNvPr id="363" name="テキスト ボックス 362">
                <a:extLst>
                  <a:ext uri="{FF2B5EF4-FFF2-40B4-BE49-F238E27FC236}">
                    <a16:creationId xmlns:a16="http://schemas.microsoft.com/office/drawing/2014/main" id="{DC8C0825-F921-92CB-14C1-58551C61F2BE}"/>
                  </a:ext>
                </a:extLst>
              </p:cNvPr>
              <p:cNvSpPr txBox="1">
                <a:spLocks noRot="1" noChangeAspect="1" noMove="1" noResize="1" noEditPoints="1" noAdjustHandles="1" noChangeArrowheads="1" noChangeShapeType="1" noTextEdit="1"/>
              </p:cNvSpPr>
              <p:nvPr/>
            </p:nvSpPr>
            <p:spPr>
              <a:xfrm>
                <a:off x="6801083" y="1799446"/>
                <a:ext cx="1385700" cy="369332"/>
              </a:xfrm>
              <a:prstGeom prst="rect">
                <a:avLst/>
              </a:prstGeom>
              <a:blipFill>
                <a:blip r:embed="rId4"/>
                <a:stretch>
                  <a:fillRect b="-20000"/>
                </a:stretch>
              </a:blipFill>
            </p:spPr>
            <p:txBody>
              <a:bodyPr/>
              <a:lstStyle/>
              <a:p>
                <a:r>
                  <a:rPr lang="ja-JP" altLang="en-US">
                    <a:noFill/>
                  </a:rPr>
                  <a:t> </a:t>
                </a:r>
              </a:p>
            </p:txBody>
          </p:sp>
        </mc:Fallback>
      </mc:AlternateContent>
      <p:sp>
        <p:nvSpPr>
          <p:cNvPr id="364" name="円弧 363">
            <a:extLst>
              <a:ext uri="{FF2B5EF4-FFF2-40B4-BE49-F238E27FC236}">
                <a16:creationId xmlns:a16="http://schemas.microsoft.com/office/drawing/2014/main" id="{32950AD8-C29C-E2C4-3477-CCCE72B8B948}"/>
              </a:ext>
            </a:extLst>
          </p:cNvPr>
          <p:cNvSpPr/>
          <p:nvPr/>
        </p:nvSpPr>
        <p:spPr bwMode="auto">
          <a:xfrm flipH="1">
            <a:off x="7092279" y="1813150"/>
            <a:ext cx="1282657" cy="3796702"/>
          </a:xfrm>
          <a:prstGeom prst="arc">
            <a:avLst>
              <a:gd name="adj1" fmla="val 17071240"/>
              <a:gd name="adj2" fmla="val 0"/>
            </a:avLst>
          </a:prstGeom>
          <a:noFill/>
          <a:ln w="28575"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400" b="0" i="0" u="none" strike="noStrike" cap="none" normalizeH="0" baseline="0">
              <a:ln>
                <a:noFill/>
              </a:ln>
              <a:effectLst/>
              <a:latin typeface="Arial" charset="0"/>
              <a:ea typeface="ＭＳ Ｐゴシック" pitchFamily="50" charset="-128"/>
            </a:endParaRPr>
          </a:p>
        </p:txBody>
      </p:sp>
      <p:sp>
        <p:nvSpPr>
          <p:cNvPr id="366" name="テキスト ボックス 365">
            <a:extLst>
              <a:ext uri="{FF2B5EF4-FFF2-40B4-BE49-F238E27FC236}">
                <a16:creationId xmlns:a16="http://schemas.microsoft.com/office/drawing/2014/main" id="{7B8F50AE-5F1E-4838-3F0B-E4D9D9B721EA}"/>
              </a:ext>
            </a:extLst>
          </p:cNvPr>
          <p:cNvSpPr txBox="1"/>
          <p:nvPr/>
        </p:nvSpPr>
        <p:spPr>
          <a:xfrm>
            <a:off x="2633032" y="189791"/>
            <a:ext cx="3877985" cy="584775"/>
          </a:xfrm>
          <a:prstGeom prst="rect">
            <a:avLst/>
          </a:prstGeom>
          <a:noFill/>
        </p:spPr>
        <p:txBody>
          <a:bodyPr wrap="none" rtlCol="0">
            <a:spAutoFit/>
          </a:bodyPr>
          <a:lstStyle/>
          <a:p>
            <a:r>
              <a:rPr lang="ja-JP" altLang="en-US" sz="3200"/>
              <a:t>動的計画法の更新式</a:t>
            </a:r>
            <a:endParaRPr kumimoji="1" lang="ja-JP" altLang="en-US" sz="3200"/>
          </a:p>
        </p:txBody>
      </p:sp>
      <p:sp>
        <p:nvSpPr>
          <p:cNvPr id="5" name="テキスト ボックス 4">
            <a:extLst>
              <a:ext uri="{FF2B5EF4-FFF2-40B4-BE49-F238E27FC236}">
                <a16:creationId xmlns:a16="http://schemas.microsoft.com/office/drawing/2014/main" id="{D1AAF7A3-3992-D9CF-9846-2FA584179FC1}"/>
              </a:ext>
            </a:extLst>
          </p:cNvPr>
          <p:cNvSpPr txBox="1"/>
          <p:nvPr/>
        </p:nvSpPr>
        <p:spPr>
          <a:xfrm>
            <a:off x="98813" y="5420363"/>
            <a:ext cx="766557" cy="338554"/>
          </a:xfrm>
          <a:prstGeom prst="rect">
            <a:avLst/>
          </a:prstGeom>
          <a:noFill/>
        </p:spPr>
        <p:txBody>
          <a:bodyPr wrap="none" rtlCol="0">
            <a:spAutoFit/>
          </a:bodyPr>
          <a:lstStyle/>
          <a:p>
            <a:r>
              <a:rPr lang="en-US" altLang="ja-JP" sz="1600" dirty="0"/>
              <a:t>0 kWh</a:t>
            </a:r>
            <a:endParaRPr kumimoji="1" lang="ja-JP" altLang="en-US" sz="1600"/>
          </a:p>
        </p:txBody>
      </p:sp>
      <p:sp>
        <p:nvSpPr>
          <p:cNvPr id="7" name="テキスト ボックス 6">
            <a:extLst>
              <a:ext uri="{FF2B5EF4-FFF2-40B4-BE49-F238E27FC236}">
                <a16:creationId xmlns:a16="http://schemas.microsoft.com/office/drawing/2014/main" id="{0417FC07-C032-CFBC-33D8-5C59272750B6}"/>
              </a:ext>
            </a:extLst>
          </p:cNvPr>
          <p:cNvSpPr txBox="1"/>
          <p:nvPr/>
        </p:nvSpPr>
        <p:spPr>
          <a:xfrm>
            <a:off x="-49228" y="4634594"/>
            <a:ext cx="938078" cy="338554"/>
          </a:xfrm>
          <a:prstGeom prst="rect">
            <a:avLst/>
          </a:prstGeom>
          <a:noFill/>
        </p:spPr>
        <p:txBody>
          <a:bodyPr wrap="none" rtlCol="0">
            <a:spAutoFit/>
          </a:bodyPr>
          <a:lstStyle/>
          <a:p>
            <a:r>
              <a:rPr lang="en-US" altLang="ja-JP" sz="1600" dirty="0"/>
              <a:t>0.2 kWh</a:t>
            </a:r>
            <a:endParaRPr kumimoji="1" lang="ja-JP" altLang="en-US" sz="1600"/>
          </a:p>
        </p:txBody>
      </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1C63C00C-A990-E3B5-2203-6DDDD56B7034}"/>
                  </a:ext>
                </a:extLst>
              </p:cNvPr>
              <p:cNvSpPr txBox="1"/>
              <p:nvPr/>
            </p:nvSpPr>
            <p:spPr>
              <a:xfrm>
                <a:off x="125514" y="3735321"/>
                <a:ext cx="635430" cy="584775"/>
              </a:xfrm>
              <a:prstGeom prst="rect">
                <a:avLst/>
              </a:prstGeom>
              <a:noFill/>
            </p:spPr>
            <p:txBody>
              <a:bodyPr wrap="none" rtlCol="0">
                <a:spAutoFit/>
              </a:bodyPr>
              <a:lstStyle/>
              <a:p>
                <a:r>
                  <a:rPr lang="en-US" altLang="ja-JP" sz="1600" dirty="0"/>
                  <a:t>0.2</a:t>
                </a:r>
                <a14:m>
                  <m:oMath xmlns:m="http://schemas.openxmlformats.org/officeDocument/2006/math">
                    <m:r>
                      <a:rPr lang="en-US" altLang="ja-JP" sz="1600" b="0" i="1" smtClean="0">
                        <a:latin typeface="Cambria Math" panose="02040503050406030204" pitchFamily="18" charset="0"/>
                      </a:rPr>
                      <m:t>𝑛</m:t>
                    </m:r>
                    <m:r>
                      <a:rPr lang="en-US" altLang="ja-JP" sz="1600" b="0" i="1" smtClean="0">
                        <a:latin typeface="Cambria Math" panose="02040503050406030204" pitchFamily="18" charset="0"/>
                      </a:rPr>
                      <m:t> </m:t>
                    </m:r>
                  </m:oMath>
                </a14:m>
                <a:endParaRPr lang="en-US" altLang="ja-JP" sz="1600" dirty="0"/>
              </a:p>
              <a:p>
                <a:r>
                  <a:rPr lang="en-US" altLang="ja-JP" sz="1600" dirty="0"/>
                  <a:t>kWh</a:t>
                </a:r>
                <a:endParaRPr kumimoji="1" lang="ja-JP" altLang="en-US" sz="1600"/>
              </a:p>
            </p:txBody>
          </p:sp>
        </mc:Choice>
        <mc:Fallback>
          <p:sp>
            <p:nvSpPr>
              <p:cNvPr id="10" name="テキスト ボックス 9">
                <a:extLst>
                  <a:ext uri="{FF2B5EF4-FFF2-40B4-BE49-F238E27FC236}">
                    <a16:creationId xmlns:a16="http://schemas.microsoft.com/office/drawing/2014/main" id="{1C63C00C-A990-E3B5-2203-6DDDD56B7034}"/>
                  </a:ext>
                </a:extLst>
              </p:cNvPr>
              <p:cNvSpPr txBox="1">
                <a:spLocks noRot="1" noChangeAspect="1" noMove="1" noResize="1" noEditPoints="1" noAdjustHandles="1" noChangeArrowheads="1" noChangeShapeType="1" noTextEdit="1"/>
              </p:cNvSpPr>
              <p:nvPr/>
            </p:nvSpPr>
            <p:spPr>
              <a:xfrm>
                <a:off x="125514" y="3735321"/>
                <a:ext cx="635430" cy="584775"/>
              </a:xfrm>
              <a:prstGeom prst="rect">
                <a:avLst/>
              </a:prstGeom>
              <a:blipFill>
                <a:blip r:embed="rId5"/>
                <a:stretch>
                  <a:fillRect l="-5882" t="-4255" b="-12766"/>
                </a:stretch>
              </a:blipFill>
            </p:spPr>
            <p:txBody>
              <a:bodyPr/>
              <a:lstStyle/>
              <a:p>
                <a:r>
                  <a:rPr lang="ja-JP" altLang="en-US">
                    <a:noFill/>
                  </a:rPr>
                  <a:t> </a:t>
                </a:r>
              </a:p>
            </p:txBody>
          </p:sp>
        </mc:Fallback>
      </mc:AlternateContent>
      <p:sp>
        <p:nvSpPr>
          <p:cNvPr id="12" name="テキスト ボックス 11">
            <a:extLst>
              <a:ext uri="{FF2B5EF4-FFF2-40B4-BE49-F238E27FC236}">
                <a16:creationId xmlns:a16="http://schemas.microsoft.com/office/drawing/2014/main" id="{24F5C9BB-EE22-FEC2-3362-67120EBC794E}"/>
              </a:ext>
            </a:extLst>
          </p:cNvPr>
          <p:cNvSpPr txBox="1"/>
          <p:nvPr/>
        </p:nvSpPr>
        <p:spPr>
          <a:xfrm>
            <a:off x="183367" y="2155092"/>
            <a:ext cx="639919" cy="584775"/>
          </a:xfrm>
          <a:prstGeom prst="rect">
            <a:avLst/>
          </a:prstGeom>
          <a:noFill/>
        </p:spPr>
        <p:txBody>
          <a:bodyPr wrap="none" rtlCol="0">
            <a:spAutoFit/>
          </a:bodyPr>
          <a:lstStyle/>
          <a:p>
            <a:r>
              <a:rPr lang="en-US" altLang="ja-JP" sz="1600" dirty="0"/>
              <a:t>2742</a:t>
            </a:r>
          </a:p>
          <a:p>
            <a:r>
              <a:rPr lang="en-US" altLang="ja-JP" sz="1600" dirty="0"/>
              <a:t>kWh</a:t>
            </a:r>
            <a:endParaRPr kumimoji="1" lang="ja-JP" altLang="en-US" sz="1600"/>
          </a:p>
        </p:txBody>
      </p:sp>
      <p:sp>
        <p:nvSpPr>
          <p:cNvPr id="14" name="テキスト ボックス 13">
            <a:extLst>
              <a:ext uri="{FF2B5EF4-FFF2-40B4-BE49-F238E27FC236}">
                <a16:creationId xmlns:a16="http://schemas.microsoft.com/office/drawing/2014/main" id="{EE540288-708E-28B5-CE22-2D17309C421E}"/>
              </a:ext>
            </a:extLst>
          </p:cNvPr>
          <p:cNvSpPr txBox="1"/>
          <p:nvPr/>
        </p:nvSpPr>
        <p:spPr>
          <a:xfrm>
            <a:off x="88151" y="2926748"/>
            <a:ext cx="811441" cy="584775"/>
          </a:xfrm>
          <a:prstGeom prst="rect">
            <a:avLst/>
          </a:prstGeom>
          <a:noFill/>
        </p:spPr>
        <p:txBody>
          <a:bodyPr wrap="none" rtlCol="0">
            <a:spAutoFit/>
          </a:bodyPr>
          <a:lstStyle/>
          <a:p>
            <a:r>
              <a:rPr lang="en-US" altLang="ja-JP" sz="1600" dirty="0"/>
              <a:t>2741.8</a:t>
            </a:r>
          </a:p>
          <a:p>
            <a:r>
              <a:rPr lang="en-US" altLang="ja-JP" sz="1600" dirty="0"/>
              <a:t>kWh</a:t>
            </a:r>
            <a:endParaRPr kumimoji="1" lang="ja-JP" altLang="en-US" sz="1600"/>
          </a:p>
        </p:txBody>
      </p:sp>
      <mc:AlternateContent xmlns:mc="http://schemas.openxmlformats.org/markup-compatibility/2006">
        <mc:Choice xmlns:a14="http://schemas.microsoft.com/office/drawing/2010/main" Requires="a14">
          <p:sp>
            <p:nvSpPr>
              <p:cNvPr id="30" name="テキスト ボックス 29">
                <a:extLst>
                  <a:ext uri="{FF2B5EF4-FFF2-40B4-BE49-F238E27FC236}">
                    <a16:creationId xmlns:a16="http://schemas.microsoft.com/office/drawing/2014/main" id="{4B757124-6985-8E1C-7D14-CA7B0B150F5C}"/>
                  </a:ext>
                </a:extLst>
              </p:cNvPr>
              <p:cNvSpPr txBox="1"/>
              <p:nvPr/>
            </p:nvSpPr>
            <p:spPr>
              <a:xfrm>
                <a:off x="1230010" y="1835978"/>
                <a:ext cx="6114987" cy="53168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sz="2000" b="0" i="1" smtClean="0">
                              <a:solidFill>
                                <a:srgbClr val="C00000"/>
                              </a:solidFill>
                              <a:latin typeface="Cambria Math" panose="02040503050406030204" pitchFamily="18" charset="0"/>
                            </a:rPr>
                          </m:ctrlPr>
                        </m:sSubSupPr>
                        <m:e>
                          <m:r>
                            <a:rPr kumimoji="1" lang="en-US" altLang="ja-JP" sz="2000" b="0" i="1" smtClean="0">
                              <a:solidFill>
                                <a:srgbClr val="C00000"/>
                              </a:solidFill>
                              <a:latin typeface="Cambria Math" panose="02040503050406030204" pitchFamily="18" charset="0"/>
                            </a:rPr>
                            <m:t>𝐹</m:t>
                          </m:r>
                        </m:e>
                        <m:sub>
                          <m:r>
                            <a:rPr kumimoji="1" lang="en-US" altLang="ja-JP" sz="2000" b="0" i="1" smtClean="0">
                              <a:solidFill>
                                <a:srgbClr val="C00000"/>
                              </a:solidFill>
                              <a:latin typeface="Cambria Math" panose="02040503050406030204" pitchFamily="18" charset="0"/>
                            </a:rPr>
                            <m:t>𝑘</m:t>
                          </m:r>
                          <m:r>
                            <a:rPr kumimoji="1" lang="en-US" altLang="ja-JP" sz="2000" b="0" i="1" smtClean="0">
                              <a:solidFill>
                                <a:srgbClr val="C00000"/>
                              </a:solidFill>
                              <a:latin typeface="Cambria Math" panose="02040503050406030204" pitchFamily="18" charset="0"/>
                            </a:rPr>
                            <m:t>−1</m:t>
                          </m:r>
                        </m:sub>
                        <m:sup>
                          <m:r>
                            <a:rPr kumimoji="1" lang="en-US" altLang="ja-JP" sz="2000" b="0" i="1" smtClean="0">
                              <a:solidFill>
                                <a:srgbClr val="C00000"/>
                              </a:solidFill>
                              <a:latin typeface="Cambria Math" panose="02040503050406030204" pitchFamily="18" charset="0"/>
                            </a:rPr>
                            <m:t>∗</m:t>
                          </m:r>
                        </m:sup>
                      </m:sSubSup>
                      <m:d>
                        <m:dPr>
                          <m:ctrlPr>
                            <a:rPr kumimoji="1" lang="en-US" altLang="ja-JP" sz="2000" b="0" i="1" smtClean="0">
                              <a:solidFill>
                                <a:srgbClr val="C00000"/>
                              </a:solidFill>
                              <a:latin typeface="Cambria Math" panose="02040503050406030204" pitchFamily="18" charset="0"/>
                            </a:rPr>
                          </m:ctrlPr>
                        </m:dPr>
                        <m:e>
                          <m:sSub>
                            <m:sSubPr>
                              <m:ctrlPr>
                                <a:rPr kumimoji="1" lang="en-US" altLang="ja-JP" sz="2000" b="0" i="1" smtClean="0">
                                  <a:solidFill>
                                    <a:srgbClr val="C00000"/>
                                  </a:solidFill>
                                  <a:latin typeface="Cambria Math" panose="02040503050406030204" pitchFamily="18" charset="0"/>
                                </a:rPr>
                              </m:ctrlPr>
                            </m:sSubPr>
                            <m:e>
                              <m:r>
                                <a:rPr kumimoji="1" lang="en-US" altLang="ja-JP" sz="2000" b="0" i="1" smtClean="0">
                                  <a:solidFill>
                                    <a:srgbClr val="C00000"/>
                                  </a:solidFill>
                                  <a:latin typeface="Cambria Math" panose="02040503050406030204" pitchFamily="18" charset="0"/>
                                </a:rPr>
                                <m:t>𝑠</m:t>
                              </m:r>
                            </m:e>
                            <m:sub>
                              <m:r>
                                <a:rPr kumimoji="1" lang="en-US" altLang="ja-JP" sz="2000" b="0" i="1" smtClean="0">
                                  <a:solidFill>
                                    <a:srgbClr val="C00000"/>
                                  </a:solidFill>
                                  <a:latin typeface="Cambria Math" panose="02040503050406030204" pitchFamily="18" charset="0"/>
                                </a:rPr>
                                <m:t>𝑘</m:t>
                              </m:r>
                              <m:r>
                                <a:rPr kumimoji="1" lang="en-US" altLang="ja-JP" sz="2000" b="0" i="1" smtClean="0">
                                  <a:solidFill>
                                    <a:srgbClr val="C00000"/>
                                  </a:solidFill>
                                  <a:latin typeface="Cambria Math" panose="02040503050406030204" pitchFamily="18" charset="0"/>
                                </a:rPr>
                                <m:t>−1</m:t>
                              </m:r>
                            </m:sub>
                          </m:sSub>
                        </m:e>
                      </m:d>
                      <m:r>
                        <a:rPr kumimoji="1" lang="en-US" altLang="ja-JP" sz="2000" b="0" i="1" smtClean="0">
                          <a:solidFill>
                            <a:srgbClr val="C00000"/>
                          </a:solidFill>
                          <a:latin typeface="Cambria Math" panose="02040503050406030204" pitchFamily="18" charset="0"/>
                        </a:rPr>
                        <m:t>=</m:t>
                      </m:r>
                      <m:func>
                        <m:funcPr>
                          <m:ctrlPr>
                            <a:rPr kumimoji="1" lang="en-US" altLang="ja-JP" sz="2000" b="0" i="1" smtClean="0">
                              <a:solidFill>
                                <a:srgbClr val="C00000"/>
                              </a:solidFill>
                              <a:latin typeface="Cambria Math" panose="02040503050406030204" pitchFamily="18" charset="0"/>
                            </a:rPr>
                          </m:ctrlPr>
                        </m:funcPr>
                        <m:fName>
                          <m:limLow>
                            <m:limLowPr>
                              <m:ctrlPr>
                                <a:rPr kumimoji="1" lang="en-US" altLang="ja-JP" sz="2000" b="0" i="1" smtClean="0">
                                  <a:solidFill>
                                    <a:srgbClr val="C00000"/>
                                  </a:solidFill>
                                  <a:latin typeface="Cambria Math" panose="02040503050406030204" pitchFamily="18" charset="0"/>
                                </a:rPr>
                              </m:ctrlPr>
                            </m:limLowPr>
                            <m:e>
                              <m:r>
                                <m:rPr>
                                  <m:sty m:val="p"/>
                                </m:rPr>
                                <a:rPr kumimoji="1" lang="en-US" altLang="ja-JP" sz="2000" b="0" i="0" smtClean="0">
                                  <a:solidFill>
                                    <a:srgbClr val="C00000"/>
                                  </a:solidFill>
                                  <a:latin typeface="Cambria Math" panose="02040503050406030204" pitchFamily="18" charset="0"/>
                                </a:rPr>
                                <m:t>min</m:t>
                              </m:r>
                            </m:e>
                            <m:lim>
                              <m:sSub>
                                <m:sSubPr>
                                  <m:ctrlPr>
                                    <a:rPr kumimoji="1" lang="en-US" altLang="ja-JP" sz="2000" b="0" i="1" smtClean="0">
                                      <a:solidFill>
                                        <a:srgbClr val="C00000"/>
                                      </a:solidFill>
                                      <a:latin typeface="Cambria Math" panose="02040503050406030204" pitchFamily="18" charset="0"/>
                                    </a:rPr>
                                  </m:ctrlPr>
                                </m:sSubPr>
                                <m:e>
                                  <m:r>
                                    <a:rPr kumimoji="1" lang="en-US" altLang="ja-JP" sz="2000" b="0" i="1" smtClean="0">
                                      <a:solidFill>
                                        <a:srgbClr val="C00000"/>
                                      </a:solidFill>
                                      <a:latin typeface="Cambria Math" panose="02040503050406030204" pitchFamily="18" charset="0"/>
                                    </a:rPr>
                                    <m:t>𝑠</m:t>
                                  </m:r>
                                </m:e>
                                <m:sub>
                                  <m:r>
                                    <a:rPr kumimoji="1" lang="en-US" altLang="ja-JP" sz="2000" b="0" i="1" smtClean="0">
                                      <a:solidFill>
                                        <a:srgbClr val="C00000"/>
                                      </a:solidFill>
                                      <a:latin typeface="Cambria Math" panose="02040503050406030204" pitchFamily="18" charset="0"/>
                                    </a:rPr>
                                    <m:t>𝑘</m:t>
                                  </m:r>
                                </m:sub>
                              </m:sSub>
                            </m:lim>
                          </m:limLow>
                        </m:fName>
                        <m:e>
                          <m:r>
                            <a:rPr kumimoji="1" lang="en-US" altLang="ja-JP" sz="2000" b="0" i="1" smtClean="0">
                              <a:solidFill>
                                <a:srgbClr val="C00000"/>
                              </a:solidFill>
                              <a:latin typeface="Cambria Math" panose="02040503050406030204" pitchFamily="18" charset="0"/>
                            </a:rPr>
                            <m:t> </m:t>
                          </m:r>
                          <m:sSub>
                            <m:sSubPr>
                              <m:ctrlPr>
                                <a:rPr kumimoji="1" lang="en-US" altLang="ja-JP" sz="2000" b="0" i="1" smtClean="0">
                                  <a:solidFill>
                                    <a:srgbClr val="C00000"/>
                                  </a:solidFill>
                                  <a:latin typeface="Cambria Math" panose="02040503050406030204" pitchFamily="18" charset="0"/>
                                </a:rPr>
                              </m:ctrlPr>
                            </m:sSubPr>
                            <m:e>
                              <m:r>
                                <a:rPr kumimoji="1" lang="en-US" altLang="ja-JP" sz="2000" b="0" i="1" smtClean="0">
                                  <a:solidFill>
                                    <a:srgbClr val="C00000"/>
                                  </a:solidFill>
                                  <a:latin typeface="Cambria Math" panose="02040503050406030204" pitchFamily="18" charset="0"/>
                                </a:rPr>
                                <m:t>{</m:t>
                              </m:r>
                              <m:r>
                                <a:rPr kumimoji="1" lang="en-US" altLang="ja-JP" sz="2000" b="0" i="1" smtClean="0">
                                  <a:solidFill>
                                    <a:srgbClr val="C00000"/>
                                  </a:solidFill>
                                  <a:latin typeface="Cambria Math" panose="02040503050406030204" pitchFamily="18" charset="0"/>
                                </a:rPr>
                                <m:t>𝑟</m:t>
                              </m:r>
                            </m:e>
                            <m:sub>
                              <m:r>
                                <a:rPr kumimoji="1" lang="en-US" altLang="ja-JP" sz="2000" b="0" i="1" smtClean="0">
                                  <a:solidFill>
                                    <a:srgbClr val="C00000"/>
                                  </a:solidFill>
                                  <a:latin typeface="Cambria Math" panose="02040503050406030204" pitchFamily="18" charset="0"/>
                                </a:rPr>
                                <m:t>𝑘</m:t>
                              </m:r>
                            </m:sub>
                          </m:sSub>
                          <m:d>
                            <m:dPr>
                              <m:ctrlPr>
                                <a:rPr kumimoji="1" lang="en-US" altLang="ja-JP" sz="2000" b="0" i="1" smtClean="0">
                                  <a:solidFill>
                                    <a:srgbClr val="C00000"/>
                                  </a:solidFill>
                                  <a:latin typeface="Cambria Math" panose="02040503050406030204" pitchFamily="18" charset="0"/>
                                </a:rPr>
                              </m:ctrlPr>
                            </m:dPr>
                            <m:e>
                              <m:sSub>
                                <m:sSubPr>
                                  <m:ctrlPr>
                                    <a:rPr kumimoji="1" lang="en-US" altLang="ja-JP" sz="2000" b="0" i="1" smtClean="0">
                                      <a:solidFill>
                                        <a:srgbClr val="C00000"/>
                                      </a:solidFill>
                                      <a:latin typeface="Cambria Math" panose="02040503050406030204" pitchFamily="18" charset="0"/>
                                    </a:rPr>
                                  </m:ctrlPr>
                                </m:sSubPr>
                                <m:e>
                                  <m:r>
                                    <a:rPr kumimoji="1" lang="en-US" altLang="ja-JP" sz="2000" b="0" i="1" smtClean="0">
                                      <a:solidFill>
                                        <a:srgbClr val="C00000"/>
                                      </a:solidFill>
                                      <a:latin typeface="Cambria Math" panose="02040503050406030204" pitchFamily="18" charset="0"/>
                                    </a:rPr>
                                    <m:t>𝑠</m:t>
                                  </m:r>
                                </m:e>
                                <m:sub>
                                  <m:r>
                                    <a:rPr kumimoji="1" lang="en-US" altLang="ja-JP" sz="2000" b="0" i="1" smtClean="0">
                                      <a:solidFill>
                                        <a:srgbClr val="C00000"/>
                                      </a:solidFill>
                                      <a:latin typeface="Cambria Math" panose="02040503050406030204" pitchFamily="18" charset="0"/>
                                    </a:rPr>
                                    <m:t>𝑘</m:t>
                                  </m:r>
                                  <m:r>
                                    <a:rPr kumimoji="1" lang="en-US" altLang="ja-JP" sz="2000" b="0" i="1" smtClean="0">
                                      <a:solidFill>
                                        <a:srgbClr val="C00000"/>
                                      </a:solidFill>
                                      <a:latin typeface="Cambria Math" panose="02040503050406030204" pitchFamily="18" charset="0"/>
                                    </a:rPr>
                                    <m:t>−1</m:t>
                                  </m:r>
                                </m:sub>
                              </m:sSub>
                              <m:r>
                                <a:rPr kumimoji="1" lang="en-US" altLang="ja-JP" sz="2000" b="0" i="1" smtClean="0">
                                  <a:solidFill>
                                    <a:srgbClr val="C00000"/>
                                  </a:solidFill>
                                  <a:latin typeface="Cambria Math" panose="02040503050406030204" pitchFamily="18" charset="0"/>
                                </a:rPr>
                                <m:t>,</m:t>
                              </m:r>
                              <m:sSub>
                                <m:sSubPr>
                                  <m:ctrlPr>
                                    <a:rPr kumimoji="1" lang="en-US" altLang="ja-JP" sz="2000" b="0" i="1" smtClean="0">
                                      <a:solidFill>
                                        <a:srgbClr val="C00000"/>
                                      </a:solidFill>
                                      <a:latin typeface="Cambria Math" panose="02040503050406030204" pitchFamily="18" charset="0"/>
                                    </a:rPr>
                                  </m:ctrlPr>
                                </m:sSubPr>
                                <m:e>
                                  <m:r>
                                    <a:rPr kumimoji="1" lang="en-US" altLang="ja-JP" sz="2000" b="0" i="1" smtClean="0">
                                      <a:solidFill>
                                        <a:srgbClr val="C00000"/>
                                      </a:solidFill>
                                      <a:latin typeface="Cambria Math" panose="02040503050406030204" pitchFamily="18" charset="0"/>
                                    </a:rPr>
                                    <m:t>𝑠</m:t>
                                  </m:r>
                                </m:e>
                                <m:sub>
                                  <m:r>
                                    <a:rPr kumimoji="1" lang="en-US" altLang="ja-JP" sz="2000" b="0" i="1" smtClean="0">
                                      <a:solidFill>
                                        <a:srgbClr val="C00000"/>
                                      </a:solidFill>
                                      <a:latin typeface="Cambria Math" panose="02040503050406030204" pitchFamily="18" charset="0"/>
                                    </a:rPr>
                                    <m:t>𝑘</m:t>
                                  </m:r>
                                </m:sub>
                              </m:sSub>
                            </m:e>
                          </m:d>
                          <m:r>
                            <a:rPr kumimoji="1" lang="en-US" altLang="ja-JP" sz="2000" b="0" i="1" smtClean="0">
                              <a:solidFill>
                                <a:srgbClr val="C00000"/>
                              </a:solidFill>
                              <a:latin typeface="Cambria Math" panose="02040503050406030204" pitchFamily="18" charset="0"/>
                            </a:rPr>
                            <m:t>+</m:t>
                          </m:r>
                          <m:sSubSup>
                            <m:sSubSupPr>
                              <m:ctrlPr>
                                <a:rPr kumimoji="1" lang="en-US" altLang="ja-JP" sz="2000" b="0" i="1" smtClean="0">
                                  <a:solidFill>
                                    <a:srgbClr val="C00000"/>
                                  </a:solidFill>
                                  <a:latin typeface="Cambria Math" panose="02040503050406030204" pitchFamily="18" charset="0"/>
                                </a:rPr>
                              </m:ctrlPr>
                            </m:sSubSupPr>
                            <m:e>
                              <m:r>
                                <a:rPr kumimoji="1" lang="en-US" altLang="ja-JP" sz="2000" b="0" i="1" smtClean="0">
                                  <a:solidFill>
                                    <a:srgbClr val="C00000"/>
                                  </a:solidFill>
                                  <a:latin typeface="Cambria Math" panose="02040503050406030204" pitchFamily="18" charset="0"/>
                                </a:rPr>
                                <m:t>𝐹</m:t>
                              </m:r>
                            </m:e>
                            <m:sub>
                              <m:r>
                                <a:rPr kumimoji="1" lang="en-US" altLang="ja-JP" sz="2000" b="0" i="1" smtClean="0">
                                  <a:solidFill>
                                    <a:srgbClr val="C00000"/>
                                  </a:solidFill>
                                  <a:latin typeface="Cambria Math" panose="02040503050406030204" pitchFamily="18" charset="0"/>
                                </a:rPr>
                                <m:t>𝑘</m:t>
                              </m:r>
                            </m:sub>
                            <m:sup>
                              <m:r>
                                <a:rPr kumimoji="1" lang="en-US" altLang="ja-JP" sz="2000" b="0" i="1" smtClean="0">
                                  <a:solidFill>
                                    <a:srgbClr val="C00000"/>
                                  </a:solidFill>
                                  <a:latin typeface="Cambria Math" panose="02040503050406030204" pitchFamily="18" charset="0"/>
                                </a:rPr>
                                <m:t>∗</m:t>
                              </m:r>
                            </m:sup>
                          </m:sSubSup>
                          <m:r>
                            <a:rPr kumimoji="1" lang="en-US" altLang="ja-JP" sz="2000" b="0" i="1" smtClean="0">
                              <a:solidFill>
                                <a:srgbClr val="C00000"/>
                              </a:solidFill>
                              <a:latin typeface="Cambria Math" panose="02040503050406030204" pitchFamily="18" charset="0"/>
                            </a:rPr>
                            <m:t>(</m:t>
                          </m:r>
                          <m:sSub>
                            <m:sSubPr>
                              <m:ctrlPr>
                                <a:rPr kumimoji="1" lang="en-US" altLang="ja-JP" sz="2000" b="0" i="1" smtClean="0">
                                  <a:solidFill>
                                    <a:srgbClr val="C00000"/>
                                  </a:solidFill>
                                  <a:latin typeface="Cambria Math" panose="02040503050406030204" pitchFamily="18" charset="0"/>
                                </a:rPr>
                              </m:ctrlPr>
                            </m:sSubPr>
                            <m:e>
                              <m:r>
                                <a:rPr kumimoji="1" lang="en-US" altLang="ja-JP" sz="2000" b="0" i="1" smtClean="0">
                                  <a:solidFill>
                                    <a:srgbClr val="C00000"/>
                                  </a:solidFill>
                                  <a:latin typeface="Cambria Math" panose="02040503050406030204" pitchFamily="18" charset="0"/>
                                </a:rPr>
                                <m:t>𝑠</m:t>
                              </m:r>
                            </m:e>
                            <m:sub>
                              <m:r>
                                <a:rPr kumimoji="1" lang="en-US" altLang="ja-JP" sz="2000" b="0" i="1" smtClean="0">
                                  <a:solidFill>
                                    <a:srgbClr val="C00000"/>
                                  </a:solidFill>
                                  <a:latin typeface="Cambria Math" panose="02040503050406030204" pitchFamily="18" charset="0"/>
                                </a:rPr>
                                <m:t>𝑘</m:t>
                              </m:r>
                            </m:sub>
                          </m:sSub>
                          <m:r>
                            <a:rPr kumimoji="1" lang="en-US" altLang="ja-JP" sz="2000" b="0" i="1" smtClean="0">
                              <a:solidFill>
                                <a:srgbClr val="C00000"/>
                              </a:solidFill>
                              <a:latin typeface="Cambria Math" panose="02040503050406030204" pitchFamily="18" charset="0"/>
                            </a:rPr>
                            <m:t>)}</m:t>
                          </m:r>
                        </m:e>
                      </m:func>
                    </m:oMath>
                  </m:oMathPara>
                </a14:m>
                <a:endParaRPr kumimoji="1" lang="ja-JP" altLang="en-US" sz="2000">
                  <a:solidFill>
                    <a:srgbClr val="C00000"/>
                  </a:solidFill>
                </a:endParaRPr>
              </a:p>
            </p:txBody>
          </p:sp>
        </mc:Choice>
        <mc:Fallback>
          <p:sp>
            <p:nvSpPr>
              <p:cNvPr id="30" name="テキスト ボックス 29">
                <a:extLst>
                  <a:ext uri="{FF2B5EF4-FFF2-40B4-BE49-F238E27FC236}">
                    <a16:creationId xmlns:a16="http://schemas.microsoft.com/office/drawing/2014/main" id="{4B757124-6985-8E1C-7D14-CA7B0B150F5C}"/>
                  </a:ext>
                </a:extLst>
              </p:cNvPr>
              <p:cNvSpPr txBox="1">
                <a:spLocks noRot="1" noChangeAspect="1" noMove="1" noResize="1" noEditPoints="1" noAdjustHandles="1" noChangeArrowheads="1" noChangeShapeType="1" noTextEdit="1"/>
              </p:cNvSpPr>
              <p:nvPr/>
            </p:nvSpPr>
            <p:spPr>
              <a:xfrm>
                <a:off x="1230010" y="1835978"/>
                <a:ext cx="6114987" cy="531684"/>
              </a:xfrm>
              <a:prstGeom prst="rect">
                <a:avLst/>
              </a:prstGeom>
              <a:blipFill>
                <a:blip r:embed="rId6"/>
                <a:stretch>
                  <a:fillRect b="-232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2" name="テキスト ボックス 21">
                <a:extLst>
                  <a:ext uri="{FF2B5EF4-FFF2-40B4-BE49-F238E27FC236}">
                    <a16:creationId xmlns:a16="http://schemas.microsoft.com/office/drawing/2014/main" id="{EA14F531-1F97-3EB7-BF12-E389B5E953E7}"/>
                  </a:ext>
                </a:extLst>
              </p:cNvPr>
              <p:cNvSpPr txBox="1"/>
              <p:nvPr/>
            </p:nvSpPr>
            <p:spPr>
              <a:xfrm>
                <a:off x="977292" y="939000"/>
                <a:ext cx="6114987" cy="74770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kumimoji="1" lang="en-US" altLang="ja-JP" sz="2000" b="0" i="1" smtClean="0">
                              <a:solidFill>
                                <a:srgbClr val="C00000"/>
                              </a:solidFill>
                              <a:latin typeface="Cambria Math" panose="02040503050406030204" pitchFamily="18" charset="0"/>
                            </a:rPr>
                          </m:ctrlPr>
                        </m:sSubSupPr>
                        <m:e>
                          <m:r>
                            <a:rPr kumimoji="1" lang="en-US" altLang="ja-JP" sz="2000" b="0" i="1" smtClean="0">
                              <a:solidFill>
                                <a:srgbClr val="C00000"/>
                              </a:solidFill>
                              <a:latin typeface="Cambria Math" panose="02040503050406030204" pitchFamily="18" charset="0"/>
                            </a:rPr>
                            <m:t>𝐹</m:t>
                          </m:r>
                        </m:e>
                        <m:sub>
                          <m:r>
                            <a:rPr kumimoji="1" lang="en-US" altLang="ja-JP" sz="2000" b="0" i="1" smtClean="0">
                              <a:solidFill>
                                <a:srgbClr val="C00000"/>
                              </a:solidFill>
                              <a:latin typeface="Cambria Math" panose="02040503050406030204" pitchFamily="18" charset="0"/>
                            </a:rPr>
                            <m:t>𝑘</m:t>
                          </m:r>
                        </m:sub>
                        <m:sup>
                          <m:r>
                            <a:rPr kumimoji="1" lang="en-US" altLang="ja-JP" sz="2000" b="0" i="1" smtClean="0">
                              <a:solidFill>
                                <a:srgbClr val="C00000"/>
                              </a:solidFill>
                              <a:latin typeface="Cambria Math" panose="02040503050406030204" pitchFamily="18" charset="0"/>
                            </a:rPr>
                            <m:t>∗</m:t>
                          </m:r>
                        </m:sup>
                      </m:sSubSup>
                      <m:d>
                        <m:dPr>
                          <m:ctrlPr>
                            <a:rPr kumimoji="1" lang="en-US" altLang="ja-JP" sz="2000" b="0" i="1" smtClean="0">
                              <a:solidFill>
                                <a:srgbClr val="C00000"/>
                              </a:solidFill>
                              <a:latin typeface="Cambria Math" panose="02040503050406030204" pitchFamily="18" charset="0"/>
                            </a:rPr>
                          </m:ctrlPr>
                        </m:dPr>
                        <m:e>
                          <m:sSub>
                            <m:sSubPr>
                              <m:ctrlPr>
                                <a:rPr kumimoji="1" lang="en-US" altLang="ja-JP" sz="2000" b="0" i="1" smtClean="0">
                                  <a:solidFill>
                                    <a:srgbClr val="C00000"/>
                                  </a:solidFill>
                                  <a:latin typeface="Cambria Math" panose="02040503050406030204" pitchFamily="18" charset="0"/>
                                </a:rPr>
                              </m:ctrlPr>
                            </m:sSubPr>
                            <m:e>
                              <m:r>
                                <a:rPr kumimoji="1" lang="en-US" altLang="ja-JP" sz="2000" b="0" i="1" smtClean="0">
                                  <a:solidFill>
                                    <a:srgbClr val="C00000"/>
                                  </a:solidFill>
                                  <a:latin typeface="Cambria Math" panose="02040503050406030204" pitchFamily="18" charset="0"/>
                                </a:rPr>
                                <m:t>𝑠</m:t>
                              </m:r>
                            </m:e>
                            <m:sub>
                              <m:r>
                                <a:rPr kumimoji="1" lang="en-US" altLang="ja-JP" sz="2000" b="0" i="1" smtClean="0">
                                  <a:solidFill>
                                    <a:srgbClr val="C00000"/>
                                  </a:solidFill>
                                  <a:latin typeface="Cambria Math" panose="02040503050406030204" pitchFamily="18" charset="0"/>
                                </a:rPr>
                                <m:t>𝑘</m:t>
                              </m:r>
                            </m:sub>
                          </m:sSub>
                        </m:e>
                      </m:d>
                      <m:r>
                        <a:rPr kumimoji="1" lang="en-US" altLang="ja-JP" sz="2000" b="0" i="1" smtClean="0">
                          <a:solidFill>
                            <a:srgbClr val="C00000"/>
                          </a:solidFill>
                          <a:latin typeface="Cambria Math" panose="02040503050406030204" pitchFamily="18" charset="0"/>
                        </a:rPr>
                        <m:t>=</m:t>
                      </m:r>
                      <m:func>
                        <m:funcPr>
                          <m:ctrlPr>
                            <a:rPr kumimoji="1" lang="en-US" altLang="ja-JP" sz="2000" b="0" i="1" smtClean="0">
                              <a:solidFill>
                                <a:srgbClr val="C00000"/>
                              </a:solidFill>
                              <a:latin typeface="Cambria Math" panose="02040503050406030204" pitchFamily="18" charset="0"/>
                            </a:rPr>
                          </m:ctrlPr>
                        </m:funcPr>
                        <m:fName>
                          <m:limLow>
                            <m:limLowPr>
                              <m:ctrlPr>
                                <a:rPr kumimoji="1" lang="en-US" altLang="ja-JP" sz="2000" b="0" i="1" smtClean="0">
                                  <a:solidFill>
                                    <a:srgbClr val="C00000"/>
                                  </a:solidFill>
                                  <a:latin typeface="Cambria Math" panose="02040503050406030204" pitchFamily="18" charset="0"/>
                                </a:rPr>
                              </m:ctrlPr>
                            </m:limLowPr>
                            <m:e>
                              <m:r>
                                <m:rPr>
                                  <m:sty m:val="p"/>
                                </m:rPr>
                                <a:rPr kumimoji="1" lang="en-US" altLang="ja-JP" sz="2000" b="0" i="0" smtClean="0">
                                  <a:solidFill>
                                    <a:srgbClr val="C00000"/>
                                  </a:solidFill>
                                  <a:latin typeface="Cambria Math" panose="02040503050406030204" pitchFamily="18" charset="0"/>
                                </a:rPr>
                                <m:t>min</m:t>
                              </m:r>
                            </m:e>
                            <m:lim/>
                          </m:limLow>
                        </m:fName>
                        <m:e>
                          <m:nary>
                            <m:naryPr>
                              <m:chr m:val="∑"/>
                              <m:limLoc m:val="subSup"/>
                              <m:ctrlPr>
                                <a:rPr kumimoji="1" lang="en-US" altLang="ja-JP" sz="2000" b="0" i="1" smtClean="0">
                                  <a:solidFill>
                                    <a:srgbClr val="C00000"/>
                                  </a:solidFill>
                                  <a:latin typeface="Cambria Math" panose="02040503050406030204" pitchFamily="18" charset="0"/>
                                </a:rPr>
                              </m:ctrlPr>
                            </m:naryPr>
                            <m:sub>
                              <m:r>
                                <m:rPr>
                                  <m:brk m:alnAt="25"/>
                                </m:rPr>
                                <a:rPr kumimoji="1" lang="en-US" altLang="ja-JP" sz="2000" b="0" i="1" smtClean="0">
                                  <a:solidFill>
                                    <a:srgbClr val="C00000"/>
                                  </a:solidFill>
                                  <a:latin typeface="Cambria Math" panose="02040503050406030204" pitchFamily="18" charset="0"/>
                                </a:rPr>
                                <m:t>𝑙</m:t>
                              </m:r>
                              <m:r>
                                <a:rPr kumimoji="1" lang="en-US" altLang="ja-JP" sz="2000" b="0" i="1" smtClean="0">
                                  <a:solidFill>
                                    <a:srgbClr val="C00000"/>
                                  </a:solidFill>
                                  <a:latin typeface="Cambria Math" panose="02040503050406030204" pitchFamily="18" charset="0"/>
                                </a:rPr>
                                <m:t>=</m:t>
                              </m:r>
                              <m:r>
                                <a:rPr kumimoji="1" lang="en-US" altLang="ja-JP" sz="2000" b="0" i="1" smtClean="0">
                                  <a:solidFill>
                                    <a:srgbClr val="C00000"/>
                                  </a:solidFill>
                                  <a:latin typeface="Cambria Math" panose="02040503050406030204" pitchFamily="18" charset="0"/>
                                </a:rPr>
                                <m:t>𝑘</m:t>
                              </m:r>
                              <m:r>
                                <a:rPr kumimoji="1" lang="en-US" altLang="ja-JP" sz="2000" b="0" i="1" smtClean="0">
                                  <a:solidFill>
                                    <a:srgbClr val="C00000"/>
                                  </a:solidFill>
                                  <a:latin typeface="Cambria Math" panose="02040503050406030204" pitchFamily="18" charset="0"/>
                                </a:rPr>
                                <m:t>+1</m:t>
                              </m:r>
                            </m:sub>
                            <m:sup>
                              <m:r>
                                <a:rPr kumimoji="1" lang="en-US" altLang="ja-JP" sz="2000" b="0" i="1" smtClean="0">
                                  <a:solidFill>
                                    <a:srgbClr val="C00000"/>
                                  </a:solidFill>
                                  <a:latin typeface="Cambria Math" panose="02040503050406030204" pitchFamily="18" charset="0"/>
                                </a:rPr>
                                <m:t>𝐾</m:t>
                              </m:r>
                            </m:sup>
                            <m:e>
                              <m:sSub>
                                <m:sSubPr>
                                  <m:ctrlPr>
                                    <a:rPr lang="en-US" altLang="ja-JP" sz="2000" i="1">
                                      <a:solidFill>
                                        <a:srgbClr val="C00000"/>
                                      </a:solidFill>
                                      <a:latin typeface="Cambria Math" panose="02040503050406030204" pitchFamily="18" charset="0"/>
                                    </a:rPr>
                                  </m:ctrlPr>
                                </m:sSubPr>
                                <m:e>
                                  <m:r>
                                    <a:rPr lang="en-US" altLang="ja-JP" sz="2000" i="1">
                                      <a:solidFill>
                                        <a:srgbClr val="C00000"/>
                                      </a:solidFill>
                                      <a:latin typeface="Cambria Math" panose="02040503050406030204" pitchFamily="18" charset="0"/>
                                    </a:rPr>
                                    <m:t>𝑟</m:t>
                                  </m:r>
                                </m:e>
                                <m:sub>
                                  <m:r>
                                    <a:rPr lang="en-US" altLang="ja-JP" sz="2000" b="0" i="1" smtClean="0">
                                      <a:solidFill>
                                        <a:srgbClr val="C00000"/>
                                      </a:solidFill>
                                      <a:latin typeface="Cambria Math" panose="02040503050406030204" pitchFamily="18" charset="0"/>
                                    </a:rPr>
                                    <m:t>𝑙</m:t>
                                  </m:r>
                                </m:sub>
                              </m:sSub>
                              <m:d>
                                <m:dPr>
                                  <m:ctrlPr>
                                    <a:rPr lang="en-US" altLang="ja-JP" sz="2000" i="1">
                                      <a:solidFill>
                                        <a:srgbClr val="C00000"/>
                                      </a:solidFill>
                                      <a:latin typeface="Cambria Math" panose="02040503050406030204" pitchFamily="18" charset="0"/>
                                    </a:rPr>
                                  </m:ctrlPr>
                                </m:dPr>
                                <m:e>
                                  <m:sSub>
                                    <m:sSubPr>
                                      <m:ctrlPr>
                                        <a:rPr lang="en-US" altLang="ja-JP" sz="2000" i="1">
                                          <a:solidFill>
                                            <a:srgbClr val="C00000"/>
                                          </a:solidFill>
                                          <a:latin typeface="Cambria Math" panose="02040503050406030204" pitchFamily="18" charset="0"/>
                                        </a:rPr>
                                      </m:ctrlPr>
                                    </m:sSubPr>
                                    <m:e>
                                      <m:r>
                                        <a:rPr lang="en-US" altLang="ja-JP" sz="2000" i="1">
                                          <a:solidFill>
                                            <a:srgbClr val="C00000"/>
                                          </a:solidFill>
                                          <a:latin typeface="Cambria Math" panose="02040503050406030204" pitchFamily="18" charset="0"/>
                                        </a:rPr>
                                        <m:t>𝑠</m:t>
                                      </m:r>
                                    </m:e>
                                    <m:sub>
                                      <m:r>
                                        <a:rPr lang="en-US" altLang="ja-JP" sz="2000" b="0" i="1" smtClean="0">
                                          <a:solidFill>
                                            <a:srgbClr val="C00000"/>
                                          </a:solidFill>
                                          <a:latin typeface="Cambria Math" panose="02040503050406030204" pitchFamily="18" charset="0"/>
                                        </a:rPr>
                                        <m:t>𝑙</m:t>
                                      </m:r>
                                      <m:r>
                                        <a:rPr lang="en-US" altLang="ja-JP" sz="2000" i="1">
                                          <a:solidFill>
                                            <a:srgbClr val="C00000"/>
                                          </a:solidFill>
                                          <a:latin typeface="Cambria Math" panose="02040503050406030204" pitchFamily="18" charset="0"/>
                                        </a:rPr>
                                        <m:t>−1</m:t>
                                      </m:r>
                                    </m:sub>
                                  </m:sSub>
                                  <m:r>
                                    <a:rPr lang="en-US" altLang="ja-JP" sz="2000" i="1">
                                      <a:solidFill>
                                        <a:srgbClr val="C00000"/>
                                      </a:solidFill>
                                      <a:latin typeface="Cambria Math" panose="02040503050406030204" pitchFamily="18" charset="0"/>
                                    </a:rPr>
                                    <m:t>,</m:t>
                                  </m:r>
                                  <m:sSub>
                                    <m:sSubPr>
                                      <m:ctrlPr>
                                        <a:rPr lang="en-US" altLang="ja-JP" sz="2000" i="1">
                                          <a:solidFill>
                                            <a:srgbClr val="C00000"/>
                                          </a:solidFill>
                                          <a:latin typeface="Cambria Math" panose="02040503050406030204" pitchFamily="18" charset="0"/>
                                        </a:rPr>
                                      </m:ctrlPr>
                                    </m:sSubPr>
                                    <m:e>
                                      <m:r>
                                        <a:rPr lang="en-US" altLang="ja-JP" sz="2000" i="1">
                                          <a:solidFill>
                                            <a:srgbClr val="C00000"/>
                                          </a:solidFill>
                                          <a:latin typeface="Cambria Math" panose="02040503050406030204" pitchFamily="18" charset="0"/>
                                        </a:rPr>
                                        <m:t>𝑠</m:t>
                                      </m:r>
                                    </m:e>
                                    <m:sub>
                                      <m:r>
                                        <a:rPr lang="en-US" altLang="ja-JP" sz="2000" b="0" i="1" smtClean="0">
                                          <a:solidFill>
                                            <a:srgbClr val="C00000"/>
                                          </a:solidFill>
                                          <a:latin typeface="Cambria Math" panose="02040503050406030204" pitchFamily="18" charset="0"/>
                                        </a:rPr>
                                        <m:t>𝑙</m:t>
                                      </m:r>
                                    </m:sub>
                                  </m:sSub>
                                </m:e>
                              </m:d>
                            </m:e>
                          </m:nary>
                          <m:r>
                            <a:rPr kumimoji="1" lang="en-US" altLang="ja-JP" sz="2000" b="0" i="1" smtClean="0">
                              <a:solidFill>
                                <a:srgbClr val="C00000"/>
                              </a:solidFill>
                              <a:latin typeface="Cambria Math" panose="02040503050406030204" pitchFamily="18" charset="0"/>
                            </a:rPr>
                            <m:t> </m:t>
                          </m:r>
                        </m:e>
                      </m:func>
                    </m:oMath>
                  </m:oMathPara>
                </a14:m>
                <a:endParaRPr kumimoji="1" lang="ja-JP" altLang="en-US" sz="2000">
                  <a:solidFill>
                    <a:srgbClr val="C00000"/>
                  </a:solidFill>
                </a:endParaRPr>
              </a:p>
            </p:txBody>
          </p:sp>
        </mc:Choice>
        <mc:Fallback>
          <p:sp>
            <p:nvSpPr>
              <p:cNvPr id="22" name="テキスト ボックス 21">
                <a:extLst>
                  <a:ext uri="{FF2B5EF4-FFF2-40B4-BE49-F238E27FC236}">
                    <a16:creationId xmlns:a16="http://schemas.microsoft.com/office/drawing/2014/main" id="{EA14F531-1F97-3EB7-BF12-E389B5E953E7}"/>
                  </a:ext>
                </a:extLst>
              </p:cNvPr>
              <p:cNvSpPr txBox="1">
                <a:spLocks noRot="1" noChangeAspect="1" noMove="1" noResize="1" noEditPoints="1" noAdjustHandles="1" noChangeArrowheads="1" noChangeShapeType="1" noTextEdit="1"/>
              </p:cNvSpPr>
              <p:nvPr/>
            </p:nvSpPr>
            <p:spPr>
              <a:xfrm>
                <a:off x="977292" y="939000"/>
                <a:ext cx="6114987" cy="747705"/>
              </a:xfrm>
              <a:prstGeom prst="rect">
                <a:avLst/>
              </a:prstGeom>
              <a:blipFill>
                <a:blip r:embed="rId7"/>
                <a:stretch>
                  <a:fillRect t="-140000" b="-20500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8694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7CCE5CC8-7CF5-8D43-A407-E3508F535F98}"/>
              </a:ext>
            </a:extLst>
          </p:cNvPr>
          <p:cNvSpPr txBox="1"/>
          <p:nvPr/>
        </p:nvSpPr>
        <p:spPr>
          <a:xfrm>
            <a:off x="2762875" y="189791"/>
            <a:ext cx="3618298" cy="584775"/>
          </a:xfrm>
          <a:prstGeom prst="rect">
            <a:avLst/>
          </a:prstGeom>
          <a:noFill/>
        </p:spPr>
        <p:txBody>
          <a:bodyPr wrap="none" rtlCol="0">
            <a:spAutoFit/>
          </a:bodyPr>
          <a:lstStyle/>
          <a:p>
            <a:r>
              <a:rPr kumimoji="1" lang="en-US" altLang="ja-JP" sz="3200" dirty="0"/>
              <a:t>2</a:t>
            </a:r>
            <a:r>
              <a:rPr kumimoji="1" lang="ja-JP" altLang="en-US" sz="3200"/>
              <a:t>つのモデルの特徴</a:t>
            </a:r>
          </a:p>
        </p:txBody>
      </p:sp>
      <p:graphicFrame>
        <p:nvGraphicFramePr>
          <p:cNvPr id="2" name="表 1">
            <a:extLst>
              <a:ext uri="{FF2B5EF4-FFF2-40B4-BE49-F238E27FC236}">
                <a16:creationId xmlns:a16="http://schemas.microsoft.com/office/drawing/2014/main" id="{A7938A88-6603-8AB5-1A00-D89F06209146}"/>
              </a:ext>
            </a:extLst>
          </p:cNvPr>
          <p:cNvGraphicFramePr>
            <a:graphicFrameLocks noGrp="1"/>
          </p:cNvGraphicFramePr>
          <p:nvPr>
            <p:extLst>
              <p:ext uri="{D42A27DB-BD31-4B8C-83A1-F6EECF244321}">
                <p14:modId xmlns:p14="http://schemas.microsoft.com/office/powerpoint/2010/main" val="3317408129"/>
              </p:ext>
            </p:extLst>
          </p:nvPr>
        </p:nvGraphicFramePr>
        <p:xfrm>
          <a:off x="323528" y="1484783"/>
          <a:ext cx="8640960" cy="4104457"/>
        </p:xfrm>
        <a:graphic>
          <a:graphicData uri="http://schemas.openxmlformats.org/drawingml/2006/table">
            <a:tbl>
              <a:tblPr firstRow="1" bandRow="1">
                <a:tableStyleId>{5940675A-B579-460E-94D1-54222C63F5DA}</a:tableStyleId>
              </a:tblPr>
              <a:tblGrid>
                <a:gridCol w="2220151">
                  <a:extLst>
                    <a:ext uri="{9D8B030D-6E8A-4147-A177-3AD203B41FA5}">
                      <a16:colId xmlns:a16="http://schemas.microsoft.com/office/drawing/2014/main" val="2653695735"/>
                    </a:ext>
                  </a:extLst>
                </a:gridCol>
                <a:gridCol w="3409886">
                  <a:extLst>
                    <a:ext uri="{9D8B030D-6E8A-4147-A177-3AD203B41FA5}">
                      <a16:colId xmlns:a16="http://schemas.microsoft.com/office/drawing/2014/main" val="2088141692"/>
                    </a:ext>
                  </a:extLst>
                </a:gridCol>
                <a:gridCol w="3010923">
                  <a:extLst>
                    <a:ext uri="{9D8B030D-6E8A-4147-A177-3AD203B41FA5}">
                      <a16:colId xmlns:a16="http://schemas.microsoft.com/office/drawing/2014/main" val="1425808872"/>
                    </a:ext>
                  </a:extLst>
                </a:gridCol>
              </a:tblGrid>
              <a:tr h="440313">
                <a:tc>
                  <a:txBody>
                    <a:bodyPr/>
                    <a:lstStyle/>
                    <a:p>
                      <a:pPr algn="ctr"/>
                      <a:r>
                        <a:rPr kumimoji="1" lang="ja-JP" altLang="en-US"/>
                        <a:t>モデル</a:t>
                      </a:r>
                    </a:p>
                  </a:txBody>
                  <a:tcPr anchor="ctr"/>
                </a:tc>
                <a:tc>
                  <a:txBody>
                    <a:bodyPr/>
                    <a:lstStyle/>
                    <a:p>
                      <a:pPr algn="ctr"/>
                      <a:r>
                        <a:rPr kumimoji="1" lang="ja-JP" altLang="en-US"/>
                        <a:t>長所</a:t>
                      </a:r>
                    </a:p>
                  </a:txBody>
                  <a:tcPr anchor="ctr"/>
                </a:tc>
                <a:tc>
                  <a:txBody>
                    <a:bodyPr/>
                    <a:lstStyle/>
                    <a:p>
                      <a:pPr algn="ctr"/>
                      <a:r>
                        <a:rPr kumimoji="1" lang="ja-JP" altLang="en-US"/>
                        <a:t>短所</a:t>
                      </a:r>
                    </a:p>
                  </a:txBody>
                  <a:tcPr anchor="ctr"/>
                </a:tc>
                <a:extLst>
                  <a:ext uri="{0D108BD9-81ED-4DB2-BD59-A6C34878D82A}">
                    <a16:rowId xmlns:a16="http://schemas.microsoft.com/office/drawing/2014/main" val="2452107158"/>
                  </a:ext>
                </a:extLst>
              </a:tr>
              <a:tr h="1728637">
                <a:tc>
                  <a:txBody>
                    <a:bodyPr/>
                    <a:lstStyle/>
                    <a:p>
                      <a:pPr algn="ctr"/>
                      <a:r>
                        <a:rPr kumimoji="1" lang="ja-JP" altLang="en-US"/>
                        <a:t>線形計画モデル</a:t>
                      </a:r>
                    </a:p>
                  </a:txBody>
                  <a:tcPr anchor="ctr"/>
                </a:tc>
                <a:tc>
                  <a:txBody>
                    <a:bodyPr/>
                    <a:lstStyle/>
                    <a:p>
                      <a:pPr algn="ctr"/>
                      <a:r>
                        <a:rPr kumimoji="1" lang="ja-JP" altLang="en-US"/>
                        <a:t>・蓄電池の残量の</a:t>
                      </a:r>
                      <a:endParaRPr kumimoji="1" lang="en-US" altLang="ja-JP" dirty="0"/>
                    </a:p>
                    <a:p>
                      <a:pPr algn="ctr"/>
                      <a:r>
                        <a:rPr kumimoji="1" lang="ja-JP" altLang="en-US"/>
                        <a:t>　離散化を行わない</a:t>
                      </a:r>
                      <a:endParaRPr kumimoji="1" lang="en-US" altLang="ja-JP" dirty="0"/>
                    </a:p>
                    <a:p>
                      <a:pPr algn="ctr"/>
                      <a:r>
                        <a:rPr kumimoji="1" lang="ja-JP" altLang="en-US"/>
                        <a:t>・複数期にまたがる制約が</a:t>
                      </a:r>
                      <a:endParaRPr kumimoji="1" lang="en-US" altLang="ja-JP" dirty="0"/>
                    </a:p>
                    <a:p>
                      <a:pPr algn="ctr"/>
                      <a:r>
                        <a:rPr kumimoji="1" lang="ja-JP" altLang="en-US"/>
                        <a:t>　存在しても計算時間が</a:t>
                      </a:r>
                      <a:endParaRPr kumimoji="1" lang="en-US" altLang="ja-JP" dirty="0"/>
                    </a:p>
                    <a:p>
                      <a:pPr algn="ctr"/>
                      <a:r>
                        <a:rPr kumimoji="1" lang="ja-JP" altLang="en-US"/>
                        <a:t>　大きく増加しない</a:t>
                      </a:r>
                      <a:endParaRPr kumimoji="1" lang="en-US" altLang="ja-JP" dirty="0"/>
                    </a:p>
                  </a:txBody>
                  <a:tcPr anchor="ctr"/>
                </a:tc>
                <a:tc>
                  <a:txBody>
                    <a:bodyPr/>
                    <a:lstStyle/>
                    <a:p>
                      <a:pPr algn="ctr"/>
                      <a:r>
                        <a:rPr kumimoji="1" lang="ja-JP" altLang="en-US"/>
                        <a:t>・問題を線形で記述できない　　</a:t>
                      </a:r>
                      <a:endParaRPr kumimoji="1" lang="en-US" altLang="ja-JP" dirty="0"/>
                    </a:p>
                    <a:p>
                      <a:pPr algn="ctr"/>
                      <a:r>
                        <a:rPr kumimoji="1" lang="ja-JP" altLang="en-US"/>
                        <a:t>　場合，計算時間が膨大</a:t>
                      </a:r>
                      <a:endParaRPr kumimoji="1" lang="en-US" altLang="ja-JP" dirty="0"/>
                    </a:p>
                    <a:p>
                      <a:pPr algn="ctr"/>
                      <a:r>
                        <a:rPr kumimoji="1" lang="ja-JP" altLang="en-US"/>
                        <a:t>・期の数の増加に対する計算</a:t>
                      </a:r>
                      <a:endParaRPr kumimoji="1" lang="en-US" altLang="ja-JP" dirty="0"/>
                    </a:p>
                    <a:p>
                      <a:pPr algn="ctr"/>
                      <a:r>
                        <a:rPr kumimoji="1" lang="ja-JP" altLang="en-US"/>
                        <a:t>　時間の増加量が大きい</a:t>
                      </a:r>
                      <a:endParaRPr kumimoji="1" lang="en-US" altLang="ja-JP" dirty="0"/>
                    </a:p>
                  </a:txBody>
                  <a:tcPr anchor="ctr"/>
                </a:tc>
                <a:extLst>
                  <a:ext uri="{0D108BD9-81ED-4DB2-BD59-A6C34878D82A}">
                    <a16:rowId xmlns:a16="http://schemas.microsoft.com/office/drawing/2014/main" val="652965967"/>
                  </a:ext>
                </a:extLst>
              </a:tr>
              <a:tr h="1935507">
                <a:tc>
                  <a:txBody>
                    <a:bodyPr/>
                    <a:lstStyle/>
                    <a:p>
                      <a:pPr algn="ctr"/>
                      <a:r>
                        <a:rPr kumimoji="1" lang="ja-JP" altLang="en-US"/>
                        <a:t>動的計画モデル</a:t>
                      </a:r>
                      <a:endParaRPr kumimoji="1" lang="en-US" altLang="ja-JP" dirty="0"/>
                    </a:p>
                  </a:txBody>
                  <a:tcPr anchor="ctr"/>
                </a:tc>
                <a:tc>
                  <a:txBody>
                    <a:bodyPr/>
                    <a:lstStyle/>
                    <a:p>
                      <a:pPr algn="ctr"/>
                      <a:r>
                        <a:rPr kumimoji="1" lang="ja-JP" altLang="en-US"/>
                        <a:t>・問題を線形で記述できない　　</a:t>
                      </a:r>
                      <a:endParaRPr kumimoji="1" lang="en-US" altLang="ja-JP" dirty="0"/>
                    </a:p>
                    <a:p>
                      <a:pPr algn="ctr"/>
                      <a:r>
                        <a:rPr kumimoji="1" lang="ja-JP" altLang="en-US"/>
                        <a:t>　場合でも計算時間が大きく</a:t>
                      </a:r>
                      <a:endParaRPr kumimoji="1" lang="en-US" altLang="ja-JP" dirty="0"/>
                    </a:p>
                    <a:p>
                      <a:pPr algn="ctr"/>
                      <a:r>
                        <a:rPr kumimoji="1" lang="ja-JP" altLang="en-US"/>
                        <a:t>　増加しない</a:t>
                      </a:r>
                      <a:endParaRPr kumimoji="1" lang="en-US" altLang="ja-JP" dirty="0"/>
                    </a:p>
                    <a:p>
                      <a:pPr algn="ctr"/>
                      <a:r>
                        <a:rPr kumimoji="1" lang="ja-JP" altLang="en-US"/>
                        <a:t>・期の数の増加に対する計算</a:t>
                      </a:r>
                      <a:endParaRPr kumimoji="1" lang="en-US" altLang="ja-JP" dirty="0"/>
                    </a:p>
                    <a:p>
                      <a:pPr algn="ctr"/>
                      <a:r>
                        <a:rPr kumimoji="1" lang="ja-JP" altLang="en-US"/>
                        <a:t>　時間の増加量が小さい</a:t>
                      </a:r>
                      <a:endParaRPr kumimoji="1" lang="en-US" altLang="ja-JP" dirty="0"/>
                    </a:p>
                  </a:txBody>
                  <a:tcPr anchor="ctr"/>
                </a:tc>
                <a:tc>
                  <a:txBody>
                    <a:bodyPr/>
                    <a:lstStyle/>
                    <a:p>
                      <a:pPr algn="ctr"/>
                      <a:r>
                        <a:rPr kumimoji="1" lang="ja-JP" altLang="en-US"/>
                        <a:t>・蓄電池の残量の離散化を　</a:t>
                      </a:r>
                      <a:endParaRPr kumimoji="1" lang="en-US" altLang="ja-JP" dirty="0"/>
                    </a:p>
                    <a:p>
                      <a:pPr algn="ctr"/>
                      <a:r>
                        <a:rPr kumimoji="1" lang="ja-JP" altLang="en-US" dirty="0"/>
                        <a:t>　</a:t>
                      </a:r>
                      <a:r>
                        <a:rPr kumimoji="1" lang="ja-JP" altLang="en-US"/>
                        <a:t>行っている</a:t>
                      </a:r>
                      <a:endParaRPr kumimoji="1" lang="en-US" altLang="ja-JP" dirty="0"/>
                    </a:p>
                    <a:p>
                      <a:pPr algn="ctr"/>
                      <a:r>
                        <a:rPr kumimoji="1" lang="ja-JP" altLang="en-US"/>
                        <a:t>・複数期にまたがる制約が</a:t>
                      </a:r>
                      <a:endParaRPr kumimoji="1" lang="en-US" altLang="ja-JP" dirty="0"/>
                    </a:p>
                    <a:p>
                      <a:pPr algn="ctr"/>
                      <a:r>
                        <a:rPr kumimoji="1" lang="ja-JP" altLang="en-US"/>
                        <a:t>　あると計算時間が膨大</a:t>
                      </a:r>
                      <a:endParaRPr kumimoji="1" lang="en-US" altLang="ja-JP" dirty="0"/>
                    </a:p>
                  </a:txBody>
                  <a:tcPr anchor="ctr"/>
                </a:tc>
                <a:extLst>
                  <a:ext uri="{0D108BD9-81ED-4DB2-BD59-A6C34878D82A}">
                    <a16:rowId xmlns:a16="http://schemas.microsoft.com/office/drawing/2014/main" val="2397402617"/>
                  </a:ext>
                </a:extLst>
              </a:tr>
            </a:tbl>
          </a:graphicData>
        </a:graphic>
      </p:graphicFrame>
    </p:spTree>
    <p:extLst>
      <p:ext uri="{BB962C8B-B14F-4D97-AF65-F5344CB8AC3E}">
        <p14:creationId xmlns:p14="http://schemas.microsoft.com/office/powerpoint/2010/main" val="2112720833"/>
      </p:ext>
    </p:extLst>
  </p:cSld>
  <p:clrMapOvr>
    <a:masterClrMapping/>
  </p:clrMapOvr>
</p:sld>
</file>

<file path=ppt/theme/theme1.xml><?xml version="1.0" encoding="utf-8"?>
<a:theme xmlns:a="http://schemas.openxmlformats.org/drawingml/2006/main" name="ppt_style_a4_ver5">
  <a:themeElements>
    <a:clrScheme name="ppt_style_a4_ver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pt_style_a4_ver5">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9525" cap="flat" cmpd="sng" algn="ctr">
          <a:solidFill>
            <a:srgbClr val="000000"/>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400" b="0" i="0" u="none" strike="noStrike" cap="none" normalizeH="0" baseline="0" smtClean="0">
            <a:ln>
              <a:noFill/>
            </a:ln>
            <a:solidFill>
              <a:schemeClr val="tx1"/>
            </a:solidFill>
            <a:effectLst/>
            <a:latin typeface="Arial" charset="0"/>
            <a:ea typeface="ＭＳ Ｐゴシック" pitchFamily="50" charset="-128"/>
          </a:defRPr>
        </a:defPPr>
      </a:lstStyle>
    </a:spDef>
    <a:lnDef>
      <a:spPr bwMode="auto">
        <a:xfrm>
          <a:off x="0" y="0"/>
          <a:ext cx="1" cy="1"/>
        </a:xfrm>
        <a:custGeom>
          <a:avLst/>
          <a:gdLst/>
          <a:ahLst/>
          <a:cxnLst/>
          <a:rect l="0" t="0" r="0" b="0"/>
          <a:pathLst/>
        </a:custGeom>
        <a:solidFill>
          <a:schemeClr val="bg1"/>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2400" b="0" i="0" u="none" strike="noStrike" cap="none" normalizeH="0" baseline="0" smtClean="0">
            <a:ln>
              <a:noFill/>
            </a:ln>
            <a:solidFill>
              <a:schemeClr val="tx1"/>
            </a:solidFill>
            <a:effectLst/>
            <a:latin typeface="Arial" charset="0"/>
            <a:ea typeface="ＭＳ Ｐゴシック" pitchFamily="50" charset="-128"/>
          </a:defRPr>
        </a:defPPr>
      </a:lstStyle>
    </a:lnDef>
  </a:objectDefaults>
  <a:extraClrSchemeLst>
    <a:extraClrScheme>
      <a:clrScheme name="ppt_style_a4_ver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pt_style_a4_ver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pt_style_a4_ver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pt_style_a4_ver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pt_style_a4_ver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pt_style_a4_ver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pt_style_a4_ver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pt_style_a4_ver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pt_style_a4_ver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pt_style_a4_ver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pt_style_a4_ver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pt_style_a4_ver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ppt_style_a4_ver5">
  <a:themeElements>
    <a:clrScheme name="ppt_style_a4_ver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pt_style_a4_ver5">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2400" b="0" i="0" u="none" strike="noStrike" cap="none" normalizeH="0" baseline="0" smtClean="0">
            <a:ln>
              <a:noFill/>
            </a:ln>
            <a:solidFill>
              <a:schemeClr val="tx1"/>
            </a:solidFill>
            <a:effectLst/>
            <a:latin typeface="Arial" charset="0"/>
            <a:ea typeface="ＭＳ Ｐゴシック" pitchFamily="50" charset="-128"/>
          </a:defRPr>
        </a:defPPr>
      </a:lstStyle>
    </a:spDef>
    <a:lnDef>
      <a:spPr bwMode="auto">
        <a:xfrm>
          <a:off x="0" y="0"/>
          <a:ext cx="1" cy="1"/>
        </a:xfrm>
        <a:custGeom>
          <a:avLst/>
          <a:gdLst/>
          <a:ahLst/>
          <a:cxnLst/>
          <a:rect l="0" t="0" r="0" b="0"/>
          <a:pathLst/>
        </a:custGeom>
        <a:solidFill>
          <a:schemeClr val="bg1"/>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2400" b="0" i="0" u="none" strike="noStrike" cap="none" normalizeH="0" baseline="0" smtClean="0">
            <a:ln>
              <a:noFill/>
            </a:ln>
            <a:solidFill>
              <a:schemeClr val="tx1"/>
            </a:solidFill>
            <a:effectLst/>
            <a:latin typeface="Arial" charset="0"/>
            <a:ea typeface="ＭＳ Ｐゴシック" pitchFamily="50" charset="-128"/>
          </a:defRPr>
        </a:defPPr>
      </a:lstStyle>
    </a:lnDef>
  </a:objectDefaults>
  <a:extraClrSchemeLst>
    <a:extraClrScheme>
      <a:clrScheme name="ppt_style_a4_ver5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pt_style_a4_ver5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pt_style_a4_ver5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pt_style_a4_ver5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pt_style_a4_ver5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pt_style_a4_ver5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pt_style_a4_ver5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pt_style_a4_ver5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pt_style_a4_ver5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pt_style_a4_ver5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pt_style_a4_ver5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pt_style_a4_ver5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Yu Gothic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82342</TotalTime>
  <Words>4236</Words>
  <Application>Microsoft Macintosh PowerPoint</Application>
  <PresentationFormat>画面に合わせる (4:3)</PresentationFormat>
  <Paragraphs>845</Paragraphs>
  <Slides>25</Slides>
  <Notes>25</Notes>
  <HiddenSlides>1</HiddenSlides>
  <MMClips>0</MMClips>
  <ScaleCrop>false</ScaleCrop>
  <HeadingPairs>
    <vt:vector size="6" baseType="variant">
      <vt:variant>
        <vt:lpstr>使用されているフォント</vt:lpstr>
      </vt:variant>
      <vt:variant>
        <vt:i4>8</vt:i4>
      </vt:variant>
      <vt:variant>
        <vt:lpstr>テーマ</vt:lpstr>
      </vt:variant>
      <vt:variant>
        <vt:i4>2</vt:i4>
      </vt:variant>
      <vt:variant>
        <vt:lpstr>スライド タイトル</vt:lpstr>
      </vt:variant>
      <vt:variant>
        <vt:i4>25</vt:i4>
      </vt:variant>
    </vt:vector>
  </HeadingPairs>
  <TitlesOfParts>
    <vt:vector size="35" baseType="lpstr">
      <vt:lpstr>-webkit-standard</vt:lpstr>
      <vt:lpstr>ＭＳ Ｐゴシック</vt:lpstr>
      <vt:lpstr>ＭＳ Ｐゴシック</vt:lpstr>
      <vt:lpstr>YakuHanJP</vt:lpstr>
      <vt:lpstr>ヒラギノ角ゴ Pro W3</vt:lpstr>
      <vt:lpstr>Arial</vt:lpstr>
      <vt:lpstr>Cambria Math</vt:lpstr>
      <vt:lpstr>Wingdings</vt:lpstr>
      <vt:lpstr>ppt_style_a4_ver5</vt:lpstr>
      <vt:lpstr>1_ppt_style_a4_ver5</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Gion Akihiro</Manager>
  <Company>CS14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haji</dc:creator>
  <cp:lastModifiedBy>奥村　侑真</cp:lastModifiedBy>
  <cp:revision>1957</cp:revision>
  <cp:lastPrinted>2026-02-12T18:57:07Z</cp:lastPrinted>
  <dcterms:created xsi:type="dcterms:W3CDTF">2015-10-24T10:55:22Z</dcterms:created>
  <dcterms:modified xsi:type="dcterms:W3CDTF">2026-02-12T22:55:47Z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