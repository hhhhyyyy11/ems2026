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3"/>
  </p:normalViewPr>
  <p:slideViewPr>
    <p:cSldViewPr snapToGrid="0">
      <p:cViewPr>
        <p:scale>
          <a:sx n="100" d="100"/>
          <a:sy n="100" d="100"/>
        </p:scale>
        <p:origin x="100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937C0-52A1-A343-8F6B-FAB95A927404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24C74-5DDC-1B42-BF2A-BF9D769EB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8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20250619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4C74-5DDC-1B42-BF2A-BF9D769EB7E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10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20250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24C74-5DDC-1B42-BF2A-BF9D769EB7E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44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B777E7-F3A3-91D0-DE08-F642707C8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8075E0-40C9-757C-1900-3FAA1127B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CB0865-7502-A0FA-00C8-A30A729A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01BCD9-8ECC-D930-6AE3-2ED1C9A5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6BB121-FF13-A5A2-8CEB-DDE66D7B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94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5234A-40F4-C901-2CC1-9CFCD155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C59732-B469-68FF-E595-5BECC3FB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DEB310-7E80-AFE9-D84C-88610CF6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F97946-3B4F-22CC-4F0F-ECB8A9455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5C1EC0-3F76-818C-B7A2-D675C418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14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053C7-2C1B-0F63-2E8A-D147007F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2DDDC2-D76B-5FF5-1658-72D17A178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66EF79-4E9A-CAB9-52EC-D72BFA0C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62FC05-AEDA-9B06-F3DD-8FDB5862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D62D82-044B-B46E-9DAB-0E1CDDB4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57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07097A-7348-8E3A-18A6-E2577C09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AF59B0-EFF3-393E-E30F-D8EBC732B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B87C33-42A9-8B87-4DFF-09B8BF835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D972DD-2205-7B46-6DA5-18F621A5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CA3064-9489-D7AA-D07C-13F4646CF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1C48D4-C7B5-92CE-E3AC-712BE6E8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2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479A3C-36CD-72B6-71F9-15B4064B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AFEA7F-A7AA-2317-FCD5-B09D65B6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C858D8-2DD5-0057-4DDF-E8CB3A51B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498D0BE-24FA-D969-FE77-D7A3EF779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3859F76-078D-420F-8D22-FC62133EA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4CD451-C35E-6580-1391-79080ACA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0B498ED-4350-C26C-5168-F338CF5C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B683B73-5121-494D-363D-E46276B5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29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40836-34A8-D676-9F69-147C85FA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0459BB9-42EE-5D60-29C6-1C1731E9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B807DB-923E-B2DD-8800-B6C23890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59E610-994B-7E60-F914-A4C11E60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604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92B1BE-A160-CC5E-B9D7-053369B4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087B1A-07A9-26A7-2457-1328C24B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EC32E0-DFBF-85F7-6E19-7D1C3BBA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211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C2478-9E12-5642-B4A4-AEC0951D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67144B-2279-24A6-7B24-827C45F2C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1D7A62-E647-1EB7-E5A9-E6CB1C971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DB1E24-FCDF-254F-EB1D-C8C0519C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8916BA-420E-3F10-A105-2B150EFB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3DE04C-ACF7-4F8D-6673-4C0016E1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98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D0B0F-67D0-6821-5352-8EC039D61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45B73D-198C-E7AD-08BE-626EE93CE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CE8E94-8D8B-8400-AE08-670D30237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74F97A-9769-E14F-86B6-FCB284E3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887CBD-0C7E-D5DE-08E3-08E692B1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C6E841-EF8C-FAD2-5CEF-D7D9296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70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A1E01-4D6B-7F5A-E425-B2AD4625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216DB7-29D7-E575-6E3D-B1ADCD30A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C9BC37-22D9-3B80-30B1-20504C9E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C0C177-9CDB-2727-850E-BCA37124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69CA40-7017-6E65-883E-DC7A9687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63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FC0136D-564D-347E-E56B-F3A29CA38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187D81-D410-60A4-63BB-72E441F12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5974A3-760C-C8AC-F934-258C9BFE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50193-C5DB-F25B-9116-97254B15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BB28EB-61F1-602F-C937-D93D80ED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57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0A9CAC-CFC7-0D9C-A555-0E45233E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DA5D89-6C10-AB9E-7B72-1F79D870F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3A650A-4D72-3DE9-D4A8-4CA81330D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F94D4-5BC5-8F4B-AD73-5B1B3FBAA922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082416-36E5-EAF0-AB73-DB955190A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16B078-98EE-505C-9BE8-CD11B92A2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9614C-A6A0-F44A-8522-C9C617F3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64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21.png"/><Relationship Id="rId42" Type="http://schemas.openxmlformats.org/officeDocument/2006/relationships/image" Target="../media/image27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33" Type="http://schemas.openxmlformats.org/officeDocument/2006/relationships/image" Target="../media/image20.png"/><Relationship Id="rId38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37" Type="http://schemas.openxmlformats.org/officeDocument/2006/relationships/image" Target="../media/image24.png"/><Relationship Id="rId40" Type="http://schemas.openxmlformats.org/officeDocument/2006/relationships/image" Target="../media/image38.png"/><Relationship Id="rId45" Type="http://schemas.openxmlformats.org/officeDocument/2006/relationships/image" Target="../media/image3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36" Type="http://schemas.openxmlformats.org/officeDocument/2006/relationships/image" Target="../media/image2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22.png"/><Relationship Id="rId43" Type="http://schemas.openxmlformats.org/officeDocument/2006/relationships/image" Target="../media/image31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35.png"/><Relationship Id="rId26" Type="http://schemas.openxmlformats.org/officeDocument/2006/relationships/image" Target="../media/image45.png"/><Relationship Id="rId39" Type="http://schemas.openxmlformats.org/officeDocument/2006/relationships/image" Target="../media/image55.png"/><Relationship Id="rId21" Type="http://schemas.openxmlformats.org/officeDocument/2006/relationships/image" Target="../media/image40.png"/><Relationship Id="rId34" Type="http://schemas.openxmlformats.org/officeDocument/2006/relationships/image" Target="../media/image52.png"/><Relationship Id="rId42" Type="http://schemas.openxmlformats.org/officeDocument/2006/relationships/image" Target="../media/image550.png"/><Relationship Id="rId47" Type="http://schemas.openxmlformats.org/officeDocument/2006/relationships/image" Target="../media/image6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47.png"/><Relationship Id="rId11" Type="http://schemas.openxmlformats.org/officeDocument/2006/relationships/image" Target="../media/image9.png"/><Relationship Id="rId24" Type="http://schemas.openxmlformats.org/officeDocument/2006/relationships/image" Target="../media/image43.png"/><Relationship Id="rId32" Type="http://schemas.openxmlformats.org/officeDocument/2006/relationships/image" Target="../media/image50.png"/><Relationship Id="rId37" Type="http://schemas.openxmlformats.org/officeDocument/2006/relationships/image" Target="../media/image510.png"/><Relationship Id="rId40" Type="http://schemas.openxmlformats.org/officeDocument/2006/relationships/image" Target="../media/image56.png"/><Relationship Id="rId45" Type="http://schemas.openxmlformats.org/officeDocument/2006/relationships/image" Target="../media/image5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42.png"/><Relationship Id="rId28" Type="http://schemas.openxmlformats.org/officeDocument/2006/relationships/image" Target="../media/image46.png"/><Relationship Id="rId36" Type="http://schemas.openxmlformats.org/officeDocument/2006/relationships/image" Target="../media/image500.png"/><Relationship Id="rId49" Type="http://schemas.openxmlformats.org/officeDocument/2006/relationships/image" Target="../media/image62.png"/><Relationship Id="rId10" Type="http://schemas.openxmlformats.org/officeDocument/2006/relationships/image" Target="../media/image8.png"/><Relationship Id="rId19" Type="http://schemas.openxmlformats.org/officeDocument/2006/relationships/image" Target="../media/image36.png"/><Relationship Id="rId31" Type="http://schemas.openxmlformats.org/officeDocument/2006/relationships/image" Target="../media/image49.png"/><Relationship Id="rId44" Type="http://schemas.openxmlformats.org/officeDocument/2006/relationships/image" Target="../media/image57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0.png"/><Relationship Id="rId27" Type="http://schemas.openxmlformats.org/officeDocument/2006/relationships/image" Target="../media/image44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43" Type="http://schemas.openxmlformats.org/officeDocument/2006/relationships/image" Target="../media/image57.png"/><Relationship Id="rId48" Type="http://schemas.openxmlformats.org/officeDocument/2006/relationships/image" Target="../media/image6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34.png"/><Relationship Id="rId17" Type="http://schemas.openxmlformats.org/officeDocument/2006/relationships/image" Target="../media/image15.png"/><Relationship Id="rId25" Type="http://schemas.openxmlformats.org/officeDocument/2006/relationships/image" Target="../media/image210.png"/><Relationship Id="rId33" Type="http://schemas.openxmlformats.org/officeDocument/2006/relationships/image" Target="../media/image51.png"/><Relationship Id="rId38" Type="http://schemas.openxmlformats.org/officeDocument/2006/relationships/image" Target="../media/image54.png"/><Relationship Id="rId46" Type="http://schemas.openxmlformats.org/officeDocument/2006/relationships/image" Target="../media/image59.png"/><Relationship Id="rId20" Type="http://schemas.openxmlformats.org/officeDocument/2006/relationships/image" Target="../media/image39.png"/><Relationship Id="rId41" Type="http://schemas.openxmlformats.org/officeDocument/2006/relationships/image" Target="../media/image5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B57859-4F29-13C4-5C7F-B760632902D9}"/>
              </a:ext>
            </a:extLst>
          </p:cNvPr>
          <p:cNvSpPr/>
          <p:nvPr/>
        </p:nvSpPr>
        <p:spPr>
          <a:xfrm>
            <a:off x="905797" y="3386956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14277E4-B48A-98F3-FE34-BECFA859ABE7}"/>
              </a:ext>
            </a:extLst>
          </p:cNvPr>
          <p:cNvCxnSpPr>
            <a:cxnSpLocks/>
            <a:stCxn id="4" idx="3"/>
            <a:endCxn id="59" idx="3"/>
          </p:cNvCxnSpPr>
          <p:nvPr/>
        </p:nvCxnSpPr>
        <p:spPr>
          <a:xfrm>
            <a:off x="1157797" y="3512956"/>
            <a:ext cx="7576100" cy="420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円/楕円 6">
            <a:extLst>
              <a:ext uri="{FF2B5EF4-FFF2-40B4-BE49-F238E27FC236}">
                <a16:creationId xmlns:a16="http://schemas.microsoft.com/office/drawing/2014/main" id="{75ED679D-FF7C-0045-8CEF-DC2510987D6F}"/>
              </a:ext>
            </a:extLst>
          </p:cNvPr>
          <p:cNvSpPr/>
          <p:nvPr/>
        </p:nvSpPr>
        <p:spPr>
          <a:xfrm>
            <a:off x="2397999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A249D05-BF45-4568-FE48-5C54145C9722}"/>
              </a:ext>
            </a:extLst>
          </p:cNvPr>
          <p:cNvCxnSpPr>
            <a:cxnSpLocks/>
          </p:cNvCxnSpPr>
          <p:nvPr/>
        </p:nvCxnSpPr>
        <p:spPr>
          <a:xfrm>
            <a:off x="2451999" y="2787916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CBB1B8-3C67-FBE0-3CF9-99D52BAF9724}"/>
              </a:ext>
            </a:extLst>
          </p:cNvPr>
          <p:cNvSpPr/>
          <p:nvPr/>
        </p:nvSpPr>
        <p:spPr>
          <a:xfrm>
            <a:off x="2203570" y="242791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/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EE6A96D-008D-1636-C01E-63FBE0A8AD35}"/>
              </a:ext>
            </a:extLst>
          </p:cNvPr>
          <p:cNvCxnSpPr>
            <a:cxnSpLocks/>
          </p:cNvCxnSpPr>
          <p:nvPr/>
        </p:nvCxnSpPr>
        <p:spPr>
          <a:xfrm>
            <a:off x="2451998" y="1937657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652BCFFE-58E7-17AB-B501-E7F8E9CCC480}"/>
              </a:ext>
            </a:extLst>
          </p:cNvPr>
          <p:cNvSpPr/>
          <p:nvPr/>
        </p:nvSpPr>
        <p:spPr>
          <a:xfrm>
            <a:off x="2171806" y="1379974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/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円/楕円 19">
            <a:extLst>
              <a:ext uri="{FF2B5EF4-FFF2-40B4-BE49-F238E27FC236}">
                <a16:creationId xmlns:a16="http://schemas.microsoft.com/office/drawing/2014/main" id="{89606024-F7A9-8A5A-BD58-CB1F7936B4BB}"/>
              </a:ext>
            </a:extLst>
          </p:cNvPr>
          <p:cNvSpPr/>
          <p:nvPr/>
        </p:nvSpPr>
        <p:spPr>
          <a:xfrm>
            <a:off x="3311453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9B93D07-6262-0912-2B85-5F80B0092A4F}"/>
              </a:ext>
            </a:extLst>
          </p:cNvPr>
          <p:cNvCxnSpPr>
            <a:cxnSpLocks/>
          </p:cNvCxnSpPr>
          <p:nvPr/>
        </p:nvCxnSpPr>
        <p:spPr>
          <a:xfrm>
            <a:off x="3365453" y="358214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B13FEE8-51A1-C560-754F-286282B2B4FC}"/>
              </a:ext>
            </a:extLst>
          </p:cNvPr>
          <p:cNvSpPr/>
          <p:nvPr/>
        </p:nvSpPr>
        <p:spPr>
          <a:xfrm>
            <a:off x="3111601" y="404115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/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7E0A024-73B7-F5BC-841E-719AEDC18291}"/>
              </a:ext>
            </a:extLst>
          </p:cNvPr>
          <p:cNvCxnSpPr>
            <a:cxnSpLocks/>
          </p:cNvCxnSpPr>
          <p:nvPr/>
        </p:nvCxnSpPr>
        <p:spPr>
          <a:xfrm>
            <a:off x="3360029" y="440115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フレーム 25">
            <a:extLst>
              <a:ext uri="{FF2B5EF4-FFF2-40B4-BE49-F238E27FC236}">
                <a16:creationId xmlns:a16="http://schemas.microsoft.com/office/drawing/2014/main" id="{888D3636-5CEB-DEF2-DAE7-900AAE7CB35F}"/>
              </a:ext>
            </a:extLst>
          </p:cNvPr>
          <p:cNvSpPr/>
          <p:nvPr/>
        </p:nvSpPr>
        <p:spPr>
          <a:xfrm>
            <a:off x="3091447" y="486075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/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円/楕円 27">
            <a:extLst>
              <a:ext uri="{FF2B5EF4-FFF2-40B4-BE49-F238E27FC236}">
                <a16:creationId xmlns:a16="http://schemas.microsoft.com/office/drawing/2014/main" id="{E4276BB0-39CF-4DFA-3F15-8CD06268024C}"/>
              </a:ext>
            </a:extLst>
          </p:cNvPr>
          <p:cNvSpPr/>
          <p:nvPr/>
        </p:nvSpPr>
        <p:spPr>
          <a:xfrm>
            <a:off x="4347048" y="347686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91D7F4-388F-8153-C19A-7CF18EB0E587}"/>
              </a:ext>
            </a:extLst>
          </p:cNvPr>
          <p:cNvCxnSpPr>
            <a:cxnSpLocks/>
          </p:cNvCxnSpPr>
          <p:nvPr/>
        </p:nvCxnSpPr>
        <p:spPr>
          <a:xfrm>
            <a:off x="4401048" y="3584861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A45A7A-ADBA-2492-6CEE-685A3C8CBB44}"/>
              </a:ext>
            </a:extLst>
          </p:cNvPr>
          <p:cNvSpPr/>
          <p:nvPr/>
        </p:nvSpPr>
        <p:spPr>
          <a:xfrm>
            <a:off x="4147196" y="404387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/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1711B4D-07F6-237A-E8A0-B483161637EB}"/>
              </a:ext>
            </a:extLst>
          </p:cNvPr>
          <p:cNvCxnSpPr>
            <a:cxnSpLocks/>
          </p:cNvCxnSpPr>
          <p:nvPr/>
        </p:nvCxnSpPr>
        <p:spPr>
          <a:xfrm>
            <a:off x="4395624" y="4403875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フレーム 32">
            <a:extLst>
              <a:ext uri="{FF2B5EF4-FFF2-40B4-BE49-F238E27FC236}">
                <a16:creationId xmlns:a16="http://schemas.microsoft.com/office/drawing/2014/main" id="{A24786AF-E562-08B8-359C-3063F5D1F7FC}"/>
              </a:ext>
            </a:extLst>
          </p:cNvPr>
          <p:cNvSpPr/>
          <p:nvPr/>
        </p:nvSpPr>
        <p:spPr>
          <a:xfrm>
            <a:off x="4127042" y="4863468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/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円/楕円 34">
            <a:extLst>
              <a:ext uri="{FF2B5EF4-FFF2-40B4-BE49-F238E27FC236}">
                <a16:creationId xmlns:a16="http://schemas.microsoft.com/office/drawing/2014/main" id="{B8B15F07-370C-8369-878C-68EDBD216780}"/>
              </a:ext>
            </a:extLst>
          </p:cNvPr>
          <p:cNvSpPr/>
          <p:nvPr/>
        </p:nvSpPr>
        <p:spPr>
          <a:xfrm>
            <a:off x="5232044" y="347980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C9DDAF0-41F1-E22E-185F-1FCBF0EFD49C}"/>
              </a:ext>
            </a:extLst>
          </p:cNvPr>
          <p:cNvCxnSpPr>
            <a:cxnSpLocks/>
            <a:endCxn id="35" idx="4"/>
          </p:cNvCxnSpPr>
          <p:nvPr/>
        </p:nvCxnSpPr>
        <p:spPr>
          <a:xfrm>
            <a:off x="5286043" y="1943322"/>
            <a:ext cx="1" cy="16444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フレーム 39">
            <a:extLst>
              <a:ext uri="{FF2B5EF4-FFF2-40B4-BE49-F238E27FC236}">
                <a16:creationId xmlns:a16="http://schemas.microsoft.com/office/drawing/2014/main" id="{4C8D3868-567B-64E9-DF54-7121C7679C55}"/>
              </a:ext>
            </a:extLst>
          </p:cNvPr>
          <p:cNvSpPr/>
          <p:nvPr/>
        </p:nvSpPr>
        <p:spPr>
          <a:xfrm>
            <a:off x="5005851" y="1385639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/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円/楕円 42">
            <a:extLst>
              <a:ext uri="{FF2B5EF4-FFF2-40B4-BE49-F238E27FC236}">
                <a16:creationId xmlns:a16="http://schemas.microsoft.com/office/drawing/2014/main" id="{0BEE8476-538E-4D98-B791-11B722253C70}"/>
              </a:ext>
            </a:extLst>
          </p:cNvPr>
          <p:cNvSpPr/>
          <p:nvPr/>
        </p:nvSpPr>
        <p:spPr>
          <a:xfrm>
            <a:off x="6093101" y="3498337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FF0B18B-B21F-433F-2E4A-39496F46FC9B}"/>
              </a:ext>
            </a:extLst>
          </p:cNvPr>
          <p:cNvCxnSpPr>
            <a:cxnSpLocks/>
          </p:cNvCxnSpPr>
          <p:nvPr/>
        </p:nvCxnSpPr>
        <p:spPr>
          <a:xfrm>
            <a:off x="6147101" y="3606336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276E33D-193F-081B-A676-33A5803AC207}"/>
              </a:ext>
            </a:extLst>
          </p:cNvPr>
          <p:cNvSpPr/>
          <p:nvPr/>
        </p:nvSpPr>
        <p:spPr>
          <a:xfrm>
            <a:off x="5893249" y="4065351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/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61CA108-7EC6-ACD7-0CE8-E36D599C59C4}"/>
              </a:ext>
            </a:extLst>
          </p:cNvPr>
          <p:cNvCxnSpPr>
            <a:cxnSpLocks/>
          </p:cNvCxnSpPr>
          <p:nvPr/>
        </p:nvCxnSpPr>
        <p:spPr>
          <a:xfrm>
            <a:off x="6141677" y="4425350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フレーム 47">
            <a:extLst>
              <a:ext uri="{FF2B5EF4-FFF2-40B4-BE49-F238E27FC236}">
                <a16:creationId xmlns:a16="http://schemas.microsoft.com/office/drawing/2014/main" id="{18D1B3DC-EC20-92EB-8708-73DC64F69CB6}"/>
              </a:ext>
            </a:extLst>
          </p:cNvPr>
          <p:cNvSpPr/>
          <p:nvPr/>
        </p:nvSpPr>
        <p:spPr>
          <a:xfrm>
            <a:off x="5873095" y="4884943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/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円/楕円 51">
            <a:extLst>
              <a:ext uri="{FF2B5EF4-FFF2-40B4-BE49-F238E27FC236}">
                <a16:creationId xmlns:a16="http://schemas.microsoft.com/office/drawing/2014/main" id="{A537D358-BFBC-308B-4EB2-09A943B01293}"/>
              </a:ext>
            </a:extLst>
          </p:cNvPr>
          <p:cNvSpPr/>
          <p:nvPr/>
        </p:nvSpPr>
        <p:spPr>
          <a:xfrm>
            <a:off x="7093289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4951B2F-BD67-2B0E-1BBB-84308E1AA7FC}"/>
              </a:ext>
            </a:extLst>
          </p:cNvPr>
          <p:cNvCxnSpPr>
            <a:cxnSpLocks/>
          </p:cNvCxnSpPr>
          <p:nvPr/>
        </p:nvCxnSpPr>
        <p:spPr>
          <a:xfrm>
            <a:off x="7147289" y="2808012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122CD6D-8D72-6A80-D860-46C677EEA234}"/>
              </a:ext>
            </a:extLst>
          </p:cNvPr>
          <p:cNvSpPr/>
          <p:nvPr/>
        </p:nvSpPr>
        <p:spPr>
          <a:xfrm>
            <a:off x="6898860" y="2448012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/>
              <p:nvPr/>
            </p:nvSpPr>
            <p:spPr>
              <a:xfrm>
                <a:off x="6850733" y="2448012"/>
                <a:ext cx="61510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733" y="2448012"/>
                <a:ext cx="615104" cy="3742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0E66572-4072-D8A2-C6F6-E22A0999C2E5}"/>
              </a:ext>
            </a:extLst>
          </p:cNvPr>
          <p:cNvCxnSpPr>
            <a:cxnSpLocks/>
          </p:cNvCxnSpPr>
          <p:nvPr/>
        </p:nvCxnSpPr>
        <p:spPr>
          <a:xfrm>
            <a:off x="7147288" y="1957753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/>
              <p:nvPr/>
            </p:nvSpPr>
            <p:spPr>
              <a:xfrm>
                <a:off x="6891431" y="1539811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431" y="1539811"/>
                <a:ext cx="507703" cy="374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942EC5A-FD43-DB6E-ECA3-24241D58081B}"/>
              </a:ext>
            </a:extLst>
          </p:cNvPr>
          <p:cNvSpPr/>
          <p:nvPr/>
        </p:nvSpPr>
        <p:spPr>
          <a:xfrm>
            <a:off x="8481897" y="3429000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円柱 61">
            <a:extLst>
              <a:ext uri="{FF2B5EF4-FFF2-40B4-BE49-F238E27FC236}">
                <a16:creationId xmlns:a16="http://schemas.microsoft.com/office/drawing/2014/main" id="{C7EE8EC4-76CF-C907-4AB6-CC93AC6B55B6}"/>
              </a:ext>
            </a:extLst>
          </p:cNvPr>
          <p:cNvSpPr/>
          <p:nvPr/>
        </p:nvSpPr>
        <p:spPr>
          <a:xfrm>
            <a:off x="6943626" y="1301966"/>
            <a:ext cx="407324" cy="655787"/>
          </a:xfrm>
          <a:prstGeom prst="can">
            <a:avLst>
              <a:gd name="adj" fmla="val 5158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162F15E9-267D-4448-848B-3F7CC114FA7A}"/>
              </a:ext>
            </a:extLst>
          </p:cNvPr>
          <p:cNvCxnSpPr/>
          <p:nvPr/>
        </p:nvCxnSpPr>
        <p:spPr>
          <a:xfrm>
            <a:off x="2597583" y="202780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/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blipFill>
                <a:blip r:embed="rId14"/>
                <a:stretch>
                  <a:fillRect l="-11429" t="-41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BAB056A9-FC83-3E3D-7ED6-66AC04FACF25}"/>
              </a:ext>
            </a:extLst>
          </p:cNvPr>
          <p:cNvCxnSpPr/>
          <p:nvPr/>
        </p:nvCxnSpPr>
        <p:spPr>
          <a:xfrm>
            <a:off x="3179768" y="447911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/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blipFill>
                <a:blip r:embed="rId15"/>
                <a:stretch>
                  <a:fillRect l="-11429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A1FC9B09-F91A-1AC7-D0B0-0183B1BDA759}"/>
              </a:ext>
            </a:extLst>
          </p:cNvPr>
          <p:cNvCxnSpPr/>
          <p:nvPr/>
        </p:nvCxnSpPr>
        <p:spPr>
          <a:xfrm>
            <a:off x="4522953" y="447442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/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blipFill>
                <a:blip r:embed="rId16"/>
                <a:stretch>
                  <a:fillRect l="-11429" t="-4167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53AA7598-7BBB-BF13-15A7-841971FE6C01}"/>
              </a:ext>
            </a:extLst>
          </p:cNvPr>
          <p:cNvCxnSpPr/>
          <p:nvPr/>
        </p:nvCxnSpPr>
        <p:spPr>
          <a:xfrm>
            <a:off x="6272339" y="450777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/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blipFill>
                <a:blip r:embed="rId17"/>
                <a:stretch>
                  <a:fillRect l="-14706" t="-416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43AB5449-E8EF-F891-816D-E699008C22CB}"/>
              </a:ext>
            </a:extLst>
          </p:cNvPr>
          <p:cNvCxnSpPr/>
          <p:nvPr/>
        </p:nvCxnSpPr>
        <p:spPr>
          <a:xfrm>
            <a:off x="4505635" y="364807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8E2CF977-C4A4-645B-602C-A1CDB3028D46}"/>
              </a:ext>
            </a:extLst>
          </p:cNvPr>
          <p:cNvCxnSpPr/>
          <p:nvPr/>
        </p:nvCxnSpPr>
        <p:spPr>
          <a:xfrm>
            <a:off x="6255021" y="368143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5E9C8889-B5A9-95A9-FFCE-AB98AE9474D2}"/>
              </a:ext>
            </a:extLst>
          </p:cNvPr>
          <p:cNvCxnSpPr/>
          <p:nvPr/>
        </p:nvCxnSpPr>
        <p:spPr>
          <a:xfrm>
            <a:off x="3163652" y="3627191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0AA7E898-2DA3-6330-A36A-BF9A57F86E9F}"/>
              </a:ext>
            </a:extLst>
          </p:cNvPr>
          <p:cNvCxnSpPr/>
          <p:nvPr/>
        </p:nvCxnSpPr>
        <p:spPr>
          <a:xfrm>
            <a:off x="2594249" y="297390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/>
              <p:nvPr/>
            </p:nvSpPr>
            <p:spPr>
              <a:xfrm>
                <a:off x="3597510" y="2488370"/>
                <a:ext cx="1583767" cy="57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b="0">
                    <a:solidFill>
                      <a:srgbClr val="0000FF"/>
                    </a:solidFill>
                  </a:rPr>
                  <a:t>　　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BY</m:t>
                        </m:r>
                      </m:sup>
                    </m:sSubSup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ja-JP" altLang="en-US">
                  <a:solidFill>
                    <a:srgbClr val="0000FF"/>
                  </a:solidFill>
                </a:endParaRPr>
              </a:p>
              <a:p>
                <a:r>
                  <a:rPr kumimoji="1" lang="en-US" altLang="ja-JP" dirty="0">
                    <a:solidFill>
                      <a:srgbClr val="0000FF"/>
                    </a:solidFill>
                    <a:latin typeface="Yu Mincho" panose="02020400000000000000" pitchFamily="18" charset="-128"/>
                    <a:ea typeface="Yu Mincho" panose="02020400000000000000" pitchFamily="18" charset="-128"/>
                  </a:rPr>
                  <a:t>(</a:t>
                </a:r>
                <a:r>
                  <a:rPr kumimoji="1" lang="ja-JP" altLang="en-US">
                    <a:solidFill>
                      <a:srgbClr val="0000FF"/>
                    </a:solidFill>
                    <a:latin typeface="Yu Mincho" panose="02020400000000000000" pitchFamily="18" charset="-128"/>
                    <a:ea typeface="Yu Mincho" panose="02020400000000000000" pitchFamily="18" charset="-128"/>
                  </a:rPr>
                  <a:t>負の値もとる</a:t>
                </a:r>
                <a:r>
                  <a:rPr kumimoji="1" lang="en-US" altLang="ja-JP" dirty="0">
                    <a:solidFill>
                      <a:srgbClr val="0000FF"/>
                    </a:solidFill>
                    <a:latin typeface="Yu Mincho" panose="02020400000000000000" pitchFamily="18" charset="-128"/>
                    <a:ea typeface="Yu Mincho" panose="02020400000000000000" pitchFamily="18" charset="-128"/>
                  </a:rPr>
                  <a:t>)</a:t>
                </a:r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510" y="2488370"/>
                <a:ext cx="1583767" cy="570734"/>
              </a:xfrm>
              <a:prstGeom prst="rect">
                <a:avLst/>
              </a:prstGeom>
              <a:blipFill>
                <a:blip r:embed="rId18"/>
                <a:stretch>
                  <a:fillRect l="-8730" r="-7937" b="-239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0996C36-2C2F-689B-50F2-E95213014675}"/>
              </a:ext>
            </a:extLst>
          </p:cNvPr>
          <p:cNvCxnSpPr/>
          <p:nvPr/>
        </p:nvCxnSpPr>
        <p:spPr>
          <a:xfrm>
            <a:off x="5150984" y="246377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2A7080B4-3211-CD46-9B57-4F8A1C85073F}"/>
              </a:ext>
            </a:extLst>
          </p:cNvPr>
          <p:cNvCxnSpPr/>
          <p:nvPr/>
        </p:nvCxnSpPr>
        <p:spPr>
          <a:xfrm>
            <a:off x="7282320" y="2987683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BC244664-A980-70E3-673D-8BD5250403B8}"/>
              </a:ext>
            </a:extLst>
          </p:cNvPr>
          <p:cNvCxnSpPr/>
          <p:nvPr/>
        </p:nvCxnSpPr>
        <p:spPr>
          <a:xfrm>
            <a:off x="7271590" y="204330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/>
              <p:nvPr/>
            </p:nvSpPr>
            <p:spPr>
              <a:xfrm>
                <a:off x="7314015" y="2019996"/>
                <a:ext cx="2479653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FC</m:t>
                        </m:r>
                        <m:r>
                          <a:rPr kumimoji="1" lang="en-US" altLang="ja-JP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ja-JP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>
                    <a:solidFill>
                      <a:srgbClr val="0000FF"/>
                    </a:solidFill>
                    <a:latin typeface="Yu Mincho" panose="02020400000000000000" pitchFamily="18" charset="-128"/>
                    <a:ea typeface="Yu Mincho" panose="02020400000000000000" pitchFamily="18" charset="-128"/>
                  </a:rPr>
                  <a:t>(</a:t>
                </a:r>
                <a:r>
                  <a:rPr kumimoji="1" lang="ja-JP" altLang="en-US">
                    <a:solidFill>
                      <a:srgbClr val="0000FF"/>
                    </a:solidFill>
                    <a:latin typeface="Yu Mincho" panose="02020400000000000000" pitchFamily="18" charset="-128"/>
                    <a:ea typeface="Yu Mincho" panose="02020400000000000000" pitchFamily="18" charset="-128"/>
                  </a:rPr>
                  <a:t>負の値もとる</a:t>
                </a:r>
                <a:r>
                  <a:rPr kumimoji="1" lang="en-US" altLang="ja-JP" dirty="0">
                    <a:solidFill>
                      <a:srgbClr val="0000FF"/>
                    </a:solidFill>
                    <a:latin typeface="Yu Mincho" panose="02020400000000000000" pitchFamily="18" charset="-128"/>
                    <a:ea typeface="Yu Mincho" panose="02020400000000000000" pitchFamily="18" charset="-128"/>
                  </a:rPr>
                  <a:t>)</a:t>
                </a:r>
                <a:endParaRPr kumimoji="1" lang="ja-JP" altLang="en-US">
                  <a:solidFill>
                    <a:srgbClr val="0000FF"/>
                  </a:solidFill>
                  <a:latin typeface="Yu Mincho" panose="02020400000000000000" pitchFamily="18" charset="-128"/>
                  <a:ea typeface="Yu Mincho" panose="02020400000000000000" pitchFamily="18" charset="-128"/>
                </a:endParaRPr>
              </a:p>
            </p:txBody>
          </p:sp>
        </mc:Choice>
        <mc:Fallback xmlns="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015" y="2019996"/>
                <a:ext cx="2479653" cy="297261"/>
              </a:xfrm>
              <a:prstGeom prst="rect">
                <a:avLst/>
              </a:prstGeom>
              <a:blipFill>
                <a:blip r:embed="rId19"/>
                <a:stretch>
                  <a:fillRect l="-2551" t="-16000" r="-4592" b="-4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/>
              <p:nvPr/>
            </p:nvSpPr>
            <p:spPr>
              <a:xfrm>
                <a:off x="6572782" y="1512419"/>
                <a:ext cx="363112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82" y="1512419"/>
                <a:ext cx="363112" cy="312458"/>
              </a:xfrm>
              <a:prstGeom prst="rect">
                <a:avLst/>
              </a:prstGeom>
              <a:blipFill>
                <a:blip r:embed="rId20"/>
                <a:stretch>
                  <a:fillRect l="-13333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/>
              <p:nvPr/>
            </p:nvSpPr>
            <p:spPr>
              <a:xfrm>
                <a:off x="7472870" y="957549"/>
                <a:ext cx="363112" cy="300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p/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870" y="957549"/>
                <a:ext cx="363112" cy="300660"/>
              </a:xfrm>
              <a:prstGeom prst="rect">
                <a:avLst/>
              </a:prstGeom>
              <a:blipFill>
                <a:blip r:embed="rId21"/>
                <a:stretch>
                  <a:fillRect l="-13793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/>
              <p:nvPr/>
            </p:nvSpPr>
            <p:spPr>
              <a:xfrm>
                <a:off x="6601672" y="957432"/>
                <a:ext cx="414344" cy="283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672" y="957432"/>
                <a:ext cx="414344" cy="283539"/>
              </a:xfrm>
              <a:prstGeom prst="rect">
                <a:avLst/>
              </a:prstGeom>
              <a:blipFill>
                <a:blip r:embed="rId30"/>
                <a:stretch>
                  <a:fillRect l="-5882" t="-4348" r="-29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/>
              <p:nvPr/>
            </p:nvSpPr>
            <p:spPr>
              <a:xfrm>
                <a:off x="7016262" y="952748"/>
                <a:ext cx="431977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262" y="952748"/>
                <a:ext cx="431977" cy="281937"/>
              </a:xfrm>
              <a:prstGeom prst="rect">
                <a:avLst/>
              </a:prstGeom>
              <a:blipFill>
                <a:blip r:embed="rId31"/>
                <a:stretch>
                  <a:fillRect l="-5714" t="-4167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/>
              <p:nvPr/>
            </p:nvSpPr>
            <p:spPr>
              <a:xfrm>
                <a:off x="4522953" y="940412"/>
                <a:ext cx="6507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953" y="940412"/>
                <a:ext cx="650737" cy="37427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D8D4695-2781-EF77-7855-091A41EF9B8F}"/>
              </a:ext>
            </a:extLst>
          </p:cNvPr>
          <p:cNvCxnSpPr/>
          <p:nvPr/>
        </p:nvCxnSpPr>
        <p:spPr>
          <a:xfrm>
            <a:off x="2805977" y="246612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/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blipFill>
                <a:blip r:embed="rId33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DA2F393-13C4-D533-294A-802B0DD2BD22}"/>
              </a:ext>
            </a:extLst>
          </p:cNvPr>
          <p:cNvCxnSpPr/>
          <p:nvPr/>
        </p:nvCxnSpPr>
        <p:spPr>
          <a:xfrm>
            <a:off x="2948025" y="406446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/>
              <p:nvPr/>
            </p:nvSpPr>
            <p:spPr>
              <a:xfrm>
                <a:off x="2439817" y="4059990"/>
                <a:ext cx="465064" cy="31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817" y="4059990"/>
                <a:ext cx="465064" cy="312265"/>
              </a:xfrm>
              <a:prstGeom prst="rect">
                <a:avLst/>
              </a:prstGeom>
              <a:blipFill>
                <a:blip r:embed="rId34"/>
                <a:stretch>
                  <a:fillRect l="-5405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FE637349-EB19-BF03-4A01-653C252B079E}"/>
              </a:ext>
            </a:extLst>
          </p:cNvPr>
          <p:cNvCxnSpPr/>
          <p:nvPr/>
        </p:nvCxnSpPr>
        <p:spPr>
          <a:xfrm>
            <a:off x="4791370" y="4092090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/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blipFill>
                <a:blip r:embed="rId35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AAD1DAB-DB60-4ED9-A193-AB263D25E792}"/>
              </a:ext>
            </a:extLst>
          </p:cNvPr>
          <p:cNvCxnSpPr/>
          <p:nvPr/>
        </p:nvCxnSpPr>
        <p:spPr>
          <a:xfrm>
            <a:off x="6512170" y="410566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/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blipFill>
                <a:blip r:embed="rId36"/>
                <a:stretch>
                  <a:fillRect l="-2703" t="-4000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AE49E4A1-545C-A14E-7819-3B1EB7DAFCF6}"/>
              </a:ext>
            </a:extLst>
          </p:cNvPr>
          <p:cNvCxnSpPr/>
          <p:nvPr/>
        </p:nvCxnSpPr>
        <p:spPr>
          <a:xfrm>
            <a:off x="7524078" y="2469672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/>
              <p:nvPr/>
            </p:nvSpPr>
            <p:spPr>
              <a:xfrm>
                <a:off x="7578078" y="2446367"/>
                <a:ext cx="429798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078" y="2446367"/>
                <a:ext cx="429798" cy="314510"/>
              </a:xfrm>
              <a:prstGeom prst="rect">
                <a:avLst/>
              </a:prstGeom>
              <a:blipFill>
                <a:blip r:embed="rId37"/>
                <a:stretch>
                  <a:fillRect l="-5714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1008F067-DFCC-8F14-64B2-C9A97080180E}"/>
              </a:ext>
            </a:extLst>
          </p:cNvPr>
          <p:cNvCxnSpPr/>
          <p:nvPr/>
        </p:nvCxnSpPr>
        <p:spPr>
          <a:xfrm>
            <a:off x="6763067" y="2482311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/>
              <p:nvPr/>
            </p:nvSpPr>
            <p:spPr>
              <a:xfrm>
                <a:off x="6292513" y="2475297"/>
                <a:ext cx="44743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513" y="2475297"/>
                <a:ext cx="447430" cy="310983"/>
              </a:xfrm>
              <a:prstGeom prst="rect">
                <a:avLst/>
              </a:prstGeom>
              <a:blipFill>
                <a:blip r:embed="rId38"/>
                <a:stretch>
                  <a:fillRect l="-5556" r="-2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/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465" y="927435"/>
                <a:ext cx="650737" cy="386068"/>
              </a:xfrm>
              <a:prstGeom prst="rect">
                <a:avLst/>
              </a:prstGeom>
              <a:blipFill>
                <a:blip r:embed="rId3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/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513" y="927435"/>
                <a:ext cx="650737" cy="386068"/>
              </a:xfrm>
              <a:prstGeom prst="rect">
                <a:avLst/>
              </a:prstGeom>
              <a:blipFill>
                <a:blip r:embed="rId4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3C6FEB59-60F2-3034-48A7-1BAAE1491C49}"/>
                  </a:ext>
                </a:extLst>
              </p:cNvPr>
              <p:cNvSpPr txBox="1"/>
              <p:nvPr/>
            </p:nvSpPr>
            <p:spPr>
              <a:xfrm>
                <a:off x="2697696" y="3642140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3C6FEB59-60F2-3034-48A7-1BAAE1491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696" y="3642140"/>
                <a:ext cx="430439" cy="295017"/>
              </a:xfrm>
              <a:prstGeom prst="rect">
                <a:avLst/>
              </a:prstGeom>
              <a:blipFill>
                <a:blip r:embed="rId41"/>
                <a:stretch>
                  <a:fillRect l="-11429" r="-2857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F359DDA-0C48-9A22-E764-AE978ED47F24}"/>
                  </a:ext>
                </a:extLst>
              </p:cNvPr>
              <p:cNvSpPr txBox="1"/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F359DDA-0C48-9A22-E764-AE978ED47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blipFill>
                <a:blip r:embed="rId42"/>
                <a:stretch>
                  <a:fillRect l="-11765" t="-4167" r="-294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9391992-74F8-53B2-383A-946A9C8DDCF4}"/>
                  </a:ext>
                </a:extLst>
              </p:cNvPr>
              <p:cNvSpPr txBox="1"/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9391992-74F8-53B2-383A-946A9C8DD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blipFill>
                <a:blip r:embed="rId43"/>
                <a:stretch>
                  <a:fillRect l="-11765" t="-4167" r="-2941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349EC1A-167F-27D6-6C6A-1B16B2D58279}"/>
                  </a:ext>
                </a:extLst>
              </p:cNvPr>
              <p:cNvSpPr txBox="1"/>
              <p:nvPr/>
            </p:nvSpPr>
            <p:spPr>
              <a:xfrm>
                <a:off x="7333045" y="2964378"/>
                <a:ext cx="2612382" cy="574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ja-JP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ja-JP" dirty="0">
                          <a:solidFill>
                            <a:srgbClr val="0000FF"/>
                          </a:solidFill>
                          <a:latin typeface="Yu Mincho" panose="02020400000000000000" pitchFamily="18" charset="-128"/>
                          <a:ea typeface="Yu Mincho" panose="02020400000000000000" pitchFamily="18" charset="-128"/>
                        </a:rPr>
                        <m:t>(</m:t>
                      </m:r>
                      <m:r>
                        <m:rPr>
                          <m:nor/>
                        </m:rPr>
                        <a:rPr lang="ja-JP" altLang="en-US">
                          <a:solidFill>
                            <a:srgbClr val="0000FF"/>
                          </a:solidFill>
                          <a:latin typeface="Yu Mincho" panose="02020400000000000000" pitchFamily="18" charset="-128"/>
                          <a:ea typeface="Yu Mincho" panose="02020400000000000000" pitchFamily="18" charset="-128"/>
                        </a:rPr>
                        <m:t>負の値もとる</m:t>
                      </m:r>
                      <m:r>
                        <m:rPr>
                          <m:nor/>
                        </m:rPr>
                        <a:rPr lang="en-US" altLang="ja-JP" dirty="0">
                          <a:solidFill>
                            <a:srgbClr val="0000FF"/>
                          </a:solidFill>
                          <a:latin typeface="Yu Mincho" panose="02020400000000000000" pitchFamily="18" charset="-128"/>
                          <a:ea typeface="Yu Mincho" panose="02020400000000000000" pitchFamily="18" charset="-128"/>
                        </a:rPr>
                        <m:t>)</m:t>
                      </m:r>
                    </m:oMath>
                  </m:oMathPara>
                </a14:m>
                <a:endParaRPr lang="ja-JP" altLang="en-US">
                  <a:solidFill>
                    <a:srgbClr val="0000FF"/>
                  </a:solidFill>
                </a:endParaRPr>
              </a:p>
              <a:p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349EC1A-167F-27D6-6C6A-1B16B2D58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045" y="2964378"/>
                <a:ext cx="2612382" cy="574260"/>
              </a:xfrm>
              <a:prstGeom prst="rect">
                <a:avLst/>
              </a:prstGeom>
              <a:blipFill>
                <a:blip r:embed="rId44"/>
                <a:stretch>
                  <a:fillRect t="-6522" r="-19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D9408EC-5902-0997-6369-8E9229122C83}"/>
                  </a:ext>
                </a:extLst>
              </p:cNvPr>
              <p:cNvSpPr txBox="1"/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D9408EC-5902-0997-6369-8E9229122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blipFill>
                <a:blip r:embed="rId45"/>
                <a:stretch>
                  <a:fillRect l="-11765" t="-4167" r="-294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144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円/楕円 74">
            <a:extLst>
              <a:ext uri="{FF2B5EF4-FFF2-40B4-BE49-F238E27FC236}">
                <a16:creationId xmlns:a16="http://schemas.microsoft.com/office/drawing/2014/main" id="{C414AB88-4CEB-DEA9-A2E8-8113786FD128}"/>
              </a:ext>
            </a:extLst>
          </p:cNvPr>
          <p:cNvSpPr/>
          <p:nvPr/>
        </p:nvSpPr>
        <p:spPr>
          <a:xfrm>
            <a:off x="7627528" y="1048773"/>
            <a:ext cx="711944" cy="6577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円柱 61">
            <a:extLst>
              <a:ext uri="{FF2B5EF4-FFF2-40B4-BE49-F238E27FC236}">
                <a16:creationId xmlns:a16="http://schemas.microsoft.com/office/drawing/2014/main" id="{C7EE8EC4-76CF-C907-4AB6-CC93AC6B55B6}"/>
              </a:ext>
            </a:extLst>
          </p:cNvPr>
          <p:cNvSpPr/>
          <p:nvPr/>
        </p:nvSpPr>
        <p:spPr>
          <a:xfrm>
            <a:off x="8201993" y="1301966"/>
            <a:ext cx="407324" cy="655787"/>
          </a:xfrm>
          <a:prstGeom prst="can">
            <a:avLst>
              <a:gd name="adj" fmla="val 51584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F3B8485-DDA5-6B09-DEBF-62F49B043657}"/>
              </a:ext>
            </a:extLst>
          </p:cNvPr>
          <p:cNvSpPr/>
          <p:nvPr/>
        </p:nvSpPr>
        <p:spPr>
          <a:xfrm>
            <a:off x="7368855" y="1183792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B57859-4F29-13C4-5C7F-B760632902D9}"/>
              </a:ext>
            </a:extLst>
          </p:cNvPr>
          <p:cNvSpPr/>
          <p:nvPr/>
        </p:nvSpPr>
        <p:spPr>
          <a:xfrm>
            <a:off x="1485216" y="3386956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14277E4-B48A-98F3-FE34-BECFA859ABE7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1737216" y="3512956"/>
            <a:ext cx="7865597" cy="420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円/楕円 6">
            <a:extLst>
              <a:ext uri="{FF2B5EF4-FFF2-40B4-BE49-F238E27FC236}">
                <a16:creationId xmlns:a16="http://schemas.microsoft.com/office/drawing/2014/main" id="{75ED679D-FF7C-0045-8CEF-DC2510987D6F}"/>
              </a:ext>
            </a:extLst>
          </p:cNvPr>
          <p:cNvSpPr/>
          <p:nvPr/>
        </p:nvSpPr>
        <p:spPr>
          <a:xfrm>
            <a:off x="2397999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A249D05-BF45-4568-FE48-5C54145C9722}"/>
              </a:ext>
            </a:extLst>
          </p:cNvPr>
          <p:cNvCxnSpPr>
            <a:cxnSpLocks/>
          </p:cNvCxnSpPr>
          <p:nvPr/>
        </p:nvCxnSpPr>
        <p:spPr>
          <a:xfrm>
            <a:off x="2451999" y="2787916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CBB1B8-3C67-FBE0-3CF9-99D52BAF9724}"/>
              </a:ext>
            </a:extLst>
          </p:cNvPr>
          <p:cNvSpPr/>
          <p:nvPr/>
        </p:nvSpPr>
        <p:spPr>
          <a:xfrm>
            <a:off x="2203570" y="242791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/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FA8187-EADC-35C5-2A43-1AA109CC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70" y="2427916"/>
                <a:ext cx="507703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EE6A96D-008D-1636-C01E-63FBE0A8AD35}"/>
              </a:ext>
            </a:extLst>
          </p:cNvPr>
          <p:cNvCxnSpPr>
            <a:cxnSpLocks/>
          </p:cNvCxnSpPr>
          <p:nvPr/>
        </p:nvCxnSpPr>
        <p:spPr>
          <a:xfrm>
            <a:off x="2451998" y="1937657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652BCFFE-58E7-17AB-B501-E7F8E9CCC480}"/>
              </a:ext>
            </a:extLst>
          </p:cNvPr>
          <p:cNvSpPr/>
          <p:nvPr/>
        </p:nvSpPr>
        <p:spPr>
          <a:xfrm>
            <a:off x="2171806" y="1379974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/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B6DAECD-0BFB-41C2-B222-A7448505B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383" y="1500165"/>
                <a:ext cx="511807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円/楕円 19">
            <a:extLst>
              <a:ext uri="{FF2B5EF4-FFF2-40B4-BE49-F238E27FC236}">
                <a16:creationId xmlns:a16="http://schemas.microsoft.com/office/drawing/2014/main" id="{89606024-F7A9-8A5A-BD58-CB1F7936B4BB}"/>
              </a:ext>
            </a:extLst>
          </p:cNvPr>
          <p:cNvSpPr/>
          <p:nvPr/>
        </p:nvSpPr>
        <p:spPr>
          <a:xfrm>
            <a:off x="3311453" y="347414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9B93D07-6262-0912-2B85-5F80B0092A4F}"/>
              </a:ext>
            </a:extLst>
          </p:cNvPr>
          <p:cNvCxnSpPr>
            <a:cxnSpLocks/>
          </p:cNvCxnSpPr>
          <p:nvPr/>
        </p:nvCxnSpPr>
        <p:spPr>
          <a:xfrm>
            <a:off x="3365453" y="358214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B13FEE8-51A1-C560-754F-286282B2B4FC}"/>
              </a:ext>
            </a:extLst>
          </p:cNvPr>
          <p:cNvSpPr/>
          <p:nvPr/>
        </p:nvSpPr>
        <p:spPr>
          <a:xfrm>
            <a:off x="3111601" y="404115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/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69C05C1-A689-BF74-2124-6168BF995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940" y="4043037"/>
                <a:ext cx="640753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7E0A024-73B7-F5BC-841E-719AEDC18291}"/>
              </a:ext>
            </a:extLst>
          </p:cNvPr>
          <p:cNvCxnSpPr>
            <a:cxnSpLocks/>
          </p:cNvCxnSpPr>
          <p:nvPr/>
        </p:nvCxnSpPr>
        <p:spPr>
          <a:xfrm>
            <a:off x="3360029" y="440115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フレーム 25">
            <a:extLst>
              <a:ext uri="{FF2B5EF4-FFF2-40B4-BE49-F238E27FC236}">
                <a16:creationId xmlns:a16="http://schemas.microsoft.com/office/drawing/2014/main" id="{888D3636-5CEB-DEF2-DAE7-900AAE7CB35F}"/>
              </a:ext>
            </a:extLst>
          </p:cNvPr>
          <p:cNvSpPr/>
          <p:nvPr/>
        </p:nvSpPr>
        <p:spPr>
          <a:xfrm>
            <a:off x="3091447" y="486075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/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7EB081C8-24EE-4A0E-B4CE-6391B3B1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024" y="4980941"/>
                <a:ext cx="529247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円/楕円 27">
            <a:extLst>
              <a:ext uri="{FF2B5EF4-FFF2-40B4-BE49-F238E27FC236}">
                <a16:creationId xmlns:a16="http://schemas.microsoft.com/office/drawing/2014/main" id="{E4276BB0-39CF-4DFA-3F15-8CD06268024C}"/>
              </a:ext>
            </a:extLst>
          </p:cNvPr>
          <p:cNvSpPr/>
          <p:nvPr/>
        </p:nvSpPr>
        <p:spPr>
          <a:xfrm>
            <a:off x="4347048" y="347686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91D7F4-388F-8153-C19A-7CF18EB0E587}"/>
              </a:ext>
            </a:extLst>
          </p:cNvPr>
          <p:cNvCxnSpPr>
            <a:cxnSpLocks/>
          </p:cNvCxnSpPr>
          <p:nvPr/>
        </p:nvCxnSpPr>
        <p:spPr>
          <a:xfrm>
            <a:off x="4401048" y="3584861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A45A7A-ADBA-2492-6CEE-685A3C8CBB44}"/>
              </a:ext>
            </a:extLst>
          </p:cNvPr>
          <p:cNvSpPr/>
          <p:nvPr/>
        </p:nvSpPr>
        <p:spPr>
          <a:xfrm>
            <a:off x="4147196" y="4043876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/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1BAAAF8-AF8B-9A45-DB8C-489B1927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535" y="4045755"/>
                <a:ext cx="639149" cy="374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1711B4D-07F6-237A-E8A0-B483161637EB}"/>
              </a:ext>
            </a:extLst>
          </p:cNvPr>
          <p:cNvCxnSpPr>
            <a:cxnSpLocks/>
          </p:cNvCxnSpPr>
          <p:nvPr/>
        </p:nvCxnSpPr>
        <p:spPr>
          <a:xfrm>
            <a:off x="4395624" y="4403875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フレーム 32">
            <a:extLst>
              <a:ext uri="{FF2B5EF4-FFF2-40B4-BE49-F238E27FC236}">
                <a16:creationId xmlns:a16="http://schemas.microsoft.com/office/drawing/2014/main" id="{A24786AF-E562-08B8-359C-3063F5D1F7FC}"/>
              </a:ext>
            </a:extLst>
          </p:cNvPr>
          <p:cNvSpPr/>
          <p:nvPr/>
        </p:nvSpPr>
        <p:spPr>
          <a:xfrm>
            <a:off x="4127042" y="4863468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/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5FBB14C-260D-2685-A3F3-8B28D5DD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19" y="4983659"/>
                <a:ext cx="527644" cy="3742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円/楕円 34">
            <a:extLst>
              <a:ext uri="{FF2B5EF4-FFF2-40B4-BE49-F238E27FC236}">
                <a16:creationId xmlns:a16="http://schemas.microsoft.com/office/drawing/2014/main" id="{B8B15F07-370C-8369-878C-68EDBD216780}"/>
              </a:ext>
            </a:extLst>
          </p:cNvPr>
          <p:cNvSpPr/>
          <p:nvPr/>
        </p:nvSpPr>
        <p:spPr>
          <a:xfrm>
            <a:off x="5232044" y="347980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C9DDAF0-41F1-E22E-185F-1FCBF0EFD49C}"/>
              </a:ext>
            </a:extLst>
          </p:cNvPr>
          <p:cNvCxnSpPr>
            <a:cxnSpLocks/>
            <a:endCxn id="35" idx="4"/>
          </p:cNvCxnSpPr>
          <p:nvPr/>
        </p:nvCxnSpPr>
        <p:spPr>
          <a:xfrm>
            <a:off x="5286043" y="1943322"/>
            <a:ext cx="1" cy="16444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フレーム 39">
            <a:extLst>
              <a:ext uri="{FF2B5EF4-FFF2-40B4-BE49-F238E27FC236}">
                <a16:creationId xmlns:a16="http://schemas.microsoft.com/office/drawing/2014/main" id="{4C8D3868-567B-64E9-DF54-7121C7679C55}"/>
              </a:ext>
            </a:extLst>
          </p:cNvPr>
          <p:cNvSpPr/>
          <p:nvPr/>
        </p:nvSpPr>
        <p:spPr>
          <a:xfrm>
            <a:off x="5005851" y="1385639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/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DF9B5BE9-9ECA-C7EC-B4A4-97725AB39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690" y="1497156"/>
                <a:ext cx="3767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円/楕円 42">
            <a:extLst>
              <a:ext uri="{FF2B5EF4-FFF2-40B4-BE49-F238E27FC236}">
                <a16:creationId xmlns:a16="http://schemas.microsoft.com/office/drawing/2014/main" id="{0BEE8476-538E-4D98-B791-11B722253C70}"/>
              </a:ext>
            </a:extLst>
          </p:cNvPr>
          <p:cNvSpPr/>
          <p:nvPr/>
        </p:nvSpPr>
        <p:spPr>
          <a:xfrm>
            <a:off x="6093101" y="3498337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FF0B18B-B21F-433F-2E4A-39496F46FC9B}"/>
              </a:ext>
            </a:extLst>
          </p:cNvPr>
          <p:cNvCxnSpPr>
            <a:cxnSpLocks/>
          </p:cNvCxnSpPr>
          <p:nvPr/>
        </p:nvCxnSpPr>
        <p:spPr>
          <a:xfrm>
            <a:off x="6147101" y="3606336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276E33D-193F-081B-A676-33A5803AC207}"/>
              </a:ext>
            </a:extLst>
          </p:cNvPr>
          <p:cNvSpPr/>
          <p:nvPr/>
        </p:nvSpPr>
        <p:spPr>
          <a:xfrm>
            <a:off x="5893249" y="4065351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/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2BAA21-F131-9F43-A82E-DD757753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88" y="4067230"/>
                <a:ext cx="629531" cy="375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61CA108-7EC6-ACD7-0CE8-E36D599C59C4}"/>
              </a:ext>
            </a:extLst>
          </p:cNvPr>
          <p:cNvCxnSpPr>
            <a:cxnSpLocks/>
          </p:cNvCxnSpPr>
          <p:nvPr/>
        </p:nvCxnSpPr>
        <p:spPr>
          <a:xfrm>
            <a:off x="6141677" y="4425350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フレーム 47">
            <a:extLst>
              <a:ext uri="{FF2B5EF4-FFF2-40B4-BE49-F238E27FC236}">
                <a16:creationId xmlns:a16="http://schemas.microsoft.com/office/drawing/2014/main" id="{18D1B3DC-EC20-92EB-8708-73DC64F69CB6}"/>
              </a:ext>
            </a:extLst>
          </p:cNvPr>
          <p:cNvSpPr/>
          <p:nvPr/>
        </p:nvSpPr>
        <p:spPr>
          <a:xfrm>
            <a:off x="5873095" y="4884943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/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5FD1D99-ECDE-0CDB-87DE-36F694D1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672" y="5005134"/>
                <a:ext cx="518027" cy="3758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円/楕円 51">
            <a:extLst>
              <a:ext uri="{FF2B5EF4-FFF2-40B4-BE49-F238E27FC236}">
                <a16:creationId xmlns:a16="http://schemas.microsoft.com/office/drawing/2014/main" id="{A537D358-BFBC-308B-4EB2-09A943B01293}"/>
              </a:ext>
            </a:extLst>
          </p:cNvPr>
          <p:cNvSpPr/>
          <p:nvPr/>
        </p:nvSpPr>
        <p:spPr>
          <a:xfrm>
            <a:off x="7364887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122CD6D-8D72-6A80-D860-46C677EEA234}"/>
              </a:ext>
            </a:extLst>
          </p:cNvPr>
          <p:cNvSpPr/>
          <p:nvPr/>
        </p:nvSpPr>
        <p:spPr>
          <a:xfrm>
            <a:off x="8157227" y="2448012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/>
              <p:nvPr/>
            </p:nvSpPr>
            <p:spPr>
              <a:xfrm>
                <a:off x="8109100" y="2448012"/>
                <a:ext cx="615104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5764B0E-B6E7-AB8B-259E-F42767E54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100" y="2448012"/>
                <a:ext cx="615104" cy="3742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0E66572-4072-D8A2-C6F6-E22A0999C2E5}"/>
              </a:ext>
            </a:extLst>
          </p:cNvPr>
          <p:cNvCxnSpPr>
            <a:cxnSpLocks/>
          </p:cNvCxnSpPr>
          <p:nvPr/>
        </p:nvCxnSpPr>
        <p:spPr>
          <a:xfrm>
            <a:off x="8405655" y="1957753"/>
            <a:ext cx="0" cy="4902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/>
              <p:nvPr/>
            </p:nvSpPr>
            <p:spPr>
              <a:xfrm>
                <a:off x="8149798" y="1539811"/>
                <a:ext cx="50770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E562E27-E6AE-3D6B-C3BA-B6DB9CE6C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798" y="1539811"/>
                <a:ext cx="507703" cy="374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942EC5A-FD43-DB6E-ECA3-24241D58081B}"/>
              </a:ext>
            </a:extLst>
          </p:cNvPr>
          <p:cNvSpPr/>
          <p:nvPr/>
        </p:nvSpPr>
        <p:spPr>
          <a:xfrm>
            <a:off x="9602813" y="3429000"/>
            <a:ext cx="252000" cy="252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162F15E9-267D-4448-848B-3F7CC114FA7A}"/>
              </a:ext>
            </a:extLst>
          </p:cNvPr>
          <p:cNvCxnSpPr/>
          <p:nvPr/>
        </p:nvCxnSpPr>
        <p:spPr>
          <a:xfrm>
            <a:off x="2597583" y="202780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/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613CCD40-B2F2-77D3-3268-2A49649E5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583" y="2004498"/>
                <a:ext cx="425501" cy="293735"/>
              </a:xfrm>
              <a:prstGeom prst="rect">
                <a:avLst/>
              </a:prstGeom>
              <a:blipFill>
                <a:blip r:embed="rId14"/>
                <a:stretch>
                  <a:fillRect l="-11429" t="-41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BAB056A9-FC83-3E3D-7ED6-66AC04FACF25}"/>
              </a:ext>
            </a:extLst>
          </p:cNvPr>
          <p:cNvCxnSpPr/>
          <p:nvPr/>
        </p:nvCxnSpPr>
        <p:spPr>
          <a:xfrm>
            <a:off x="3179768" y="447911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/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C5ED0BD-1709-ABED-4FE9-6F9F8C83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494" y="4468486"/>
                <a:ext cx="430439" cy="295017"/>
              </a:xfrm>
              <a:prstGeom prst="rect">
                <a:avLst/>
              </a:prstGeom>
              <a:blipFill>
                <a:blip r:embed="rId15"/>
                <a:stretch>
                  <a:fillRect l="-11429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A1FC9B09-F91A-1AC7-D0B0-0183B1BDA759}"/>
              </a:ext>
            </a:extLst>
          </p:cNvPr>
          <p:cNvCxnSpPr/>
          <p:nvPr/>
        </p:nvCxnSpPr>
        <p:spPr>
          <a:xfrm>
            <a:off x="4522953" y="447442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/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2A246960-A1E0-5FBC-E63B-FA55DED00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953" y="4451120"/>
                <a:ext cx="428835" cy="293735"/>
              </a:xfrm>
              <a:prstGeom prst="rect">
                <a:avLst/>
              </a:prstGeom>
              <a:blipFill>
                <a:blip r:embed="rId16"/>
                <a:stretch>
                  <a:fillRect l="-11429" t="-4167" r="-285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53AA7598-7BBB-BF13-15A7-841971FE6C01}"/>
              </a:ext>
            </a:extLst>
          </p:cNvPr>
          <p:cNvCxnSpPr/>
          <p:nvPr/>
        </p:nvCxnSpPr>
        <p:spPr>
          <a:xfrm>
            <a:off x="6272339" y="450777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/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B3A76B35-68C8-5D5B-3540-AB3BBB859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339" y="4484474"/>
                <a:ext cx="419217" cy="297261"/>
              </a:xfrm>
              <a:prstGeom prst="rect">
                <a:avLst/>
              </a:prstGeom>
              <a:blipFill>
                <a:blip r:embed="rId17"/>
                <a:stretch>
                  <a:fillRect l="-14706" t="-4167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2B7067D-B071-42A5-E5C8-1B8FAC777269}"/>
                  </a:ext>
                </a:extLst>
              </p:cNvPr>
              <p:cNvSpPr txBox="1"/>
              <p:nvPr/>
            </p:nvSpPr>
            <p:spPr>
              <a:xfrm>
                <a:off x="2728176" y="3642140"/>
                <a:ext cx="430439" cy="295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C2B7067D-B071-42A5-E5C8-1B8FAC777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76" y="3642140"/>
                <a:ext cx="430439" cy="295017"/>
              </a:xfrm>
              <a:prstGeom prst="rect">
                <a:avLst/>
              </a:prstGeom>
              <a:blipFill>
                <a:blip r:embed="rId18"/>
                <a:stretch>
                  <a:fillRect l="-14706" r="-2941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43AB5449-E8EF-F891-816D-E699008C22CB}"/>
              </a:ext>
            </a:extLst>
          </p:cNvPr>
          <p:cNvCxnSpPr/>
          <p:nvPr/>
        </p:nvCxnSpPr>
        <p:spPr>
          <a:xfrm>
            <a:off x="4505635" y="364807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A262C144-BD71-98B3-AE53-FFF71957B639}"/>
                  </a:ext>
                </a:extLst>
              </p:cNvPr>
              <p:cNvSpPr txBox="1"/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A262C144-BD71-98B3-AE53-FFF71957B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35" y="3624774"/>
                <a:ext cx="428835" cy="293735"/>
              </a:xfrm>
              <a:prstGeom prst="rect">
                <a:avLst/>
              </a:prstGeom>
              <a:blipFill>
                <a:blip r:embed="rId19"/>
                <a:stretch>
                  <a:fillRect l="-11765" t="-4167" r="-294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8E2CF977-C4A4-645B-602C-A1CDB3028D46}"/>
              </a:ext>
            </a:extLst>
          </p:cNvPr>
          <p:cNvCxnSpPr/>
          <p:nvPr/>
        </p:nvCxnSpPr>
        <p:spPr>
          <a:xfrm>
            <a:off x="6255021" y="368143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525B6523-2FD9-8E9F-FBC0-A0DA309D94D1}"/>
                  </a:ext>
                </a:extLst>
              </p:cNvPr>
              <p:cNvSpPr txBox="1"/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525B6523-2FD9-8E9F-FBC0-A0DA309D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021" y="3658128"/>
                <a:ext cx="419217" cy="297261"/>
              </a:xfrm>
              <a:prstGeom prst="rect">
                <a:avLst/>
              </a:prstGeom>
              <a:blipFill>
                <a:blip r:embed="rId20"/>
                <a:stretch>
                  <a:fillRect l="-11765" t="-4167" r="-2941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5E9C8889-B5A9-95A9-FFCE-AB98AE9474D2}"/>
              </a:ext>
            </a:extLst>
          </p:cNvPr>
          <p:cNvCxnSpPr/>
          <p:nvPr/>
        </p:nvCxnSpPr>
        <p:spPr>
          <a:xfrm>
            <a:off x="3163652" y="3627191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0AA7E898-2DA3-6330-A36A-BF9A57F86E9F}"/>
              </a:ext>
            </a:extLst>
          </p:cNvPr>
          <p:cNvCxnSpPr/>
          <p:nvPr/>
        </p:nvCxnSpPr>
        <p:spPr>
          <a:xfrm>
            <a:off x="2594249" y="297390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5DB11E36-25E7-6EC1-7245-53B749BB25B9}"/>
                  </a:ext>
                </a:extLst>
              </p:cNvPr>
              <p:cNvSpPr txBox="1"/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5DB11E36-25E7-6EC1-7245-53B749BB2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249" y="2950604"/>
                <a:ext cx="425501" cy="293735"/>
              </a:xfrm>
              <a:prstGeom prst="rect">
                <a:avLst/>
              </a:prstGeom>
              <a:blipFill>
                <a:blip r:embed="rId21"/>
                <a:stretch>
                  <a:fillRect l="-11765" t="-4167" r="-294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/>
              <p:nvPr/>
            </p:nvSpPr>
            <p:spPr>
              <a:xfrm>
                <a:off x="4715508" y="2478720"/>
                <a:ext cx="416460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A7845529-A0B6-CE17-840A-6CCE4657B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508" y="2478720"/>
                <a:ext cx="416460" cy="293735"/>
              </a:xfrm>
              <a:prstGeom prst="rect">
                <a:avLst/>
              </a:prstGeom>
              <a:blipFill>
                <a:blip r:embed="rId22"/>
                <a:stretch>
                  <a:fillRect l="-5882" t="-4167" r="-294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0996C36-2C2F-689B-50F2-E95213014675}"/>
              </a:ext>
            </a:extLst>
          </p:cNvPr>
          <p:cNvCxnSpPr/>
          <p:nvPr/>
        </p:nvCxnSpPr>
        <p:spPr>
          <a:xfrm>
            <a:off x="5150984" y="2463771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2B5688F3-11E0-14B0-E656-FFEC3933CE19}"/>
                  </a:ext>
                </a:extLst>
              </p:cNvPr>
              <p:cNvSpPr txBox="1"/>
              <p:nvPr/>
            </p:nvSpPr>
            <p:spPr>
              <a:xfrm>
                <a:off x="7733752" y="2995086"/>
                <a:ext cx="531940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  <m: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2B5688F3-11E0-14B0-E656-FFEC3933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752" y="2995086"/>
                <a:ext cx="531940" cy="293735"/>
              </a:xfrm>
              <a:prstGeom prst="rect">
                <a:avLst/>
              </a:prstGeom>
              <a:blipFill>
                <a:blip r:embed="rId23"/>
                <a:stretch>
                  <a:fillRect l="-4762" r="-2381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0509B082-5469-F26C-8840-BBB00B6B80DF}"/>
              </a:ext>
            </a:extLst>
          </p:cNvPr>
          <p:cNvCxnSpPr/>
          <p:nvPr/>
        </p:nvCxnSpPr>
        <p:spPr>
          <a:xfrm>
            <a:off x="8271639" y="2980137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2A7080B4-3211-CD46-9B57-4F8A1C85073F}"/>
              </a:ext>
            </a:extLst>
          </p:cNvPr>
          <p:cNvCxnSpPr/>
          <p:nvPr/>
        </p:nvCxnSpPr>
        <p:spPr>
          <a:xfrm>
            <a:off x="8540687" y="2987683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93231917-E4FB-F290-522E-A73A5CE36D7C}"/>
                  </a:ext>
                </a:extLst>
              </p:cNvPr>
              <p:cNvSpPr txBox="1"/>
              <p:nvPr/>
            </p:nvSpPr>
            <p:spPr>
              <a:xfrm>
                <a:off x="8594687" y="2964378"/>
                <a:ext cx="514307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93231917-E4FB-F290-522E-A73A5CE36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687" y="2964378"/>
                <a:ext cx="514307" cy="297261"/>
              </a:xfrm>
              <a:prstGeom prst="rect">
                <a:avLst/>
              </a:prstGeom>
              <a:blipFill>
                <a:blip r:embed="rId24"/>
                <a:stretch>
                  <a:fillRect l="-4762" t="-4167" r="-238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/>
              <p:nvPr/>
            </p:nvSpPr>
            <p:spPr>
              <a:xfrm>
                <a:off x="7723022" y="2050704"/>
                <a:ext cx="531940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32337C72-05DA-9CA7-A639-55BF6BAC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022" y="2050704"/>
                <a:ext cx="531940" cy="293735"/>
              </a:xfrm>
              <a:prstGeom prst="rect">
                <a:avLst/>
              </a:prstGeom>
              <a:blipFill>
                <a:blip r:embed="rId25"/>
                <a:stretch>
                  <a:fillRect l="-4762" t="-4167" r="-4762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95B51597-5633-178A-54BD-09E03D760A1F}"/>
              </a:ext>
            </a:extLst>
          </p:cNvPr>
          <p:cNvCxnSpPr/>
          <p:nvPr/>
        </p:nvCxnSpPr>
        <p:spPr>
          <a:xfrm>
            <a:off x="8260909" y="2035755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BC244664-A980-70E3-673D-8BD5250403B8}"/>
              </a:ext>
            </a:extLst>
          </p:cNvPr>
          <p:cNvCxnSpPr/>
          <p:nvPr/>
        </p:nvCxnSpPr>
        <p:spPr>
          <a:xfrm>
            <a:off x="8529957" y="204330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/>
              <p:nvPr/>
            </p:nvSpPr>
            <p:spPr>
              <a:xfrm>
                <a:off x="8583957" y="2019996"/>
                <a:ext cx="514308" cy="29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  <m: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8A09BBF9-DF16-A8EF-CFD1-D9E1D5DD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957" y="2019996"/>
                <a:ext cx="514308" cy="297261"/>
              </a:xfrm>
              <a:prstGeom prst="rect">
                <a:avLst/>
              </a:prstGeom>
              <a:blipFill>
                <a:blip r:embed="rId26"/>
                <a:stretch>
                  <a:fillRect l="-4762" r="-2381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/>
              <p:nvPr/>
            </p:nvSpPr>
            <p:spPr>
              <a:xfrm>
                <a:off x="8682941" y="1471249"/>
                <a:ext cx="307007" cy="29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6220A6E2-9A99-83A7-8C43-7CFCF18F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941" y="1471249"/>
                <a:ext cx="307007" cy="293735"/>
              </a:xfrm>
              <a:prstGeom prst="rect">
                <a:avLst/>
              </a:prstGeom>
              <a:blipFill>
                <a:blip r:embed="rId27"/>
                <a:stretch>
                  <a:fillRect l="-16000" r="-4000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/>
              <p:nvPr/>
            </p:nvSpPr>
            <p:spPr>
              <a:xfrm>
                <a:off x="9528888" y="1155488"/>
                <a:ext cx="307007" cy="283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598E5D4C-E5D4-2C21-148C-E5AEBF0F3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888" y="1155488"/>
                <a:ext cx="307007" cy="283091"/>
              </a:xfrm>
              <a:prstGeom prst="rect">
                <a:avLst/>
              </a:prstGeom>
              <a:blipFill>
                <a:blip r:embed="rId28"/>
                <a:stretch>
                  <a:fillRect l="-16000" t="-8696" r="-4000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/>
              <p:nvPr/>
            </p:nvSpPr>
            <p:spPr>
              <a:xfrm>
                <a:off x="8657690" y="1155371"/>
                <a:ext cx="414344" cy="283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0D1EE2A6-6136-CB21-5EB2-840E71DD8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7690" y="1155371"/>
                <a:ext cx="414344" cy="283539"/>
              </a:xfrm>
              <a:prstGeom prst="rect">
                <a:avLst/>
              </a:prstGeom>
              <a:blipFill>
                <a:blip r:embed="rId29"/>
                <a:stretch>
                  <a:fillRect l="-5882" t="-8696" r="-29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/>
              <p:nvPr/>
            </p:nvSpPr>
            <p:spPr>
              <a:xfrm>
                <a:off x="9072280" y="1150687"/>
                <a:ext cx="431977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926D2EF-B1BE-8371-85D6-4D6D906F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280" y="1150687"/>
                <a:ext cx="431977" cy="281937"/>
              </a:xfrm>
              <a:prstGeom prst="rect">
                <a:avLst/>
              </a:prstGeom>
              <a:blipFill>
                <a:blip r:embed="rId30"/>
                <a:stretch>
                  <a:fillRect l="-5714" t="-4348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/>
              <p:nvPr/>
            </p:nvSpPr>
            <p:spPr>
              <a:xfrm>
                <a:off x="4574323" y="908857"/>
                <a:ext cx="6507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p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BE828F78-BD16-423E-034F-4B938C8F3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323" y="908857"/>
                <a:ext cx="650737" cy="37427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D8D4695-2781-EF77-7855-091A41EF9B8F}"/>
              </a:ext>
            </a:extLst>
          </p:cNvPr>
          <p:cNvCxnSpPr/>
          <p:nvPr/>
        </p:nvCxnSpPr>
        <p:spPr>
          <a:xfrm>
            <a:off x="2805977" y="2466129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/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69E15EBF-5593-1156-BC1C-7E3A59B2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77" y="2442824"/>
                <a:ext cx="368627" cy="310983"/>
              </a:xfrm>
              <a:prstGeom prst="rect">
                <a:avLst/>
              </a:prstGeom>
              <a:blipFill>
                <a:blip r:embed="rId32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DA2F393-13C4-D533-294A-802B0DD2BD22}"/>
              </a:ext>
            </a:extLst>
          </p:cNvPr>
          <p:cNvCxnSpPr/>
          <p:nvPr/>
        </p:nvCxnSpPr>
        <p:spPr>
          <a:xfrm>
            <a:off x="2948025" y="4064463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/>
              <p:nvPr/>
            </p:nvSpPr>
            <p:spPr>
              <a:xfrm>
                <a:off x="2433693" y="4065025"/>
                <a:ext cx="465064" cy="31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DA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E9A76220-9F8C-FBEA-2EF4-E81F3936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93" y="4065025"/>
                <a:ext cx="465064" cy="312265"/>
              </a:xfrm>
              <a:prstGeom prst="rect">
                <a:avLst/>
              </a:prstGeom>
              <a:blipFill>
                <a:blip r:embed="rId33"/>
                <a:stretch>
                  <a:fillRect l="-5263" t="-4000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FE637349-EB19-BF03-4A01-653C252B079E}"/>
              </a:ext>
            </a:extLst>
          </p:cNvPr>
          <p:cNvCxnSpPr/>
          <p:nvPr/>
        </p:nvCxnSpPr>
        <p:spPr>
          <a:xfrm>
            <a:off x="4791370" y="4092090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/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00EF1EF1-5FF3-9C90-BFBB-A59A14012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24" y="4062781"/>
                <a:ext cx="463460" cy="310983"/>
              </a:xfrm>
              <a:prstGeom prst="rect">
                <a:avLst/>
              </a:prstGeom>
              <a:blipFill>
                <a:blip r:embed="rId34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AAD1DAB-DB60-4ED9-A193-AB263D25E792}"/>
              </a:ext>
            </a:extLst>
          </p:cNvPr>
          <p:cNvCxnSpPr/>
          <p:nvPr/>
        </p:nvCxnSpPr>
        <p:spPr>
          <a:xfrm>
            <a:off x="6512170" y="4105668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/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7E7E7E25-7997-4764-78E7-78C4B4975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124" y="4076359"/>
                <a:ext cx="453842" cy="314510"/>
              </a:xfrm>
              <a:prstGeom prst="rect">
                <a:avLst/>
              </a:prstGeom>
              <a:blipFill>
                <a:blip r:embed="rId35"/>
                <a:stretch>
                  <a:fillRect l="-2703" t="-4000" r="-2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AE49E4A1-545C-A14E-7819-3B1EB7DAFCF6}"/>
              </a:ext>
            </a:extLst>
          </p:cNvPr>
          <p:cNvCxnSpPr/>
          <p:nvPr/>
        </p:nvCxnSpPr>
        <p:spPr>
          <a:xfrm>
            <a:off x="8782445" y="2469672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/>
              <p:nvPr/>
            </p:nvSpPr>
            <p:spPr>
              <a:xfrm>
                <a:off x="8836445" y="2446367"/>
                <a:ext cx="429798" cy="31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FC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DA6AB188-A40E-B11F-05DF-67348904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445" y="2446367"/>
                <a:ext cx="429798" cy="314510"/>
              </a:xfrm>
              <a:prstGeom prst="rect">
                <a:avLst/>
              </a:prstGeom>
              <a:blipFill>
                <a:blip r:embed="rId36"/>
                <a:stretch>
                  <a:fillRect l="-8824" r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1008F067-DFCC-8F14-64B2-C9A97080180E}"/>
              </a:ext>
            </a:extLst>
          </p:cNvPr>
          <p:cNvCxnSpPr/>
          <p:nvPr/>
        </p:nvCxnSpPr>
        <p:spPr>
          <a:xfrm>
            <a:off x="8021434" y="2482311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/>
              <p:nvPr/>
            </p:nvSpPr>
            <p:spPr>
              <a:xfrm>
                <a:off x="7569000" y="2475297"/>
                <a:ext cx="447430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632AA31E-BEE8-D04E-8585-FCD194199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00" y="2475297"/>
                <a:ext cx="447430" cy="310983"/>
              </a:xfrm>
              <a:prstGeom prst="rect">
                <a:avLst/>
              </a:prstGeom>
              <a:blipFill>
                <a:blip r:embed="rId37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/>
              <p:nvPr/>
            </p:nvSpPr>
            <p:spPr>
              <a:xfrm>
                <a:off x="4990659" y="875288"/>
                <a:ext cx="650737" cy="386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8B967D46-FC16-03F4-FAE7-4E9B6E6A0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659" y="875288"/>
                <a:ext cx="650737" cy="386068"/>
              </a:xfrm>
              <a:prstGeom prst="rect">
                <a:avLst/>
              </a:prstGeom>
              <a:blipFill>
                <a:blip r:embed="rId3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/>
              <p:nvPr/>
            </p:nvSpPr>
            <p:spPr>
              <a:xfrm>
                <a:off x="5447514" y="880649"/>
                <a:ext cx="575159" cy="387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BYMax</m:t>
                          </m:r>
                        </m:sup>
                      </m:sSubSup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B180EE3C-B00C-F72E-6211-38D14B925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514" y="880649"/>
                <a:ext cx="575159" cy="387542"/>
              </a:xfrm>
              <a:prstGeom prst="rect">
                <a:avLst/>
              </a:prstGeom>
              <a:blipFill>
                <a:blip r:embed="rId39"/>
                <a:stretch>
                  <a:fillRect r="-43478" b="-64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AA1EC6B2-954F-34A0-5002-5A82D0255689}"/>
              </a:ext>
            </a:extLst>
          </p:cNvPr>
          <p:cNvCxnSpPr>
            <a:cxnSpLocks/>
          </p:cNvCxnSpPr>
          <p:nvPr/>
        </p:nvCxnSpPr>
        <p:spPr>
          <a:xfrm>
            <a:off x="7231695" y="1074502"/>
            <a:ext cx="0" cy="486421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テキスト ボックス 133">
                <a:extLst>
                  <a:ext uri="{FF2B5EF4-FFF2-40B4-BE49-F238E27FC236}">
                    <a16:creationId xmlns:a16="http://schemas.microsoft.com/office/drawing/2014/main" id="{80FB4E13-6CFF-F706-AF92-5177617A7B28}"/>
                  </a:ext>
                </a:extLst>
              </p:cNvPr>
              <p:cNvSpPr txBox="1"/>
              <p:nvPr/>
            </p:nvSpPr>
            <p:spPr>
              <a:xfrm>
                <a:off x="6775614" y="1128863"/>
                <a:ext cx="433003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FT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4" name="テキスト ボックス 133">
                <a:extLst>
                  <a:ext uri="{FF2B5EF4-FFF2-40B4-BE49-F238E27FC236}">
                    <a16:creationId xmlns:a16="http://schemas.microsoft.com/office/drawing/2014/main" id="{80FB4E13-6CFF-F706-AF92-5177617A7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614" y="1128863"/>
                <a:ext cx="433003" cy="310983"/>
              </a:xfrm>
              <a:prstGeom prst="rect">
                <a:avLst/>
              </a:prstGeom>
              <a:blipFill>
                <a:blip r:embed="rId40"/>
                <a:stretch>
                  <a:fillRect l="-5714" r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円/楕円 1">
            <a:extLst>
              <a:ext uri="{FF2B5EF4-FFF2-40B4-BE49-F238E27FC236}">
                <a16:creationId xmlns:a16="http://schemas.microsoft.com/office/drawing/2014/main" id="{EB97AFE7-A065-661E-DAA9-51748122374D}"/>
              </a:ext>
            </a:extLst>
          </p:cNvPr>
          <p:cNvSpPr/>
          <p:nvPr/>
        </p:nvSpPr>
        <p:spPr>
          <a:xfrm>
            <a:off x="8346730" y="34942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2424063-8CFB-EDD1-6239-DE9DFFE0718A}"/>
              </a:ext>
            </a:extLst>
          </p:cNvPr>
          <p:cNvCxnSpPr>
            <a:cxnSpLocks/>
          </p:cNvCxnSpPr>
          <p:nvPr/>
        </p:nvCxnSpPr>
        <p:spPr>
          <a:xfrm>
            <a:off x="8400730" y="2808012"/>
            <a:ext cx="0" cy="7402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3B2B623-9B62-905E-AF1C-B932F0BB32FB}"/>
              </a:ext>
            </a:extLst>
          </p:cNvPr>
          <p:cNvCxnSpPr>
            <a:cxnSpLocks/>
          </p:cNvCxnSpPr>
          <p:nvPr/>
        </p:nvCxnSpPr>
        <p:spPr>
          <a:xfrm>
            <a:off x="7422199" y="3611863"/>
            <a:ext cx="0" cy="50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03295C-3AC7-4B34-C8BD-8ABB13473A3D}"/>
              </a:ext>
            </a:extLst>
          </p:cNvPr>
          <p:cNvSpPr/>
          <p:nvPr/>
        </p:nvSpPr>
        <p:spPr>
          <a:xfrm>
            <a:off x="7168347" y="4070878"/>
            <a:ext cx="496857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AF7A841-B1BB-D34D-F8EE-F9A36F8EE0F6}"/>
                  </a:ext>
                </a:extLst>
              </p:cNvPr>
              <p:cNvSpPr txBox="1"/>
              <p:nvPr/>
            </p:nvSpPr>
            <p:spPr>
              <a:xfrm>
                <a:off x="7114686" y="4072757"/>
                <a:ext cx="64716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DD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AF7A841-B1BB-D34D-F8EE-F9A36F8EE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686" y="4072757"/>
                <a:ext cx="647164" cy="37427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0EFD25B-A929-5389-6403-8F690DE27924}"/>
              </a:ext>
            </a:extLst>
          </p:cNvPr>
          <p:cNvCxnSpPr>
            <a:cxnSpLocks/>
          </p:cNvCxnSpPr>
          <p:nvPr/>
        </p:nvCxnSpPr>
        <p:spPr>
          <a:xfrm>
            <a:off x="7416775" y="4430877"/>
            <a:ext cx="0" cy="46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フレーム 15">
            <a:extLst>
              <a:ext uri="{FF2B5EF4-FFF2-40B4-BE49-F238E27FC236}">
                <a16:creationId xmlns:a16="http://schemas.microsoft.com/office/drawing/2014/main" id="{2225B37D-62E7-5E0D-C13B-7627CB4AA85D}"/>
              </a:ext>
            </a:extLst>
          </p:cNvPr>
          <p:cNvSpPr/>
          <p:nvPr/>
        </p:nvSpPr>
        <p:spPr>
          <a:xfrm>
            <a:off x="7148193" y="4890470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69E5E81-FCA6-6B9B-3808-E55892A444F8}"/>
                  </a:ext>
                </a:extLst>
              </p:cNvPr>
              <p:cNvSpPr txBox="1"/>
              <p:nvPr/>
            </p:nvSpPr>
            <p:spPr>
              <a:xfrm>
                <a:off x="7196770" y="5010661"/>
                <a:ext cx="548483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69E5E81-FCA6-6B9B-3808-E55892A4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770" y="5010661"/>
                <a:ext cx="548483" cy="37427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DC7FAC7-11C6-55C9-4655-B315FF6BB9FF}"/>
              </a:ext>
            </a:extLst>
          </p:cNvPr>
          <p:cNvCxnSpPr/>
          <p:nvPr/>
        </p:nvCxnSpPr>
        <p:spPr>
          <a:xfrm>
            <a:off x="7547437" y="4513306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A3D110A-FF2E-FA70-E903-B96C417A2AAE}"/>
                  </a:ext>
                </a:extLst>
              </p:cNvPr>
              <p:cNvSpPr txBox="1"/>
              <p:nvPr/>
            </p:nvSpPr>
            <p:spPr>
              <a:xfrm>
                <a:off x="7601437" y="4490001"/>
                <a:ext cx="447174" cy="300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A3D110A-FF2E-FA70-E903-B96C417A2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437" y="4490001"/>
                <a:ext cx="447174" cy="300339"/>
              </a:xfrm>
              <a:prstGeom prst="rect">
                <a:avLst/>
              </a:prstGeom>
              <a:blipFill>
                <a:blip r:embed="rId43"/>
                <a:stretch>
                  <a:fillRect l="-11111" t="-4000" r="-2778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DBB3E8B1-EF18-5B1C-8E45-7A8CB75031B5}"/>
              </a:ext>
            </a:extLst>
          </p:cNvPr>
          <p:cNvCxnSpPr/>
          <p:nvPr/>
        </p:nvCxnSpPr>
        <p:spPr>
          <a:xfrm>
            <a:off x="7530119" y="3686960"/>
            <a:ext cx="0" cy="3099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813D6D81-FACA-B75F-B413-F607EE0DAE6D}"/>
                  </a:ext>
                </a:extLst>
              </p:cNvPr>
              <p:cNvSpPr txBox="1"/>
              <p:nvPr/>
            </p:nvSpPr>
            <p:spPr>
              <a:xfrm>
                <a:off x="7584119" y="3663655"/>
                <a:ext cx="447174" cy="300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813D6D81-FACA-B75F-B413-F607EE0DA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119" y="3663655"/>
                <a:ext cx="447174" cy="300339"/>
              </a:xfrm>
              <a:prstGeom prst="rect">
                <a:avLst/>
              </a:prstGeom>
              <a:blipFill>
                <a:blip r:embed="rId44"/>
                <a:stretch>
                  <a:fillRect l="-1111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248803D-C3D9-3216-8C0D-E41751764EA9}"/>
              </a:ext>
            </a:extLst>
          </p:cNvPr>
          <p:cNvCxnSpPr/>
          <p:nvPr/>
        </p:nvCxnSpPr>
        <p:spPr>
          <a:xfrm>
            <a:off x="7787268" y="4111195"/>
            <a:ext cx="0" cy="30996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4B1C14C-B98E-0744-BEEC-35EDFC1D9B63}"/>
                  </a:ext>
                </a:extLst>
              </p:cNvPr>
              <p:cNvSpPr txBox="1"/>
              <p:nvPr/>
            </p:nvSpPr>
            <p:spPr>
              <a:xfrm>
                <a:off x="7853222" y="4081886"/>
                <a:ext cx="471475" cy="310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/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4B1C14C-B98E-0744-BEEC-35EDFC1D9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222" y="4081886"/>
                <a:ext cx="471475" cy="310983"/>
              </a:xfrm>
              <a:prstGeom prst="rect">
                <a:avLst/>
              </a:prstGeom>
              <a:blipFill>
                <a:blip r:embed="rId45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C7EC70E2-4546-F999-965C-EA7FCB8503EF}"/>
                  </a:ext>
                </a:extLst>
              </p:cNvPr>
              <p:cNvSpPr txBox="1"/>
              <p:nvPr/>
            </p:nvSpPr>
            <p:spPr>
              <a:xfrm>
                <a:off x="7815517" y="5109310"/>
                <a:ext cx="346185" cy="2990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bSup>
                    </m:oMath>
                  </m:oMathPara>
                </a14:m>
                <a:endParaRPr kumimoji="1" lang="ja-JP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C7EC70E2-4546-F999-965C-EA7FCB850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517" y="5109310"/>
                <a:ext cx="346185" cy="299056"/>
              </a:xfrm>
              <a:prstGeom prst="rect">
                <a:avLst/>
              </a:prstGeom>
              <a:blipFill>
                <a:blip r:embed="rId46"/>
                <a:stretch>
                  <a:fillRect l="-14286" t="-4167" r="-3571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8CD53BAE-90BD-6DAA-D311-4946F3D1380C}"/>
                  </a:ext>
                </a:extLst>
              </p:cNvPr>
              <p:cNvSpPr txBox="1"/>
              <p:nvPr/>
            </p:nvSpPr>
            <p:spPr>
              <a:xfrm>
                <a:off x="9303876" y="4080966"/>
                <a:ext cx="558533" cy="312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</m:sSubSup>
                    </m:oMath>
                  </m:oMathPara>
                </a14:m>
                <a:endParaRPr kumimoji="1" lang="ja-JP" altLang="en-US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8CD53BAE-90BD-6DAA-D311-4946F3D13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876" y="4080966"/>
                <a:ext cx="558533" cy="312458"/>
              </a:xfrm>
              <a:prstGeom prst="rect">
                <a:avLst/>
              </a:prstGeom>
              <a:blipFill>
                <a:blip r:embed="rId47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CDB616E2-6360-05AD-FA67-2292D6251693}"/>
              </a:ext>
            </a:extLst>
          </p:cNvPr>
          <p:cNvCxnSpPr/>
          <p:nvPr/>
        </p:nvCxnSpPr>
        <p:spPr>
          <a:xfrm>
            <a:off x="9343945" y="4111195"/>
            <a:ext cx="0" cy="30996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8097881-85C0-BA1D-E39F-3581B71B4ECF}"/>
              </a:ext>
            </a:extLst>
          </p:cNvPr>
          <p:cNvCxnSpPr>
            <a:cxnSpLocks/>
          </p:cNvCxnSpPr>
          <p:nvPr/>
        </p:nvCxnSpPr>
        <p:spPr>
          <a:xfrm>
            <a:off x="9185189" y="3588967"/>
            <a:ext cx="5433" cy="12801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円/楕円 59">
            <a:extLst>
              <a:ext uri="{FF2B5EF4-FFF2-40B4-BE49-F238E27FC236}">
                <a16:creationId xmlns:a16="http://schemas.microsoft.com/office/drawing/2014/main" id="{E21FC0EA-BDC1-7C29-6FB0-F7AF39F52B99}"/>
              </a:ext>
            </a:extLst>
          </p:cNvPr>
          <p:cNvSpPr/>
          <p:nvPr/>
        </p:nvSpPr>
        <p:spPr>
          <a:xfrm>
            <a:off x="9119383" y="3498336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フレーム 60">
            <a:extLst>
              <a:ext uri="{FF2B5EF4-FFF2-40B4-BE49-F238E27FC236}">
                <a16:creationId xmlns:a16="http://schemas.microsoft.com/office/drawing/2014/main" id="{AA7B0051-3242-6283-F262-13985BF5B528}"/>
              </a:ext>
            </a:extLst>
          </p:cNvPr>
          <p:cNvSpPr/>
          <p:nvPr/>
        </p:nvSpPr>
        <p:spPr>
          <a:xfrm>
            <a:off x="8893191" y="4882038"/>
            <a:ext cx="560384" cy="557683"/>
          </a:xfrm>
          <a:prstGeom prst="fram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B214924D-168A-71BB-BDC0-842A16CBC63B}"/>
                  </a:ext>
                </a:extLst>
              </p:cNvPr>
              <p:cNvSpPr txBox="1"/>
              <p:nvPr/>
            </p:nvSpPr>
            <p:spPr>
              <a:xfrm>
                <a:off x="8984860" y="4987161"/>
                <a:ext cx="4115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B214924D-168A-71BB-BDC0-842A16CBC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860" y="4987161"/>
                <a:ext cx="411523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3AB81054-D780-6A8F-1207-D7A7B65FCCAC}"/>
                  </a:ext>
                </a:extLst>
              </p:cNvPr>
              <p:cNvSpPr txBox="1"/>
              <p:nvPr/>
            </p:nvSpPr>
            <p:spPr>
              <a:xfrm>
                <a:off x="7298605" y="1191591"/>
                <a:ext cx="625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3AB81054-D780-6A8F-1207-D7A7B65FC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605" y="1191591"/>
                <a:ext cx="625428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735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5647</TotalTime>
  <Words>118</Words>
  <Application>Microsoft Macintosh PowerPoint</Application>
  <PresentationFormat>ワイド画面</PresentationFormat>
  <Paragraphs>87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游ゴシック Light</vt:lpstr>
      <vt:lpstr>Yu Mincho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奥村　侑真</dc:creator>
  <cp:lastModifiedBy>奥村　侑真</cp:lastModifiedBy>
  <cp:revision>17</cp:revision>
  <dcterms:created xsi:type="dcterms:W3CDTF">2025-06-04T07:56:47Z</dcterms:created>
  <dcterms:modified xsi:type="dcterms:W3CDTF">2025-12-09T06:01:12Z</dcterms:modified>
</cp:coreProperties>
</file>