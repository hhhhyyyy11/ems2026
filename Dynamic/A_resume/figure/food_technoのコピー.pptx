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1" r:id="rId4"/>
    <p:sldId id="260" r:id="rId5"/>
    <p:sldId id="258" r:id="rId6"/>
    <p:sldId id="262" r:id="rId7"/>
    <p:sldId id="259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  <a:srgbClr val="FFC0FF"/>
    <a:srgbClr val="C0FFFF"/>
    <a:srgbClr val="C0FFC0"/>
    <a:srgbClr val="FFFFC0"/>
    <a:srgbClr val="C0C0FF"/>
    <a:srgbClr val="FFC0C0"/>
    <a:srgbClr val="FF8080"/>
    <a:srgbClr val="FF7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93"/>
  </p:normalViewPr>
  <p:slideViewPr>
    <p:cSldViewPr snapToGrid="0">
      <p:cViewPr>
        <p:scale>
          <a:sx n="76" d="100"/>
          <a:sy n="76" d="100"/>
        </p:scale>
        <p:origin x="1960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4937C0-52A1-A343-8F6B-FAB95A927404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C24C74-5DDC-1B42-BF2A-BF9D769EB7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683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20250619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C24C74-5DDC-1B42-BF2A-BF9D769EB7E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4106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20250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C24C74-5DDC-1B42-BF2A-BF9D769EB7E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8449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20250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C24C74-5DDC-1B42-BF2A-BF9D769EB7E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3753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B777E7-F3A3-91D0-DE08-F642707C8D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78075E0-40C9-757C-1900-3FAA1127B3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CB0865-7502-A0FA-00C8-A30A729AC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94D4-5BC5-8F4B-AD73-5B1B3FBAA922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01BCD9-8ECC-D930-6AE3-2ED1C9A5E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6BB121-FF13-A5A2-8CEB-DDE66D7BF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9614C-A6A0-F44A-8522-C9C617F35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0942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15234A-40F4-C901-2CC1-9CFCD1559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C59732-B469-68FF-E595-5BECC3FB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DEB310-7E80-AFE9-D84C-88610CF6C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94D4-5BC5-8F4B-AD73-5B1B3FBAA922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F97946-3B4F-22CC-4F0F-ECB8A9455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5C1EC0-3F76-818C-B7A2-D675C4182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9614C-A6A0-F44A-8522-C9C617F35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2144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C053C7-2C1B-0F63-2E8A-D147007FA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F2DDDC2-D76B-5FF5-1658-72D17A178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66EF79-4E9A-CAB9-52EC-D72BFA0C5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94D4-5BC5-8F4B-AD73-5B1B3FBAA922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62FC05-AEDA-9B06-F3DD-8FDB58621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D62D82-044B-B46E-9DAB-0E1CDDB47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9614C-A6A0-F44A-8522-C9C617F35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4578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07097A-7348-8E3A-18A6-E2577C093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EAF59B0-EFF3-393E-E30F-D8EBC732BF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B87C33-42A9-8B87-4DFF-09B8BF835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AD972DD-2205-7B46-6DA5-18F621A58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94D4-5BC5-8F4B-AD73-5B1B3FBAA922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ECA3064-9489-D7AA-D07C-13F4646CF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A1C48D4-C7B5-92CE-E3AC-712BE6E80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9614C-A6A0-F44A-8522-C9C617F35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426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479A3C-36CD-72B6-71F9-15B4064B3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AFEA7F-A7AA-2317-FCD5-B09D65B6C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0C858D8-2DD5-0057-4DDF-E8CB3A51B0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498D0BE-24FA-D969-FE77-D7A3EF7792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3859F76-078D-420F-8D22-FC62133EA1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04CD451-C35E-6580-1391-79080ACAD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94D4-5BC5-8F4B-AD73-5B1B3FBAA922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0B498ED-4350-C26C-5168-F338CF5C8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B683B73-5121-494D-363D-E46276B50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9614C-A6A0-F44A-8522-C9C617F35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0291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C40836-34A8-D676-9F69-147C85FAF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0459BB9-42EE-5D60-29C6-1C1731E93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94D4-5BC5-8F4B-AD73-5B1B3FBAA922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FB807DB-923E-B2DD-8800-B6C238909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C59E610-994B-7E60-F914-A4C11E606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9614C-A6A0-F44A-8522-C9C617F35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2604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B92B1BE-A160-CC5E-B9D7-053369B48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94D4-5BC5-8F4B-AD73-5B1B3FBAA922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B087B1A-07A9-26A7-2457-1328C24B0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EC32E0-DFBF-85F7-6E19-7D1C3BBAC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9614C-A6A0-F44A-8522-C9C617F35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2112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FC2478-9E12-5642-B4A4-AEC0951D8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67144B-2279-24A6-7B24-827C45F2C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51D7A62-E647-1EB7-E5A9-E6CB1C971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0DB1E24-FCDF-254F-EB1D-C8C0519C1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94D4-5BC5-8F4B-AD73-5B1B3FBAA922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48916BA-420E-3F10-A105-2B150EFB0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53DE04C-ACF7-4F8D-6673-4C0016E1B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9614C-A6A0-F44A-8522-C9C617F35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0982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AD0B0F-67D0-6821-5352-8EC039D61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E45B73D-198C-E7AD-08BE-626EE93CE4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FCE8E94-8D8B-8400-AE08-670D30237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D74F97A-9769-E14F-86B6-FCB284E3F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94D4-5BC5-8F4B-AD73-5B1B3FBAA922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3887CBD-0C7E-D5DE-08E3-08E692B10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8C6E841-EF8C-FAD2-5CEF-D7D929675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9614C-A6A0-F44A-8522-C9C617F35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1705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EA1E01-4D6B-7F5A-E425-B2AD4625D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216DB7-29D7-E575-6E3D-B1ADCD30A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C9BC37-22D9-3B80-30B1-20504C9E1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94D4-5BC5-8F4B-AD73-5B1B3FBAA922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C0C177-9CDB-2727-850E-BCA371249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E69CA40-7017-6E65-883E-DC7A9687C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9614C-A6A0-F44A-8522-C9C617F35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0638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FC0136D-564D-347E-E56B-F3A29CA38F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F187D81-D410-60A4-63BB-72E441F12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5974A3-760C-C8AC-F934-258C9BFE0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94D4-5BC5-8F4B-AD73-5B1B3FBAA922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350193-C5DB-F25B-9116-97254B159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BB28EB-61F1-602F-C937-D93D80EDC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9614C-A6A0-F44A-8522-C9C617F35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7575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90A9CAC-CFC7-0D9C-A555-0E45233E1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0DA5D89-6C10-AB9E-7B72-1F79D870F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13A650A-4D72-3DE9-D4A8-4CA81330D5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F94D4-5BC5-8F4B-AD73-5B1B3FBAA922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082416-36E5-EAF0-AB73-DB955190AA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16B078-98EE-505C-9BE8-CD11B92A2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B9614C-A6A0-F44A-8522-C9C617F35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8644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9" Type="http://schemas.openxmlformats.org/officeDocument/2006/relationships/image" Target="../media/image37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.png"/><Relationship Id="rId18" Type="http://schemas.openxmlformats.org/officeDocument/2006/relationships/image" Target="../media/image160.png"/><Relationship Id="rId26" Type="http://schemas.openxmlformats.org/officeDocument/2006/relationships/image" Target="../media/image45.png"/><Relationship Id="rId39" Type="http://schemas.openxmlformats.org/officeDocument/2006/relationships/image" Target="../media/image52.png"/><Relationship Id="rId21" Type="http://schemas.openxmlformats.org/officeDocument/2006/relationships/image" Target="../media/image190.png"/><Relationship Id="rId34" Type="http://schemas.openxmlformats.org/officeDocument/2006/relationships/image" Target="../media/image39.png"/><Relationship Id="rId42" Type="http://schemas.openxmlformats.org/officeDocument/2006/relationships/image" Target="../media/image55.png"/><Relationship Id="rId47" Type="http://schemas.openxmlformats.org/officeDocument/2006/relationships/image" Target="../media/image50.png"/><Relationship Id="rId50" Type="http://schemas.openxmlformats.org/officeDocument/2006/relationships/image" Target="../media/image58.png"/><Relationship Id="rId63" Type="http://schemas.openxmlformats.org/officeDocument/2006/relationships/image" Target="../media/image6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29" Type="http://schemas.openxmlformats.org/officeDocument/2006/relationships/image" Target="../media/image48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24.png"/><Relationship Id="rId37" Type="http://schemas.openxmlformats.org/officeDocument/2006/relationships/image" Target="../media/image43.png"/><Relationship Id="rId45" Type="http://schemas.openxmlformats.org/officeDocument/2006/relationships/image" Target="../media/image44.png"/><Relationship Id="rId58" Type="http://schemas.openxmlformats.org/officeDocument/2006/relationships/image" Target="../media/image61.png"/><Relationship Id="rId5" Type="http://schemas.openxmlformats.org/officeDocument/2006/relationships/image" Target="../media/image3.png"/><Relationship Id="rId61" Type="http://schemas.openxmlformats.org/officeDocument/2006/relationships/image" Target="../media/image64.png"/><Relationship Id="rId19" Type="http://schemas.openxmlformats.org/officeDocument/2006/relationships/image" Target="../media/image170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46.png"/><Relationship Id="rId30" Type="http://schemas.openxmlformats.org/officeDocument/2006/relationships/image" Target="../media/image49.png"/><Relationship Id="rId35" Type="http://schemas.openxmlformats.org/officeDocument/2006/relationships/image" Target="../media/image40.png"/><Relationship Id="rId43" Type="http://schemas.openxmlformats.org/officeDocument/2006/relationships/image" Target="../media/image56.png"/><Relationship Id="rId48" Type="http://schemas.openxmlformats.org/officeDocument/2006/relationships/image" Target="../media/image51.png"/><Relationship Id="rId56" Type="http://schemas.openxmlformats.org/officeDocument/2006/relationships/image" Target="../media/image65.png"/><Relationship Id="rId64" Type="http://schemas.openxmlformats.org/officeDocument/2006/relationships/image" Target="../media/image68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400.png"/><Relationship Id="rId17" Type="http://schemas.openxmlformats.org/officeDocument/2006/relationships/image" Target="../media/image15.png"/><Relationship Id="rId25" Type="http://schemas.openxmlformats.org/officeDocument/2006/relationships/image" Target="../media/image210.png"/><Relationship Id="rId33" Type="http://schemas.openxmlformats.org/officeDocument/2006/relationships/image" Target="../media/image25.png"/><Relationship Id="rId38" Type="http://schemas.openxmlformats.org/officeDocument/2006/relationships/image" Target="../media/image37.png"/><Relationship Id="rId46" Type="http://schemas.openxmlformats.org/officeDocument/2006/relationships/image" Target="../media/image59.png"/><Relationship Id="rId59" Type="http://schemas.openxmlformats.org/officeDocument/2006/relationships/image" Target="../media/image62.png"/><Relationship Id="rId20" Type="http://schemas.openxmlformats.org/officeDocument/2006/relationships/image" Target="../media/image180.png"/><Relationship Id="rId41" Type="http://schemas.openxmlformats.org/officeDocument/2006/relationships/image" Target="../media/image54.png"/><Relationship Id="rId62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47.png"/><Relationship Id="rId36" Type="http://schemas.openxmlformats.org/officeDocument/2006/relationships/image" Target="../media/image42.png"/><Relationship Id="rId49" Type="http://schemas.openxmlformats.org/officeDocument/2006/relationships/image" Target="../media/image53.png"/><Relationship Id="rId57" Type="http://schemas.openxmlformats.org/officeDocument/2006/relationships/image" Target="../media/image60.png"/><Relationship Id="rId10" Type="http://schemas.openxmlformats.org/officeDocument/2006/relationships/image" Target="../media/image8.png"/><Relationship Id="rId31" Type="http://schemas.openxmlformats.org/officeDocument/2006/relationships/image" Target="../media/image23.png"/><Relationship Id="rId44" Type="http://schemas.openxmlformats.org/officeDocument/2006/relationships/image" Target="../media/image57.png"/><Relationship Id="rId60" Type="http://schemas.openxmlformats.org/officeDocument/2006/relationships/image" Target="../media/image63.png"/><Relationship Id="rId65" Type="http://schemas.openxmlformats.org/officeDocument/2006/relationships/image" Target="../media/image69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.png"/><Relationship Id="rId18" Type="http://schemas.openxmlformats.org/officeDocument/2006/relationships/image" Target="../media/image160.png"/><Relationship Id="rId26" Type="http://schemas.openxmlformats.org/officeDocument/2006/relationships/image" Target="../media/image74.png"/><Relationship Id="rId39" Type="http://schemas.openxmlformats.org/officeDocument/2006/relationships/image" Target="../media/image52.png"/><Relationship Id="rId21" Type="http://schemas.openxmlformats.org/officeDocument/2006/relationships/image" Target="../media/image190.png"/><Relationship Id="rId34" Type="http://schemas.openxmlformats.org/officeDocument/2006/relationships/image" Target="../media/image39.png"/><Relationship Id="rId42" Type="http://schemas.openxmlformats.org/officeDocument/2006/relationships/image" Target="../media/image55.png"/><Relationship Id="rId47" Type="http://schemas.openxmlformats.org/officeDocument/2006/relationships/image" Target="../media/image77.png"/><Relationship Id="rId50" Type="http://schemas.openxmlformats.org/officeDocument/2006/relationships/image" Target="../media/image58.png"/><Relationship Id="rId55" Type="http://schemas.openxmlformats.org/officeDocument/2006/relationships/image" Target="../media/image63.png"/><Relationship Id="rId63" Type="http://schemas.openxmlformats.org/officeDocument/2006/relationships/image" Target="../media/image85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png"/><Relationship Id="rId29" Type="http://schemas.openxmlformats.org/officeDocument/2006/relationships/image" Target="../media/image48.png"/><Relationship Id="rId11" Type="http://schemas.openxmlformats.org/officeDocument/2006/relationships/image" Target="../media/image9.png"/><Relationship Id="rId24" Type="http://schemas.openxmlformats.org/officeDocument/2006/relationships/image" Target="../media/image72.png"/><Relationship Id="rId32" Type="http://schemas.openxmlformats.org/officeDocument/2006/relationships/image" Target="../media/image24.png"/><Relationship Id="rId37" Type="http://schemas.openxmlformats.org/officeDocument/2006/relationships/image" Target="../media/image43.png"/><Relationship Id="rId45" Type="http://schemas.openxmlformats.org/officeDocument/2006/relationships/image" Target="../media/image44.png"/><Relationship Id="rId53" Type="http://schemas.openxmlformats.org/officeDocument/2006/relationships/image" Target="../media/image61.png"/><Relationship Id="rId58" Type="http://schemas.openxmlformats.org/officeDocument/2006/relationships/image" Target="../media/image81.png"/><Relationship Id="rId5" Type="http://schemas.openxmlformats.org/officeDocument/2006/relationships/image" Target="../media/image3.png"/><Relationship Id="rId61" Type="http://schemas.openxmlformats.org/officeDocument/2006/relationships/image" Target="../media/image83.png"/><Relationship Id="rId19" Type="http://schemas.openxmlformats.org/officeDocument/2006/relationships/image" Target="../media/image170.png"/><Relationship Id="rId14" Type="http://schemas.openxmlformats.org/officeDocument/2006/relationships/image" Target="../media/image12.png"/><Relationship Id="rId22" Type="http://schemas.openxmlformats.org/officeDocument/2006/relationships/image" Target="../media/image70.png"/><Relationship Id="rId27" Type="http://schemas.openxmlformats.org/officeDocument/2006/relationships/image" Target="../media/image75.png"/><Relationship Id="rId30" Type="http://schemas.openxmlformats.org/officeDocument/2006/relationships/image" Target="../media/image49.png"/><Relationship Id="rId35" Type="http://schemas.openxmlformats.org/officeDocument/2006/relationships/image" Target="../media/image40.png"/><Relationship Id="rId43" Type="http://schemas.openxmlformats.org/officeDocument/2006/relationships/image" Target="../media/image56.png"/><Relationship Id="rId48" Type="http://schemas.openxmlformats.org/officeDocument/2006/relationships/image" Target="../media/image51.png"/><Relationship Id="rId56" Type="http://schemas.openxmlformats.org/officeDocument/2006/relationships/image" Target="../media/image64.png"/><Relationship Id="rId64" Type="http://schemas.openxmlformats.org/officeDocument/2006/relationships/image" Target="../media/image86.png"/><Relationship Id="rId8" Type="http://schemas.openxmlformats.org/officeDocument/2006/relationships/image" Target="../media/image6.png"/><Relationship Id="rId51" Type="http://schemas.openxmlformats.org/officeDocument/2006/relationships/image" Target="../media/image79.png"/><Relationship Id="rId3" Type="http://schemas.openxmlformats.org/officeDocument/2006/relationships/image" Target="../media/image1.png"/><Relationship Id="rId12" Type="http://schemas.openxmlformats.org/officeDocument/2006/relationships/image" Target="../media/image400.png"/><Relationship Id="rId17" Type="http://schemas.openxmlformats.org/officeDocument/2006/relationships/image" Target="../media/image15.png"/><Relationship Id="rId25" Type="http://schemas.openxmlformats.org/officeDocument/2006/relationships/image" Target="../media/image73.png"/><Relationship Id="rId33" Type="http://schemas.openxmlformats.org/officeDocument/2006/relationships/image" Target="../media/image25.png"/><Relationship Id="rId38" Type="http://schemas.openxmlformats.org/officeDocument/2006/relationships/image" Target="../media/image37.png"/><Relationship Id="rId46" Type="http://schemas.openxmlformats.org/officeDocument/2006/relationships/image" Target="../media/image59.png"/><Relationship Id="rId59" Type="http://schemas.openxmlformats.org/officeDocument/2006/relationships/image" Target="../media/image68.png"/><Relationship Id="rId20" Type="http://schemas.openxmlformats.org/officeDocument/2006/relationships/image" Target="../media/image180.png"/><Relationship Id="rId41" Type="http://schemas.openxmlformats.org/officeDocument/2006/relationships/image" Target="../media/image54.png"/><Relationship Id="rId54" Type="http://schemas.openxmlformats.org/officeDocument/2006/relationships/image" Target="../media/image80.png"/><Relationship Id="rId62" Type="http://schemas.openxmlformats.org/officeDocument/2006/relationships/image" Target="../media/image8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5" Type="http://schemas.openxmlformats.org/officeDocument/2006/relationships/image" Target="../media/image13.png"/><Relationship Id="rId23" Type="http://schemas.openxmlformats.org/officeDocument/2006/relationships/image" Target="../media/image71.png"/><Relationship Id="rId28" Type="http://schemas.openxmlformats.org/officeDocument/2006/relationships/image" Target="../media/image47.png"/><Relationship Id="rId36" Type="http://schemas.openxmlformats.org/officeDocument/2006/relationships/image" Target="../media/image42.png"/><Relationship Id="rId49" Type="http://schemas.openxmlformats.org/officeDocument/2006/relationships/image" Target="../media/image78.png"/><Relationship Id="rId57" Type="http://schemas.openxmlformats.org/officeDocument/2006/relationships/image" Target="../media/image66.png"/><Relationship Id="rId10" Type="http://schemas.openxmlformats.org/officeDocument/2006/relationships/image" Target="../media/image8.png"/><Relationship Id="rId31" Type="http://schemas.openxmlformats.org/officeDocument/2006/relationships/image" Target="../media/image23.png"/><Relationship Id="rId44" Type="http://schemas.openxmlformats.org/officeDocument/2006/relationships/image" Target="../media/image76.png"/><Relationship Id="rId52" Type="http://schemas.openxmlformats.org/officeDocument/2006/relationships/image" Target="../media/image60.png"/><Relationship Id="rId60" Type="http://schemas.openxmlformats.org/officeDocument/2006/relationships/image" Target="../media/image82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0.png"/><Relationship Id="rId13" Type="http://schemas.openxmlformats.org/officeDocument/2006/relationships/image" Target="../media/image650.png"/><Relationship Id="rId18" Type="http://schemas.openxmlformats.org/officeDocument/2006/relationships/image" Target="../media/image700.png"/><Relationship Id="rId3" Type="http://schemas.openxmlformats.org/officeDocument/2006/relationships/image" Target="../media/image230.png"/><Relationship Id="rId21" Type="http://schemas.openxmlformats.org/officeDocument/2006/relationships/image" Target="../media/image730.png"/><Relationship Id="rId7" Type="http://schemas.openxmlformats.org/officeDocument/2006/relationships/image" Target="../media/image440.png"/><Relationship Id="rId12" Type="http://schemas.openxmlformats.org/officeDocument/2006/relationships/image" Target="../media/image640.png"/><Relationship Id="rId17" Type="http://schemas.openxmlformats.org/officeDocument/2006/relationships/image" Target="../media/image690.png"/><Relationship Id="rId2" Type="http://schemas.openxmlformats.org/officeDocument/2006/relationships/image" Target="../media/image220.png"/><Relationship Id="rId16" Type="http://schemas.openxmlformats.org/officeDocument/2006/relationships/image" Target="../media/image680.png"/><Relationship Id="rId20" Type="http://schemas.openxmlformats.org/officeDocument/2006/relationships/image" Target="../media/image7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0.png"/><Relationship Id="rId11" Type="http://schemas.openxmlformats.org/officeDocument/2006/relationships/image" Target="../media/image630.png"/><Relationship Id="rId5" Type="http://schemas.openxmlformats.org/officeDocument/2006/relationships/image" Target="../media/image250.png"/><Relationship Id="rId15" Type="http://schemas.openxmlformats.org/officeDocument/2006/relationships/image" Target="../media/image670.png"/><Relationship Id="rId23" Type="http://schemas.openxmlformats.org/officeDocument/2006/relationships/image" Target="../media/image750.png"/><Relationship Id="rId10" Type="http://schemas.openxmlformats.org/officeDocument/2006/relationships/image" Target="../media/image620.png"/><Relationship Id="rId19" Type="http://schemas.openxmlformats.org/officeDocument/2006/relationships/image" Target="../media/image710.png"/><Relationship Id="rId4" Type="http://schemas.openxmlformats.org/officeDocument/2006/relationships/image" Target="../media/image240.png"/><Relationship Id="rId9" Type="http://schemas.openxmlformats.org/officeDocument/2006/relationships/image" Target="../media/image610.png"/><Relationship Id="rId14" Type="http://schemas.openxmlformats.org/officeDocument/2006/relationships/image" Target="../media/image660.png"/><Relationship Id="rId22" Type="http://schemas.openxmlformats.org/officeDocument/2006/relationships/image" Target="../media/image74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CB57859-4F29-13C4-5C7F-B760632902D9}"/>
              </a:ext>
            </a:extLst>
          </p:cNvPr>
          <p:cNvSpPr/>
          <p:nvPr/>
        </p:nvSpPr>
        <p:spPr>
          <a:xfrm>
            <a:off x="905797" y="3386956"/>
            <a:ext cx="252000" cy="252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14277E4-B48A-98F3-FE34-BECFA859ABE7}"/>
              </a:ext>
            </a:extLst>
          </p:cNvPr>
          <p:cNvCxnSpPr>
            <a:cxnSpLocks/>
            <a:stCxn id="4" idx="3"/>
            <a:endCxn id="59" idx="3"/>
          </p:cNvCxnSpPr>
          <p:nvPr/>
        </p:nvCxnSpPr>
        <p:spPr>
          <a:xfrm>
            <a:off x="1157797" y="3512956"/>
            <a:ext cx="7576100" cy="4204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円/楕円 6">
            <a:extLst>
              <a:ext uri="{FF2B5EF4-FFF2-40B4-BE49-F238E27FC236}">
                <a16:creationId xmlns:a16="http://schemas.microsoft.com/office/drawing/2014/main" id="{75ED679D-FF7C-0045-8CEF-DC2510987D6F}"/>
              </a:ext>
            </a:extLst>
          </p:cNvPr>
          <p:cNvSpPr/>
          <p:nvPr/>
        </p:nvSpPr>
        <p:spPr>
          <a:xfrm>
            <a:off x="2397999" y="3474144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A249D05-BF45-4568-FE48-5C54145C9722}"/>
              </a:ext>
            </a:extLst>
          </p:cNvPr>
          <p:cNvCxnSpPr>
            <a:cxnSpLocks/>
          </p:cNvCxnSpPr>
          <p:nvPr/>
        </p:nvCxnSpPr>
        <p:spPr>
          <a:xfrm>
            <a:off x="2451999" y="2787916"/>
            <a:ext cx="0" cy="74022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1CBB1B8-3C67-FBE0-3CF9-99D52BAF9724}"/>
              </a:ext>
            </a:extLst>
          </p:cNvPr>
          <p:cNvSpPr/>
          <p:nvPr/>
        </p:nvSpPr>
        <p:spPr>
          <a:xfrm>
            <a:off x="2203570" y="2427916"/>
            <a:ext cx="496857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25FA8187-EADC-35C5-2A43-1AA109CC0CC7}"/>
                  </a:ext>
                </a:extLst>
              </p:cNvPr>
              <p:cNvSpPr txBox="1"/>
              <p:nvPr/>
            </p:nvSpPr>
            <p:spPr>
              <a:xfrm>
                <a:off x="2203570" y="2427916"/>
                <a:ext cx="507703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25FA8187-EADC-35C5-2A43-1AA109CC0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570" y="2427916"/>
                <a:ext cx="507703" cy="3742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DEE6A96D-008D-1636-C01E-63FBE0A8AD35}"/>
              </a:ext>
            </a:extLst>
          </p:cNvPr>
          <p:cNvCxnSpPr>
            <a:cxnSpLocks/>
          </p:cNvCxnSpPr>
          <p:nvPr/>
        </p:nvCxnSpPr>
        <p:spPr>
          <a:xfrm>
            <a:off x="2451998" y="1937657"/>
            <a:ext cx="0" cy="49025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フレーム 17">
            <a:extLst>
              <a:ext uri="{FF2B5EF4-FFF2-40B4-BE49-F238E27FC236}">
                <a16:creationId xmlns:a16="http://schemas.microsoft.com/office/drawing/2014/main" id="{652BCFFE-58E7-17AB-B501-E7F8E9CCC480}"/>
              </a:ext>
            </a:extLst>
          </p:cNvPr>
          <p:cNvSpPr/>
          <p:nvPr/>
        </p:nvSpPr>
        <p:spPr>
          <a:xfrm>
            <a:off x="2171806" y="1379974"/>
            <a:ext cx="560384" cy="557683"/>
          </a:xfrm>
          <a:prstGeom prst="fram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5B6DAECD-0BFB-41C2-B222-A7448505B310}"/>
                  </a:ext>
                </a:extLst>
              </p:cNvPr>
              <p:cNvSpPr txBox="1"/>
              <p:nvPr/>
            </p:nvSpPr>
            <p:spPr>
              <a:xfrm>
                <a:off x="2220383" y="1500165"/>
                <a:ext cx="511807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5B6DAECD-0BFB-41C2-B222-A7448505B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0383" y="1500165"/>
                <a:ext cx="511807" cy="3742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円/楕円 19">
            <a:extLst>
              <a:ext uri="{FF2B5EF4-FFF2-40B4-BE49-F238E27FC236}">
                <a16:creationId xmlns:a16="http://schemas.microsoft.com/office/drawing/2014/main" id="{89606024-F7A9-8A5A-BD58-CB1F7936B4BB}"/>
              </a:ext>
            </a:extLst>
          </p:cNvPr>
          <p:cNvSpPr/>
          <p:nvPr/>
        </p:nvSpPr>
        <p:spPr>
          <a:xfrm>
            <a:off x="3311453" y="3474144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59B93D07-6262-0912-2B85-5F80B0092A4F}"/>
              </a:ext>
            </a:extLst>
          </p:cNvPr>
          <p:cNvCxnSpPr>
            <a:cxnSpLocks/>
          </p:cNvCxnSpPr>
          <p:nvPr/>
        </p:nvCxnSpPr>
        <p:spPr>
          <a:xfrm>
            <a:off x="3365453" y="3582143"/>
            <a:ext cx="0" cy="504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3B13FEE8-51A1-C560-754F-286282B2B4FC}"/>
              </a:ext>
            </a:extLst>
          </p:cNvPr>
          <p:cNvSpPr/>
          <p:nvPr/>
        </p:nvSpPr>
        <p:spPr>
          <a:xfrm>
            <a:off x="3111601" y="4041158"/>
            <a:ext cx="496857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269C05C1-A689-BF74-2124-6168BF99529D}"/>
                  </a:ext>
                </a:extLst>
              </p:cNvPr>
              <p:cNvSpPr txBox="1"/>
              <p:nvPr/>
            </p:nvSpPr>
            <p:spPr>
              <a:xfrm>
                <a:off x="3057940" y="4043037"/>
                <a:ext cx="640753" cy="375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DA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269C05C1-A689-BF74-2124-6168BF995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940" y="4043037"/>
                <a:ext cx="640753" cy="3755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47E0A024-73B7-F5BC-841E-719AEDC18291}"/>
              </a:ext>
            </a:extLst>
          </p:cNvPr>
          <p:cNvCxnSpPr>
            <a:cxnSpLocks/>
          </p:cNvCxnSpPr>
          <p:nvPr/>
        </p:nvCxnSpPr>
        <p:spPr>
          <a:xfrm>
            <a:off x="3360029" y="4401157"/>
            <a:ext cx="0" cy="468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フレーム 25">
            <a:extLst>
              <a:ext uri="{FF2B5EF4-FFF2-40B4-BE49-F238E27FC236}">
                <a16:creationId xmlns:a16="http://schemas.microsoft.com/office/drawing/2014/main" id="{888D3636-5CEB-DEF2-DAE7-900AAE7CB35F}"/>
              </a:ext>
            </a:extLst>
          </p:cNvPr>
          <p:cNvSpPr/>
          <p:nvPr/>
        </p:nvSpPr>
        <p:spPr>
          <a:xfrm>
            <a:off x="3091447" y="4860750"/>
            <a:ext cx="560384" cy="557683"/>
          </a:xfrm>
          <a:prstGeom prst="fram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7EB081C8-24EE-4A0E-B4CE-6391B3B17BF5}"/>
                  </a:ext>
                </a:extLst>
              </p:cNvPr>
              <p:cNvSpPr txBox="1"/>
              <p:nvPr/>
            </p:nvSpPr>
            <p:spPr>
              <a:xfrm>
                <a:off x="3140024" y="4980941"/>
                <a:ext cx="529247" cy="375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7EB081C8-24EE-4A0E-B4CE-6391B3B17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0024" y="4980941"/>
                <a:ext cx="529247" cy="3755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円/楕円 27">
            <a:extLst>
              <a:ext uri="{FF2B5EF4-FFF2-40B4-BE49-F238E27FC236}">
                <a16:creationId xmlns:a16="http://schemas.microsoft.com/office/drawing/2014/main" id="{E4276BB0-39CF-4DFA-3F15-8CD06268024C}"/>
              </a:ext>
            </a:extLst>
          </p:cNvPr>
          <p:cNvSpPr/>
          <p:nvPr/>
        </p:nvSpPr>
        <p:spPr>
          <a:xfrm>
            <a:off x="4347048" y="3476862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1491D7F4-388F-8153-C19A-7CF18EB0E587}"/>
              </a:ext>
            </a:extLst>
          </p:cNvPr>
          <p:cNvCxnSpPr>
            <a:cxnSpLocks/>
          </p:cNvCxnSpPr>
          <p:nvPr/>
        </p:nvCxnSpPr>
        <p:spPr>
          <a:xfrm>
            <a:off x="4401048" y="3584861"/>
            <a:ext cx="0" cy="504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09A45A7A-ADBA-2492-6CEE-685A3C8CBB44}"/>
              </a:ext>
            </a:extLst>
          </p:cNvPr>
          <p:cNvSpPr/>
          <p:nvPr/>
        </p:nvSpPr>
        <p:spPr>
          <a:xfrm>
            <a:off x="4147196" y="4043876"/>
            <a:ext cx="496857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01BAAAF8-AF8B-9A45-DB8C-489B1927A84B}"/>
                  </a:ext>
                </a:extLst>
              </p:cNvPr>
              <p:cNvSpPr txBox="1"/>
              <p:nvPr/>
            </p:nvSpPr>
            <p:spPr>
              <a:xfrm>
                <a:off x="4093535" y="4045755"/>
                <a:ext cx="639149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DB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01BAAAF8-AF8B-9A45-DB8C-489B1927A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3535" y="4045755"/>
                <a:ext cx="639149" cy="3742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C1711B4D-07F6-237A-E8A0-B483161637EB}"/>
              </a:ext>
            </a:extLst>
          </p:cNvPr>
          <p:cNvCxnSpPr>
            <a:cxnSpLocks/>
          </p:cNvCxnSpPr>
          <p:nvPr/>
        </p:nvCxnSpPr>
        <p:spPr>
          <a:xfrm>
            <a:off x="4395624" y="4403875"/>
            <a:ext cx="0" cy="468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フレーム 32">
            <a:extLst>
              <a:ext uri="{FF2B5EF4-FFF2-40B4-BE49-F238E27FC236}">
                <a16:creationId xmlns:a16="http://schemas.microsoft.com/office/drawing/2014/main" id="{A24786AF-E562-08B8-359C-3063F5D1F7FC}"/>
              </a:ext>
            </a:extLst>
          </p:cNvPr>
          <p:cNvSpPr/>
          <p:nvPr/>
        </p:nvSpPr>
        <p:spPr>
          <a:xfrm>
            <a:off x="4127042" y="4863468"/>
            <a:ext cx="560384" cy="557683"/>
          </a:xfrm>
          <a:prstGeom prst="fram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05FBB14C-260D-2685-A3F3-8B28D5DDF6FB}"/>
                  </a:ext>
                </a:extLst>
              </p:cNvPr>
              <p:cNvSpPr txBox="1"/>
              <p:nvPr/>
            </p:nvSpPr>
            <p:spPr>
              <a:xfrm>
                <a:off x="4175619" y="4983659"/>
                <a:ext cx="527644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05FBB14C-260D-2685-A3F3-8B28D5DDF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5619" y="4983659"/>
                <a:ext cx="527644" cy="3742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円/楕円 34">
            <a:extLst>
              <a:ext uri="{FF2B5EF4-FFF2-40B4-BE49-F238E27FC236}">
                <a16:creationId xmlns:a16="http://schemas.microsoft.com/office/drawing/2014/main" id="{B8B15F07-370C-8369-878C-68EDBD216780}"/>
              </a:ext>
            </a:extLst>
          </p:cNvPr>
          <p:cNvSpPr/>
          <p:nvPr/>
        </p:nvSpPr>
        <p:spPr>
          <a:xfrm>
            <a:off x="5232044" y="3479809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5C9DDAF0-41F1-E22E-185F-1FCBF0EFD49C}"/>
              </a:ext>
            </a:extLst>
          </p:cNvPr>
          <p:cNvCxnSpPr>
            <a:cxnSpLocks/>
            <a:endCxn id="35" idx="4"/>
          </p:cNvCxnSpPr>
          <p:nvPr/>
        </p:nvCxnSpPr>
        <p:spPr>
          <a:xfrm>
            <a:off x="5286043" y="1943322"/>
            <a:ext cx="1" cy="164448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フレーム 39">
            <a:extLst>
              <a:ext uri="{FF2B5EF4-FFF2-40B4-BE49-F238E27FC236}">
                <a16:creationId xmlns:a16="http://schemas.microsoft.com/office/drawing/2014/main" id="{4C8D3868-567B-64E9-DF54-7121C7679C55}"/>
              </a:ext>
            </a:extLst>
          </p:cNvPr>
          <p:cNvSpPr/>
          <p:nvPr/>
        </p:nvSpPr>
        <p:spPr>
          <a:xfrm>
            <a:off x="5005851" y="1385639"/>
            <a:ext cx="560384" cy="557683"/>
          </a:xfrm>
          <a:prstGeom prst="fram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DF9B5BE9-9ECA-C7EC-B4A4-97725AB39D8C}"/>
                  </a:ext>
                </a:extLst>
              </p:cNvPr>
              <p:cNvSpPr txBox="1"/>
              <p:nvPr/>
            </p:nvSpPr>
            <p:spPr>
              <a:xfrm>
                <a:off x="5097690" y="1497156"/>
                <a:ext cx="3767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b="0" i="0" smtClean="0"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DF9B5BE9-9ECA-C7EC-B4A4-97725AB39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690" y="1497156"/>
                <a:ext cx="37670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円/楕円 42">
            <a:extLst>
              <a:ext uri="{FF2B5EF4-FFF2-40B4-BE49-F238E27FC236}">
                <a16:creationId xmlns:a16="http://schemas.microsoft.com/office/drawing/2014/main" id="{0BEE8476-538E-4D98-B791-11B722253C70}"/>
              </a:ext>
            </a:extLst>
          </p:cNvPr>
          <p:cNvSpPr/>
          <p:nvPr/>
        </p:nvSpPr>
        <p:spPr>
          <a:xfrm>
            <a:off x="6093101" y="3498337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7FF0B18B-B21F-433F-2E4A-39496F46FC9B}"/>
              </a:ext>
            </a:extLst>
          </p:cNvPr>
          <p:cNvCxnSpPr>
            <a:cxnSpLocks/>
          </p:cNvCxnSpPr>
          <p:nvPr/>
        </p:nvCxnSpPr>
        <p:spPr>
          <a:xfrm>
            <a:off x="6147101" y="3606336"/>
            <a:ext cx="0" cy="504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6276E33D-193F-081B-A676-33A5803AC207}"/>
              </a:ext>
            </a:extLst>
          </p:cNvPr>
          <p:cNvSpPr/>
          <p:nvPr/>
        </p:nvSpPr>
        <p:spPr>
          <a:xfrm>
            <a:off x="5893249" y="4065351"/>
            <a:ext cx="496857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2A2BAA21-F131-9F43-A82E-DD757753ED5A}"/>
                  </a:ext>
                </a:extLst>
              </p:cNvPr>
              <p:cNvSpPr txBox="1"/>
              <p:nvPr/>
            </p:nvSpPr>
            <p:spPr>
              <a:xfrm>
                <a:off x="5839588" y="4067230"/>
                <a:ext cx="629531" cy="3758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DC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2A2BAA21-F131-9F43-A82E-DD757753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588" y="4067230"/>
                <a:ext cx="629531" cy="3758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461CA108-7EC6-ACD7-0CE8-E36D599C59C4}"/>
              </a:ext>
            </a:extLst>
          </p:cNvPr>
          <p:cNvCxnSpPr>
            <a:cxnSpLocks/>
          </p:cNvCxnSpPr>
          <p:nvPr/>
        </p:nvCxnSpPr>
        <p:spPr>
          <a:xfrm>
            <a:off x="6141677" y="4425350"/>
            <a:ext cx="0" cy="468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フレーム 47">
            <a:extLst>
              <a:ext uri="{FF2B5EF4-FFF2-40B4-BE49-F238E27FC236}">
                <a16:creationId xmlns:a16="http://schemas.microsoft.com/office/drawing/2014/main" id="{18D1B3DC-EC20-92EB-8708-73DC64F69CB6}"/>
              </a:ext>
            </a:extLst>
          </p:cNvPr>
          <p:cNvSpPr/>
          <p:nvPr/>
        </p:nvSpPr>
        <p:spPr>
          <a:xfrm>
            <a:off x="5873095" y="4884943"/>
            <a:ext cx="560384" cy="557683"/>
          </a:xfrm>
          <a:prstGeom prst="fram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45FD1D99-ECDE-0CDB-87DE-36F694D1AAD5}"/>
                  </a:ext>
                </a:extLst>
              </p:cNvPr>
              <p:cNvSpPr txBox="1"/>
              <p:nvPr/>
            </p:nvSpPr>
            <p:spPr>
              <a:xfrm>
                <a:off x="5921672" y="5005134"/>
                <a:ext cx="518027" cy="3758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45FD1D99-ECDE-0CDB-87DE-36F694D1A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672" y="5005134"/>
                <a:ext cx="518027" cy="37587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円/楕円 51">
            <a:extLst>
              <a:ext uri="{FF2B5EF4-FFF2-40B4-BE49-F238E27FC236}">
                <a16:creationId xmlns:a16="http://schemas.microsoft.com/office/drawing/2014/main" id="{A537D358-BFBC-308B-4EB2-09A943B01293}"/>
              </a:ext>
            </a:extLst>
          </p:cNvPr>
          <p:cNvSpPr/>
          <p:nvPr/>
        </p:nvSpPr>
        <p:spPr>
          <a:xfrm>
            <a:off x="7093289" y="3494240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64951B2F-BD67-2B0E-1BBB-84308E1AA7FC}"/>
              </a:ext>
            </a:extLst>
          </p:cNvPr>
          <p:cNvCxnSpPr>
            <a:cxnSpLocks/>
          </p:cNvCxnSpPr>
          <p:nvPr/>
        </p:nvCxnSpPr>
        <p:spPr>
          <a:xfrm>
            <a:off x="7147289" y="2808012"/>
            <a:ext cx="0" cy="74022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6122CD6D-8D72-6A80-D860-46C677EEA234}"/>
              </a:ext>
            </a:extLst>
          </p:cNvPr>
          <p:cNvSpPr/>
          <p:nvPr/>
        </p:nvSpPr>
        <p:spPr>
          <a:xfrm>
            <a:off x="6898860" y="2448012"/>
            <a:ext cx="496857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テキスト ボックス 54">
                <a:extLst>
                  <a:ext uri="{FF2B5EF4-FFF2-40B4-BE49-F238E27FC236}">
                    <a16:creationId xmlns:a16="http://schemas.microsoft.com/office/drawing/2014/main" id="{65764B0E-B6E7-AB8B-259E-F42767E54100}"/>
                  </a:ext>
                </a:extLst>
              </p:cNvPr>
              <p:cNvSpPr txBox="1"/>
              <p:nvPr/>
            </p:nvSpPr>
            <p:spPr>
              <a:xfrm>
                <a:off x="6850733" y="2448012"/>
                <a:ext cx="615104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BF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55" name="テキスト ボックス 54">
                <a:extLst>
                  <a:ext uri="{FF2B5EF4-FFF2-40B4-BE49-F238E27FC236}">
                    <a16:creationId xmlns:a16="http://schemas.microsoft.com/office/drawing/2014/main" id="{65764B0E-B6E7-AB8B-259E-F42767E54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0733" y="2448012"/>
                <a:ext cx="615104" cy="37427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E0E66572-4072-D8A2-C6F6-E22A0999C2E5}"/>
              </a:ext>
            </a:extLst>
          </p:cNvPr>
          <p:cNvCxnSpPr>
            <a:cxnSpLocks/>
          </p:cNvCxnSpPr>
          <p:nvPr/>
        </p:nvCxnSpPr>
        <p:spPr>
          <a:xfrm>
            <a:off x="7147288" y="1957753"/>
            <a:ext cx="0" cy="49025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テキスト ボックス 57">
                <a:extLst>
                  <a:ext uri="{FF2B5EF4-FFF2-40B4-BE49-F238E27FC236}">
                    <a16:creationId xmlns:a16="http://schemas.microsoft.com/office/drawing/2014/main" id="{1E562E27-E6AE-3D6B-C3BA-B6DB9CE6C23C}"/>
                  </a:ext>
                </a:extLst>
              </p:cNvPr>
              <p:cNvSpPr txBox="1"/>
              <p:nvPr/>
            </p:nvSpPr>
            <p:spPr>
              <a:xfrm>
                <a:off x="6891431" y="1539811"/>
                <a:ext cx="507703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F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58" name="テキスト ボックス 57">
                <a:extLst>
                  <a:ext uri="{FF2B5EF4-FFF2-40B4-BE49-F238E27FC236}">
                    <a16:creationId xmlns:a16="http://schemas.microsoft.com/office/drawing/2014/main" id="{1E562E27-E6AE-3D6B-C3BA-B6DB9CE6C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1431" y="1539811"/>
                <a:ext cx="507703" cy="37427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D942EC5A-FD43-DB6E-ECA3-24241D58081B}"/>
              </a:ext>
            </a:extLst>
          </p:cNvPr>
          <p:cNvSpPr/>
          <p:nvPr/>
        </p:nvSpPr>
        <p:spPr>
          <a:xfrm>
            <a:off x="8481897" y="3429000"/>
            <a:ext cx="252000" cy="252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円柱 61">
            <a:extLst>
              <a:ext uri="{FF2B5EF4-FFF2-40B4-BE49-F238E27FC236}">
                <a16:creationId xmlns:a16="http://schemas.microsoft.com/office/drawing/2014/main" id="{C7EE8EC4-76CF-C907-4AB6-CC93AC6B55B6}"/>
              </a:ext>
            </a:extLst>
          </p:cNvPr>
          <p:cNvSpPr/>
          <p:nvPr/>
        </p:nvSpPr>
        <p:spPr>
          <a:xfrm>
            <a:off x="6943626" y="1301966"/>
            <a:ext cx="407324" cy="655787"/>
          </a:xfrm>
          <a:prstGeom prst="can">
            <a:avLst>
              <a:gd name="adj" fmla="val 5158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162F15E9-267D-4448-848B-3F7CC114FA7A}"/>
              </a:ext>
            </a:extLst>
          </p:cNvPr>
          <p:cNvCxnSpPr/>
          <p:nvPr/>
        </p:nvCxnSpPr>
        <p:spPr>
          <a:xfrm>
            <a:off x="2597583" y="2027803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テキスト ボックス 66">
                <a:extLst>
                  <a:ext uri="{FF2B5EF4-FFF2-40B4-BE49-F238E27FC236}">
                    <a16:creationId xmlns:a16="http://schemas.microsoft.com/office/drawing/2014/main" id="{613CCD40-B2F2-77D3-3268-2A49649E51EB}"/>
                  </a:ext>
                </a:extLst>
              </p:cNvPr>
              <p:cNvSpPr txBox="1"/>
              <p:nvPr/>
            </p:nvSpPr>
            <p:spPr>
              <a:xfrm>
                <a:off x="2651583" y="2004498"/>
                <a:ext cx="425501" cy="293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7" name="テキスト ボックス 66">
                <a:extLst>
                  <a:ext uri="{FF2B5EF4-FFF2-40B4-BE49-F238E27FC236}">
                    <a16:creationId xmlns:a16="http://schemas.microsoft.com/office/drawing/2014/main" id="{613CCD40-B2F2-77D3-3268-2A49649E5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583" y="2004498"/>
                <a:ext cx="425501" cy="293735"/>
              </a:xfrm>
              <a:prstGeom prst="rect">
                <a:avLst/>
              </a:prstGeom>
              <a:blipFill>
                <a:blip r:embed="rId14"/>
                <a:stretch>
                  <a:fillRect l="-11429" t="-4167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BAB056A9-FC83-3E3D-7ED6-66AC04FACF25}"/>
              </a:ext>
            </a:extLst>
          </p:cNvPr>
          <p:cNvCxnSpPr/>
          <p:nvPr/>
        </p:nvCxnSpPr>
        <p:spPr>
          <a:xfrm>
            <a:off x="3179768" y="4479118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テキスト ボックス 71">
                <a:extLst>
                  <a:ext uri="{FF2B5EF4-FFF2-40B4-BE49-F238E27FC236}">
                    <a16:creationId xmlns:a16="http://schemas.microsoft.com/office/drawing/2014/main" id="{2C5ED0BD-1709-ABED-4FE9-6F9F8C83261D}"/>
                  </a:ext>
                </a:extLst>
              </p:cNvPr>
              <p:cNvSpPr txBox="1"/>
              <p:nvPr/>
            </p:nvSpPr>
            <p:spPr>
              <a:xfrm>
                <a:off x="2745494" y="4468486"/>
                <a:ext cx="430439" cy="2950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2" name="テキスト ボックス 71">
                <a:extLst>
                  <a:ext uri="{FF2B5EF4-FFF2-40B4-BE49-F238E27FC236}">
                    <a16:creationId xmlns:a16="http://schemas.microsoft.com/office/drawing/2014/main" id="{2C5ED0BD-1709-ABED-4FE9-6F9F8C832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5494" y="4468486"/>
                <a:ext cx="430439" cy="295017"/>
              </a:xfrm>
              <a:prstGeom prst="rect">
                <a:avLst/>
              </a:prstGeom>
              <a:blipFill>
                <a:blip r:embed="rId15"/>
                <a:stretch>
                  <a:fillRect l="-11429" r="-2857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A1FC9B09-F91A-1AC7-D0B0-0183B1BDA759}"/>
              </a:ext>
            </a:extLst>
          </p:cNvPr>
          <p:cNvCxnSpPr/>
          <p:nvPr/>
        </p:nvCxnSpPr>
        <p:spPr>
          <a:xfrm>
            <a:off x="4522953" y="4474425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テキスト ボックス 77">
                <a:extLst>
                  <a:ext uri="{FF2B5EF4-FFF2-40B4-BE49-F238E27FC236}">
                    <a16:creationId xmlns:a16="http://schemas.microsoft.com/office/drawing/2014/main" id="{2A246960-A1E0-5FBC-E63B-FA55DED006D6}"/>
                  </a:ext>
                </a:extLst>
              </p:cNvPr>
              <p:cNvSpPr txBox="1"/>
              <p:nvPr/>
            </p:nvSpPr>
            <p:spPr>
              <a:xfrm>
                <a:off x="4576953" y="4451120"/>
                <a:ext cx="428835" cy="293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8" name="テキスト ボックス 77">
                <a:extLst>
                  <a:ext uri="{FF2B5EF4-FFF2-40B4-BE49-F238E27FC236}">
                    <a16:creationId xmlns:a16="http://schemas.microsoft.com/office/drawing/2014/main" id="{2A246960-A1E0-5FBC-E63B-FA55DED00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6953" y="4451120"/>
                <a:ext cx="428835" cy="293735"/>
              </a:xfrm>
              <a:prstGeom prst="rect">
                <a:avLst/>
              </a:prstGeom>
              <a:blipFill>
                <a:blip r:embed="rId16"/>
                <a:stretch>
                  <a:fillRect l="-11429" t="-4167" r="-2857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53AA7598-7BBB-BF13-15A7-841971FE6C01}"/>
              </a:ext>
            </a:extLst>
          </p:cNvPr>
          <p:cNvCxnSpPr/>
          <p:nvPr/>
        </p:nvCxnSpPr>
        <p:spPr>
          <a:xfrm>
            <a:off x="6272339" y="4507779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B3A76B35-68C8-5D5B-3540-AB3BBB859E6F}"/>
                  </a:ext>
                </a:extLst>
              </p:cNvPr>
              <p:cNvSpPr txBox="1"/>
              <p:nvPr/>
            </p:nvSpPr>
            <p:spPr>
              <a:xfrm>
                <a:off x="6326339" y="4484474"/>
                <a:ext cx="419217" cy="2972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B3A76B35-68C8-5D5B-3540-AB3BBB859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6339" y="4484474"/>
                <a:ext cx="419217" cy="297261"/>
              </a:xfrm>
              <a:prstGeom prst="rect">
                <a:avLst/>
              </a:prstGeom>
              <a:blipFill>
                <a:blip r:embed="rId17"/>
                <a:stretch>
                  <a:fillRect l="-14706" t="-4167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43AB5449-E8EF-F891-816D-E699008C22CB}"/>
              </a:ext>
            </a:extLst>
          </p:cNvPr>
          <p:cNvCxnSpPr/>
          <p:nvPr/>
        </p:nvCxnSpPr>
        <p:spPr>
          <a:xfrm>
            <a:off x="4505635" y="3648079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8E2CF977-C4A4-645B-602C-A1CDB3028D46}"/>
              </a:ext>
            </a:extLst>
          </p:cNvPr>
          <p:cNvCxnSpPr/>
          <p:nvPr/>
        </p:nvCxnSpPr>
        <p:spPr>
          <a:xfrm>
            <a:off x="6255021" y="3681433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5E9C8889-B5A9-95A9-FFCE-AB98AE9474D2}"/>
              </a:ext>
            </a:extLst>
          </p:cNvPr>
          <p:cNvCxnSpPr/>
          <p:nvPr/>
        </p:nvCxnSpPr>
        <p:spPr>
          <a:xfrm>
            <a:off x="3163652" y="3627191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矢印コネクタ 95">
            <a:extLst>
              <a:ext uri="{FF2B5EF4-FFF2-40B4-BE49-F238E27FC236}">
                <a16:creationId xmlns:a16="http://schemas.microsoft.com/office/drawing/2014/main" id="{0AA7E898-2DA3-6330-A36A-BF9A57F86E9F}"/>
              </a:ext>
            </a:extLst>
          </p:cNvPr>
          <p:cNvCxnSpPr/>
          <p:nvPr/>
        </p:nvCxnSpPr>
        <p:spPr>
          <a:xfrm>
            <a:off x="2594249" y="2973909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テキスト ボックス 97">
                <a:extLst>
                  <a:ext uri="{FF2B5EF4-FFF2-40B4-BE49-F238E27FC236}">
                    <a16:creationId xmlns:a16="http://schemas.microsoft.com/office/drawing/2014/main" id="{A7845529-A0B6-CE17-840A-6CCE4657B2E8}"/>
                  </a:ext>
                </a:extLst>
              </p:cNvPr>
              <p:cNvSpPr txBox="1"/>
              <p:nvPr/>
            </p:nvSpPr>
            <p:spPr>
              <a:xfrm>
                <a:off x="4510185" y="2362413"/>
                <a:ext cx="679673" cy="8477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BY</m:t>
                          </m:r>
                        </m:sup>
                      </m:sSubSup>
                    </m:oMath>
                  </m:oMathPara>
                </a14:m>
                <a:endParaRPr kumimoji="1" lang="en-US" altLang="ja-JP" b="0" dirty="0">
                  <a:solidFill>
                    <a:srgbClr val="0000FF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(≥0)</m:t>
                      </m:r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  <a:p>
                <a:endParaRPr kumimoji="1" lang="ja-JP" alt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8" name="テキスト ボックス 97">
                <a:extLst>
                  <a:ext uri="{FF2B5EF4-FFF2-40B4-BE49-F238E27FC236}">
                    <a16:creationId xmlns:a16="http://schemas.microsoft.com/office/drawing/2014/main" id="{A7845529-A0B6-CE17-840A-6CCE4657B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185" y="2362413"/>
                <a:ext cx="679673" cy="847733"/>
              </a:xfrm>
              <a:prstGeom prst="rect">
                <a:avLst/>
              </a:prstGeom>
              <a:blipFill>
                <a:blip r:embed="rId18"/>
                <a:stretch>
                  <a:fillRect l="-7407" t="-1493" r="-740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0996C36-2C2F-689B-50F2-E95213014675}"/>
              </a:ext>
            </a:extLst>
          </p:cNvPr>
          <p:cNvCxnSpPr/>
          <p:nvPr/>
        </p:nvCxnSpPr>
        <p:spPr>
          <a:xfrm>
            <a:off x="5150984" y="2463771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矢印コネクタ 99">
            <a:extLst>
              <a:ext uri="{FF2B5EF4-FFF2-40B4-BE49-F238E27FC236}">
                <a16:creationId xmlns:a16="http://schemas.microsoft.com/office/drawing/2014/main" id="{9727494A-2859-26A6-98F2-89E6450E1B57}"/>
              </a:ext>
            </a:extLst>
          </p:cNvPr>
          <p:cNvCxnSpPr/>
          <p:nvPr/>
        </p:nvCxnSpPr>
        <p:spPr>
          <a:xfrm>
            <a:off x="5405799" y="2452933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テキスト ボックス 100">
                <a:extLst>
                  <a:ext uri="{FF2B5EF4-FFF2-40B4-BE49-F238E27FC236}">
                    <a16:creationId xmlns:a16="http://schemas.microsoft.com/office/drawing/2014/main" id="{27F4B6E2-2861-59AB-7172-B553C2811007}"/>
                  </a:ext>
                </a:extLst>
              </p:cNvPr>
              <p:cNvSpPr txBox="1"/>
              <p:nvPr/>
            </p:nvSpPr>
            <p:spPr>
              <a:xfrm>
                <a:off x="5468882" y="2353267"/>
                <a:ext cx="623569" cy="5707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BY</m:t>
                          </m:r>
                        </m:sup>
                      </m:sSubSup>
                    </m:oMath>
                  </m:oMathPara>
                </a14:m>
                <a:endParaRPr kumimoji="1" lang="en-US" altLang="ja-JP" b="0" i="1" dirty="0">
                  <a:solidFill>
                    <a:srgbClr val="0000FF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(&lt;0)</m:t>
                      </m:r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1" name="テキスト ボックス 100">
                <a:extLst>
                  <a:ext uri="{FF2B5EF4-FFF2-40B4-BE49-F238E27FC236}">
                    <a16:creationId xmlns:a16="http://schemas.microsoft.com/office/drawing/2014/main" id="{27F4B6E2-2861-59AB-7172-B553C2811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882" y="2353267"/>
                <a:ext cx="623569" cy="570734"/>
              </a:xfrm>
              <a:prstGeom prst="rect">
                <a:avLst/>
              </a:prstGeom>
              <a:blipFill>
                <a:blip r:embed="rId19"/>
                <a:stretch>
                  <a:fillRect l="-12000" t="-2174" r="-12000" b="-173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0509B082-5469-F26C-8840-BBB00B6B80DF}"/>
              </a:ext>
            </a:extLst>
          </p:cNvPr>
          <p:cNvCxnSpPr/>
          <p:nvPr/>
        </p:nvCxnSpPr>
        <p:spPr>
          <a:xfrm>
            <a:off x="7013272" y="2980137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矢印コネクタ 103">
            <a:extLst>
              <a:ext uri="{FF2B5EF4-FFF2-40B4-BE49-F238E27FC236}">
                <a16:creationId xmlns:a16="http://schemas.microsoft.com/office/drawing/2014/main" id="{2A7080B4-3211-CD46-9B57-4F8A1C85073F}"/>
              </a:ext>
            </a:extLst>
          </p:cNvPr>
          <p:cNvCxnSpPr/>
          <p:nvPr/>
        </p:nvCxnSpPr>
        <p:spPr>
          <a:xfrm>
            <a:off x="7282320" y="2987683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テキスト ボックス 105">
                <a:extLst>
                  <a:ext uri="{FF2B5EF4-FFF2-40B4-BE49-F238E27FC236}">
                    <a16:creationId xmlns:a16="http://schemas.microsoft.com/office/drawing/2014/main" id="{32337C72-05DA-9CA7-A639-55BF6BACCFE0}"/>
                  </a:ext>
                </a:extLst>
              </p:cNvPr>
              <p:cNvSpPr txBox="1"/>
              <p:nvPr/>
            </p:nvSpPr>
            <p:spPr>
              <a:xfrm>
                <a:off x="5908336" y="1996153"/>
                <a:ext cx="1072153" cy="2972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FC</m:t>
                          </m:r>
                          <m:r>
                            <a:rPr kumimoji="1" lang="en-US" altLang="ja-JP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kumimoji="1" lang="en-US" altLang="ja-JP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(&lt;0)</m:t>
                      </m:r>
                    </m:oMath>
                  </m:oMathPara>
                </a14:m>
                <a:endParaRPr kumimoji="1" lang="ja-JP" alt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6" name="テキスト ボックス 105">
                <a:extLst>
                  <a:ext uri="{FF2B5EF4-FFF2-40B4-BE49-F238E27FC236}">
                    <a16:creationId xmlns:a16="http://schemas.microsoft.com/office/drawing/2014/main" id="{32337C72-05DA-9CA7-A639-55BF6BACC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8336" y="1996153"/>
                <a:ext cx="1072153" cy="297261"/>
              </a:xfrm>
              <a:prstGeom prst="rect">
                <a:avLst/>
              </a:prstGeom>
              <a:blipFill>
                <a:blip r:embed="rId20"/>
                <a:stretch>
                  <a:fillRect l="-2353" r="-7059" b="-28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95B51597-5633-178A-54BD-09E03D760A1F}"/>
              </a:ext>
            </a:extLst>
          </p:cNvPr>
          <p:cNvCxnSpPr/>
          <p:nvPr/>
        </p:nvCxnSpPr>
        <p:spPr>
          <a:xfrm>
            <a:off x="7002542" y="2035755"/>
            <a:ext cx="0" cy="30996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矢印コネクタ 107">
            <a:extLst>
              <a:ext uri="{FF2B5EF4-FFF2-40B4-BE49-F238E27FC236}">
                <a16:creationId xmlns:a16="http://schemas.microsoft.com/office/drawing/2014/main" id="{BC244664-A980-70E3-673D-8BD5250403B8}"/>
              </a:ext>
            </a:extLst>
          </p:cNvPr>
          <p:cNvCxnSpPr/>
          <p:nvPr/>
        </p:nvCxnSpPr>
        <p:spPr>
          <a:xfrm>
            <a:off x="7271590" y="2043301"/>
            <a:ext cx="0" cy="309966"/>
          </a:xfrm>
          <a:prstGeom prst="straightConnector1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テキスト ボックス 108">
                <a:extLst>
                  <a:ext uri="{FF2B5EF4-FFF2-40B4-BE49-F238E27FC236}">
                    <a16:creationId xmlns:a16="http://schemas.microsoft.com/office/drawing/2014/main" id="{8A09BBF9-DF16-A8EF-CFD1-D9E1D5DD5284}"/>
                  </a:ext>
                </a:extLst>
              </p:cNvPr>
              <p:cNvSpPr txBox="1"/>
              <p:nvPr/>
            </p:nvSpPr>
            <p:spPr>
              <a:xfrm>
                <a:off x="7325590" y="2019996"/>
                <a:ext cx="1072153" cy="2972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FC</m:t>
                          </m:r>
                          <m:r>
                            <a:rPr kumimoji="1" lang="en-US" altLang="ja-JP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kumimoji="1" lang="en-US" altLang="ja-JP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(≥0)</m:t>
                      </m:r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9" name="テキスト ボックス 108">
                <a:extLst>
                  <a:ext uri="{FF2B5EF4-FFF2-40B4-BE49-F238E27FC236}">
                    <a16:creationId xmlns:a16="http://schemas.microsoft.com/office/drawing/2014/main" id="{8A09BBF9-DF16-A8EF-CFD1-D9E1D5DD5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5590" y="2019996"/>
                <a:ext cx="1072153" cy="297261"/>
              </a:xfrm>
              <a:prstGeom prst="rect">
                <a:avLst/>
              </a:prstGeom>
              <a:blipFill>
                <a:blip r:embed="rId21"/>
                <a:stretch>
                  <a:fillRect l="-1163" r="-6977" b="-28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テキスト ボックス 109">
                <a:extLst>
                  <a:ext uri="{FF2B5EF4-FFF2-40B4-BE49-F238E27FC236}">
                    <a16:creationId xmlns:a16="http://schemas.microsoft.com/office/drawing/2014/main" id="{6220A6E2-9A99-83A7-8C43-7CFCF18FCA56}"/>
                  </a:ext>
                </a:extLst>
              </p:cNvPr>
              <p:cNvSpPr txBox="1"/>
              <p:nvPr/>
            </p:nvSpPr>
            <p:spPr>
              <a:xfrm>
                <a:off x="6613422" y="1512419"/>
                <a:ext cx="307007" cy="293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10" name="テキスト ボックス 109">
                <a:extLst>
                  <a:ext uri="{FF2B5EF4-FFF2-40B4-BE49-F238E27FC236}">
                    <a16:creationId xmlns:a16="http://schemas.microsoft.com/office/drawing/2014/main" id="{6220A6E2-9A99-83A7-8C43-7CFCF18FC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3422" y="1512419"/>
                <a:ext cx="307007" cy="293735"/>
              </a:xfrm>
              <a:prstGeom prst="rect">
                <a:avLst/>
              </a:prstGeom>
              <a:blipFill>
                <a:blip r:embed="rId28"/>
                <a:stretch>
                  <a:fillRect l="-16000" t="-4167" r="-8000" b="-12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テキスト ボックス 110">
                <a:extLst>
                  <a:ext uri="{FF2B5EF4-FFF2-40B4-BE49-F238E27FC236}">
                    <a16:creationId xmlns:a16="http://schemas.microsoft.com/office/drawing/2014/main" id="{598E5D4C-E5D4-2C21-148C-E5AEBF0F3004}"/>
                  </a:ext>
                </a:extLst>
              </p:cNvPr>
              <p:cNvSpPr txBox="1"/>
              <p:nvPr/>
            </p:nvSpPr>
            <p:spPr>
              <a:xfrm>
                <a:off x="7472870" y="957549"/>
                <a:ext cx="307007" cy="2830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sup>
                      </m:s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1" name="テキスト ボックス 110">
                <a:extLst>
                  <a:ext uri="{FF2B5EF4-FFF2-40B4-BE49-F238E27FC236}">
                    <a16:creationId xmlns:a16="http://schemas.microsoft.com/office/drawing/2014/main" id="{598E5D4C-E5D4-2C21-148C-E5AEBF0F3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2870" y="957549"/>
                <a:ext cx="307007" cy="283091"/>
              </a:xfrm>
              <a:prstGeom prst="rect">
                <a:avLst/>
              </a:prstGeom>
              <a:blipFill>
                <a:blip r:embed="rId29"/>
                <a:stretch>
                  <a:fillRect l="-16000" t="-4348" r="-4000" b="-86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テキスト ボックス 111">
                <a:extLst>
                  <a:ext uri="{FF2B5EF4-FFF2-40B4-BE49-F238E27FC236}">
                    <a16:creationId xmlns:a16="http://schemas.microsoft.com/office/drawing/2014/main" id="{0D1EE2A6-6136-CB21-5EB2-840E71DD80E2}"/>
                  </a:ext>
                </a:extLst>
              </p:cNvPr>
              <p:cNvSpPr txBox="1"/>
              <p:nvPr/>
            </p:nvSpPr>
            <p:spPr>
              <a:xfrm>
                <a:off x="6601672" y="957432"/>
                <a:ext cx="414344" cy="2835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FC</m:t>
                          </m:r>
                        </m:sup>
                      </m:s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2" name="テキスト ボックス 111">
                <a:extLst>
                  <a:ext uri="{FF2B5EF4-FFF2-40B4-BE49-F238E27FC236}">
                    <a16:creationId xmlns:a16="http://schemas.microsoft.com/office/drawing/2014/main" id="{0D1EE2A6-6136-CB21-5EB2-840E71DD8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1672" y="957432"/>
                <a:ext cx="414344" cy="283539"/>
              </a:xfrm>
              <a:prstGeom prst="rect">
                <a:avLst/>
              </a:prstGeom>
              <a:blipFill>
                <a:blip r:embed="rId30"/>
                <a:stretch>
                  <a:fillRect l="-5882" t="-4348" r="-29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テキスト ボックス 112">
                <a:extLst>
                  <a:ext uri="{FF2B5EF4-FFF2-40B4-BE49-F238E27FC236}">
                    <a16:creationId xmlns:a16="http://schemas.microsoft.com/office/drawing/2014/main" id="{3926D2EF-B1BE-8371-85D6-4D6D906F7B26}"/>
                  </a:ext>
                </a:extLst>
              </p:cNvPr>
              <p:cNvSpPr txBox="1"/>
              <p:nvPr/>
            </p:nvSpPr>
            <p:spPr>
              <a:xfrm>
                <a:off x="7016262" y="952748"/>
                <a:ext cx="431977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FD</m:t>
                          </m:r>
                        </m:sup>
                      </m:s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3" name="テキスト ボックス 112">
                <a:extLst>
                  <a:ext uri="{FF2B5EF4-FFF2-40B4-BE49-F238E27FC236}">
                    <a16:creationId xmlns:a16="http://schemas.microsoft.com/office/drawing/2014/main" id="{3926D2EF-B1BE-8371-85D6-4D6D906F7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6262" y="952748"/>
                <a:ext cx="431977" cy="281937"/>
              </a:xfrm>
              <a:prstGeom prst="rect">
                <a:avLst/>
              </a:prstGeom>
              <a:blipFill>
                <a:blip r:embed="rId31"/>
                <a:stretch>
                  <a:fillRect l="-5714" t="-4167" r="-285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テキスト ボックス 114">
                <a:extLst>
                  <a:ext uri="{FF2B5EF4-FFF2-40B4-BE49-F238E27FC236}">
                    <a16:creationId xmlns:a16="http://schemas.microsoft.com/office/drawing/2014/main" id="{BE828F78-BD16-423E-034F-4B938C8F351B}"/>
                  </a:ext>
                </a:extLst>
              </p:cNvPr>
              <p:cNvSpPr txBox="1"/>
              <p:nvPr/>
            </p:nvSpPr>
            <p:spPr>
              <a:xfrm>
                <a:off x="4522953" y="940412"/>
                <a:ext cx="650737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BY</m:t>
                          </m:r>
                        </m:sup>
                      </m:sSup>
                    </m:oMath>
                  </m:oMathPara>
                </a14:m>
                <a:endParaRPr lang="ja-JP" altLang="en-US"/>
              </a:p>
            </p:txBody>
          </p:sp>
        </mc:Choice>
        <mc:Fallback xmlns="">
          <p:sp>
            <p:nvSpPr>
              <p:cNvPr id="115" name="テキスト ボックス 114">
                <a:extLst>
                  <a:ext uri="{FF2B5EF4-FFF2-40B4-BE49-F238E27FC236}">
                    <a16:creationId xmlns:a16="http://schemas.microsoft.com/office/drawing/2014/main" id="{BE828F78-BD16-423E-034F-4B938C8F3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2953" y="940412"/>
                <a:ext cx="650737" cy="37427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BD8D4695-2781-EF77-7855-091A41EF9B8F}"/>
              </a:ext>
            </a:extLst>
          </p:cNvPr>
          <p:cNvCxnSpPr/>
          <p:nvPr/>
        </p:nvCxnSpPr>
        <p:spPr>
          <a:xfrm>
            <a:off x="2805977" y="2466129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テキスト ボックス 117">
                <a:extLst>
                  <a:ext uri="{FF2B5EF4-FFF2-40B4-BE49-F238E27FC236}">
                    <a16:creationId xmlns:a16="http://schemas.microsoft.com/office/drawing/2014/main" id="{69E15EBF-5593-1156-BC1C-7E3A59B258FD}"/>
                  </a:ext>
                </a:extLst>
              </p:cNvPr>
              <p:cNvSpPr txBox="1"/>
              <p:nvPr/>
            </p:nvSpPr>
            <p:spPr>
              <a:xfrm>
                <a:off x="2859977" y="2442824"/>
                <a:ext cx="368627" cy="3109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18" name="テキスト ボックス 117">
                <a:extLst>
                  <a:ext uri="{FF2B5EF4-FFF2-40B4-BE49-F238E27FC236}">
                    <a16:creationId xmlns:a16="http://schemas.microsoft.com/office/drawing/2014/main" id="{69E15EBF-5593-1156-BC1C-7E3A59B25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9977" y="2442824"/>
                <a:ext cx="368627" cy="310983"/>
              </a:xfrm>
              <a:prstGeom prst="rect">
                <a:avLst/>
              </a:prstGeom>
              <a:blipFill>
                <a:blip r:embed="rId33"/>
                <a:stretch>
                  <a:fillRect l="-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9" name="直線矢印コネクタ 118">
            <a:extLst>
              <a:ext uri="{FF2B5EF4-FFF2-40B4-BE49-F238E27FC236}">
                <a16:creationId xmlns:a16="http://schemas.microsoft.com/office/drawing/2014/main" id="{EDA2F393-13C4-D533-294A-802B0DD2BD22}"/>
              </a:ext>
            </a:extLst>
          </p:cNvPr>
          <p:cNvCxnSpPr/>
          <p:nvPr/>
        </p:nvCxnSpPr>
        <p:spPr>
          <a:xfrm>
            <a:off x="2948025" y="4064463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テキスト ボックス 119">
                <a:extLst>
                  <a:ext uri="{FF2B5EF4-FFF2-40B4-BE49-F238E27FC236}">
                    <a16:creationId xmlns:a16="http://schemas.microsoft.com/office/drawing/2014/main" id="{E9A76220-9F8C-FBEA-2EF4-E81F3936DB6A}"/>
                  </a:ext>
                </a:extLst>
              </p:cNvPr>
              <p:cNvSpPr txBox="1"/>
              <p:nvPr/>
            </p:nvSpPr>
            <p:spPr>
              <a:xfrm>
                <a:off x="2466909" y="4059990"/>
                <a:ext cx="465064" cy="3122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DA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20" name="テキスト ボックス 119">
                <a:extLst>
                  <a:ext uri="{FF2B5EF4-FFF2-40B4-BE49-F238E27FC236}">
                    <a16:creationId xmlns:a16="http://schemas.microsoft.com/office/drawing/2014/main" id="{E9A76220-9F8C-FBEA-2EF4-E81F3936D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6909" y="4059990"/>
                <a:ext cx="465064" cy="312265"/>
              </a:xfrm>
              <a:prstGeom prst="rect">
                <a:avLst/>
              </a:prstGeom>
              <a:blipFill>
                <a:blip r:embed="rId34"/>
                <a:stretch>
                  <a:fillRect l="-5405" r="-270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2" name="直線矢印コネクタ 121">
            <a:extLst>
              <a:ext uri="{FF2B5EF4-FFF2-40B4-BE49-F238E27FC236}">
                <a16:creationId xmlns:a16="http://schemas.microsoft.com/office/drawing/2014/main" id="{FE637349-EB19-BF03-4A01-653C252B079E}"/>
              </a:ext>
            </a:extLst>
          </p:cNvPr>
          <p:cNvCxnSpPr/>
          <p:nvPr/>
        </p:nvCxnSpPr>
        <p:spPr>
          <a:xfrm>
            <a:off x="4791370" y="4092090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テキスト ボックス 122">
                <a:extLst>
                  <a:ext uri="{FF2B5EF4-FFF2-40B4-BE49-F238E27FC236}">
                    <a16:creationId xmlns:a16="http://schemas.microsoft.com/office/drawing/2014/main" id="{00EF1EF1-5FF3-9C90-BFBB-A59A14012C84}"/>
                  </a:ext>
                </a:extLst>
              </p:cNvPr>
              <p:cNvSpPr txBox="1"/>
              <p:nvPr/>
            </p:nvSpPr>
            <p:spPr>
              <a:xfrm>
                <a:off x="4857324" y="4062781"/>
                <a:ext cx="463460" cy="3109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DB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23" name="テキスト ボックス 122">
                <a:extLst>
                  <a:ext uri="{FF2B5EF4-FFF2-40B4-BE49-F238E27FC236}">
                    <a16:creationId xmlns:a16="http://schemas.microsoft.com/office/drawing/2014/main" id="{00EF1EF1-5FF3-9C90-BFBB-A59A14012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324" y="4062781"/>
                <a:ext cx="463460" cy="310983"/>
              </a:xfrm>
              <a:prstGeom prst="rect">
                <a:avLst/>
              </a:prstGeom>
              <a:blipFill>
                <a:blip r:embed="rId35"/>
                <a:stretch>
                  <a:fillRect l="-5263" r="-2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" name="直線矢印コネクタ 123">
            <a:extLst>
              <a:ext uri="{FF2B5EF4-FFF2-40B4-BE49-F238E27FC236}">
                <a16:creationId xmlns:a16="http://schemas.microsoft.com/office/drawing/2014/main" id="{6AAD1DAB-DB60-4ED9-A193-AB263D25E792}"/>
              </a:ext>
            </a:extLst>
          </p:cNvPr>
          <p:cNvCxnSpPr/>
          <p:nvPr/>
        </p:nvCxnSpPr>
        <p:spPr>
          <a:xfrm>
            <a:off x="6512170" y="4105668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テキスト ボックス 124">
                <a:extLst>
                  <a:ext uri="{FF2B5EF4-FFF2-40B4-BE49-F238E27FC236}">
                    <a16:creationId xmlns:a16="http://schemas.microsoft.com/office/drawing/2014/main" id="{7E7E7E25-7997-4764-78E7-78C4B49757D6}"/>
                  </a:ext>
                </a:extLst>
              </p:cNvPr>
              <p:cNvSpPr txBox="1"/>
              <p:nvPr/>
            </p:nvSpPr>
            <p:spPr>
              <a:xfrm>
                <a:off x="6578124" y="4076359"/>
                <a:ext cx="453842" cy="3145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DC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25" name="テキスト ボックス 124">
                <a:extLst>
                  <a:ext uri="{FF2B5EF4-FFF2-40B4-BE49-F238E27FC236}">
                    <a16:creationId xmlns:a16="http://schemas.microsoft.com/office/drawing/2014/main" id="{7E7E7E25-7997-4764-78E7-78C4B49757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8124" y="4076359"/>
                <a:ext cx="453842" cy="314510"/>
              </a:xfrm>
              <a:prstGeom prst="rect">
                <a:avLst/>
              </a:prstGeom>
              <a:blipFill>
                <a:blip r:embed="rId36"/>
                <a:stretch>
                  <a:fillRect l="-2703" t="-4000" r="-270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6" name="直線矢印コネクタ 125">
            <a:extLst>
              <a:ext uri="{FF2B5EF4-FFF2-40B4-BE49-F238E27FC236}">
                <a16:creationId xmlns:a16="http://schemas.microsoft.com/office/drawing/2014/main" id="{AE49E4A1-545C-A14E-7819-3B1EB7DAFCF6}"/>
              </a:ext>
            </a:extLst>
          </p:cNvPr>
          <p:cNvCxnSpPr/>
          <p:nvPr/>
        </p:nvCxnSpPr>
        <p:spPr>
          <a:xfrm>
            <a:off x="7524078" y="2469672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テキスト ボックス 126">
                <a:extLst>
                  <a:ext uri="{FF2B5EF4-FFF2-40B4-BE49-F238E27FC236}">
                    <a16:creationId xmlns:a16="http://schemas.microsoft.com/office/drawing/2014/main" id="{DA6AB188-A40E-B11F-05DF-67348904F8A5}"/>
                  </a:ext>
                </a:extLst>
              </p:cNvPr>
              <p:cNvSpPr txBox="1"/>
              <p:nvPr/>
            </p:nvSpPr>
            <p:spPr>
              <a:xfrm>
                <a:off x="7578078" y="2446367"/>
                <a:ext cx="429798" cy="3145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FC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27" name="テキスト ボックス 126">
                <a:extLst>
                  <a:ext uri="{FF2B5EF4-FFF2-40B4-BE49-F238E27FC236}">
                    <a16:creationId xmlns:a16="http://schemas.microsoft.com/office/drawing/2014/main" id="{DA6AB188-A40E-B11F-05DF-67348904F8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8078" y="2446367"/>
                <a:ext cx="429798" cy="314510"/>
              </a:xfrm>
              <a:prstGeom prst="rect">
                <a:avLst/>
              </a:prstGeom>
              <a:blipFill>
                <a:blip r:embed="rId37"/>
                <a:stretch>
                  <a:fillRect l="-5714" r="-285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8" name="直線矢印コネクタ 127">
            <a:extLst>
              <a:ext uri="{FF2B5EF4-FFF2-40B4-BE49-F238E27FC236}">
                <a16:creationId xmlns:a16="http://schemas.microsoft.com/office/drawing/2014/main" id="{1008F067-DFCC-8F14-64B2-C9A97080180E}"/>
              </a:ext>
            </a:extLst>
          </p:cNvPr>
          <p:cNvCxnSpPr/>
          <p:nvPr/>
        </p:nvCxnSpPr>
        <p:spPr>
          <a:xfrm>
            <a:off x="6763067" y="2482311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テキスト ボックス 128">
                <a:extLst>
                  <a:ext uri="{FF2B5EF4-FFF2-40B4-BE49-F238E27FC236}">
                    <a16:creationId xmlns:a16="http://schemas.microsoft.com/office/drawing/2014/main" id="{632AA31E-BEE8-D04E-8585-FCD194199972}"/>
                  </a:ext>
                </a:extLst>
              </p:cNvPr>
              <p:cNvSpPr txBox="1"/>
              <p:nvPr/>
            </p:nvSpPr>
            <p:spPr>
              <a:xfrm>
                <a:off x="6292513" y="2475297"/>
                <a:ext cx="447430" cy="3109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FD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29" name="テキスト ボックス 128">
                <a:extLst>
                  <a:ext uri="{FF2B5EF4-FFF2-40B4-BE49-F238E27FC236}">
                    <a16:creationId xmlns:a16="http://schemas.microsoft.com/office/drawing/2014/main" id="{632AA31E-BEE8-D04E-8585-FCD194199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513" y="2475297"/>
                <a:ext cx="447430" cy="310983"/>
              </a:xfrm>
              <a:prstGeom prst="rect">
                <a:avLst/>
              </a:prstGeom>
              <a:blipFill>
                <a:blip r:embed="rId38"/>
                <a:stretch>
                  <a:fillRect l="-5556" r="-277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テキスト ボックス 129">
                <a:extLst>
                  <a:ext uri="{FF2B5EF4-FFF2-40B4-BE49-F238E27FC236}">
                    <a16:creationId xmlns:a16="http://schemas.microsoft.com/office/drawing/2014/main" id="{8B967D46-FC16-03F4-FAE7-4E9B6E6A08A8}"/>
                  </a:ext>
                </a:extLst>
              </p:cNvPr>
              <p:cNvSpPr txBox="1"/>
              <p:nvPr/>
            </p:nvSpPr>
            <p:spPr>
              <a:xfrm>
                <a:off x="5008465" y="927435"/>
                <a:ext cx="650737" cy="3860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BY</m:t>
                          </m:r>
                        </m:sup>
                      </m:sSubSup>
                    </m:oMath>
                  </m:oMathPara>
                </a14:m>
                <a:endParaRPr lang="ja-JP" altLang="en-US"/>
              </a:p>
            </p:txBody>
          </p:sp>
        </mc:Choice>
        <mc:Fallback xmlns="">
          <p:sp>
            <p:nvSpPr>
              <p:cNvPr id="130" name="テキスト ボックス 129">
                <a:extLst>
                  <a:ext uri="{FF2B5EF4-FFF2-40B4-BE49-F238E27FC236}">
                    <a16:creationId xmlns:a16="http://schemas.microsoft.com/office/drawing/2014/main" id="{8B967D46-FC16-03F4-FAE7-4E9B6E6A0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8465" y="927435"/>
                <a:ext cx="650737" cy="386068"/>
              </a:xfrm>
              <a:prstGeom prst="rect">
                <a:avLst/>
              </a:prstGeom>
              <a:blipFill>
                <a:blip r:embed="rId39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テキスト ボックス 130">
                <a:extLst>
                  <a:ext uri="{FF2B5EF4-FFF2-40B4-BE49-F238E27FC236}">
                    <a16:creationId xmlns:a16="http://schemas.microsoft.com/office/drawing/2014/main" id="{B180EE3C-B00C-F72E-6211-38D14B925579}"/>
                  </a:ext>
                </a:extLst>
              </p:cNvPr>
              <p:cNvSpPr txBox="1"/>
              <p:nvPr/>
            </p:nvSpPr>
            <p:spPr>
              <a:xfrm>
                <a:off x="5447513" y="927435"/>
                <a:ext cx="650737" cy="3860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SL</m:t>
                          </m:r>
                        </m:sup>
                      </m:sSubSup>
                    </m:oMath>
                  </m:oMathPara>
                </a14:m>
                <a:endParaRPr lang="ja-JP" altLang="en-US"/>
              </a:p>
            </p:txBody>
          </p:sp>
        </mc:Choice>
        <mc:Fallback xmlns="">
          <p:sp>
            <p:nvSpPr>
              <p:cNvPr id="131" name="テキスト ボックス 130">
                <a:extLst>
                  <a:ext uri="{FF2B5EF4-FFF2-40B4-BE49-F238E27FC236}">
                    <a16:creationId xmlns:a16="http://schemas.microsoft.com/office/drawing/2014/main" id="{B180EE3C-B00C-F72E-6211-38D14B925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513" y="927435"/>
                <a:ext cx="650737" cy="386068"/>
              </a:xfrm>
              <a:prstGeom prst="rect">
                <a:avLst/>
              </a:prstGeom>
              <a:blipFill>
                <a:blip r:embed="rId40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0144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14277E4-B48A-98F3-FE34-BECFA859ABE7}"/>
              </a:ext>
            </a:extLst>
          </p:cNvPr>
          <p:cNvCxnSpPr>
            <a:cxnSpLocks/>
            <a:stCxn id="85" idx="3"/>
          </p:cNvCxnSpPr>
          <p:nvPr/>
        </p:nvCxnSpPr>
        <p:spPr>
          <a:xfrm>
            <a:off x="1095991" y="3512956"/>
            <a:ext cx="8217325" cy="4204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円/楕円 6">
            <a:extLst>
              <a:ext uri="{FF2B5EF4-FFF2-40B4-BE49-F238E27FC236}">
                <a16:creationId xmlns:a16="http://schemas.microsoft.com/office/drawing/2014/main" id="{75ED679D-FF7C-0045-8CEF-DC2510987D6F}"/>
              </a:ext>
            </a:extLst>
          </p:cNvPr>
          <p:cNvSpPr/>
          <p:nvPr/>
        </p:nvSpPr>
        <p:spPr>
          <a:xfrm>
            <a:off x="2397999" y="3474144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A249D05-BF45-4568-FE48-5C54145C9722}"/>
              </a:ext>
            </a:extLst>
          </p:cNvPr>
          <p:cNvCxnSpPr>
            <a:cxnSpLocks/>
          </p:cNvCxnSpPr>
          <p:nvPr/>
        </p:nvCxnSpPr>
        <p:spPr>
          <a:xfrm>
            <a:off x="2451999" y="2787916"/>
            <a:ext cx="0" cy="74022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1CBB1B8-3C67-FBE0-3CF9-99D52BAF9724}"/>
              </a:ext>
            </a:extLst>
          </p:cNvPr>
          <p:cNvSpPr/>
          <p:nvPr/>
        </p:nvSpPr>
        <p:spPr>
          <a:xfrm>
            <a:off x="2203570" y="2427916"/>
            <a:ext cx="496857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25FA8187-EADC-35C5-2A43-1AA109CC0CC7}"/>
                  </a:ext>
                </a:extLst>
              </p:cNvPr>
              <p:cNvSpPr txBox="1"/>
              <p:nvPr/>
            </p:nvSpPr>
            <p:spPr>
              <a:xfrm>
                <a:off x="2203570" y="2427916"/>
                <a:ext cx="507703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25FA8187-EADC-35C5-2A43-1AA109CC0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570" y="2427916"/>
                <a:ext cx="507703" cy="3742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DEE6A96D-008D-1636-C01E-63FBE0A8AD35}"/>
              </a:ext>
            </a:extLst>
          </p:cNvPr>
          <p:cNvCxnSpPr>
            <a:cxnSpLocks/>
          </p:cNvCxnSpPr>
          <p:nvPr/>
        </p:nvCxnSpPr>
        <p:spPr>
          <a:xfrm>
            <a:off x="2451998" y="1937657"/>
            <a:ext cx="0" cy="49025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フレーム 17">
            <a:extLst>
              <a:ext uri="{FF2B5EF4-FFF2-40B4-BE49-F238E27FC236}">
                <a16:creationId xmlns:a16="http://schemas.microsoft.com/office/drawing/2014/main" id="{652BCFFE-58E7-17AB-B501-E7F8E9CCC480}"/>
              </a:ext>
            </a:extLst>
          </p:cNvPr>
          <p:cNvSpPr/>
          <p:nvPr/>
        </p:nvSpPr>
        <p:spPr>
          <a:xfrm>
            <a:off x="2171806" y="1379974"/>
            <a:ext cx="560384" cy="557683"/>
          </a:xfrm>
          <a:prstGeom prst="fram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5B6DAECD-0BFB-41C2-B222-A7448505B310}"/>
                  </a:ext>
                </a:extLst>
              </p:cNvPr>
              <p:cNvSpPr txBox="1"/>
              <p:nvPr/>
            </p:nvSpPr>
            <p:spPr>
              <a:xfrm>
                <a:off x="2220383" y="1500165"/>
                <a:ext cx="511807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5B6DAECD-0BFB-41C2-B222-A7448505B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0383" y="1500165"/>
                <a:ext cx="511807" cy="3742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円/楕円 19">
            <a:extLst>
              <a:ext uri="{FF2B5EF4-FFF2-40B4-BE49-F238E27FC236}">
                <a16:creationId xmlns:a16="http://schemas.microsoft.com/office/drawing/2014/main" id="{89606024-F7A9-8A5A-BD58-CB1F7936B4BB}"/>
              </a:ext>
            </a:extLst>
          </p:cNvPr>
          <p:cNvSpPr/>
          <p:nvPr/>
        </p:nvSpPr>
        <p:spPr>
          <a:xfrm>
            <a:off x="3311453" y="3474144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59B93D07-6262-0912-2B85-5F80B0092A4F}"/>
              </a:ext>
            </a:extLst>
          </p:cNvPr>
          <p:cNvCxnSpPr>
            <a:cxnSpLocks/>
          </p:cNvCxnSpPr>
          <p:nvPr/>
        </p:nvCxnSpPr>
        <p:spPr>
          <a:xfrm>
            <a:off x="3365453" y="3582143"/>
            <a:ext cx="0" cy="504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3B13FEE8-51A1-C560-754F-286282B2B4FC}"/>
              </a:ext>
            </a:extLst>
          </p:cNvPr>
          <p:cNvSpPr/>
          <p:nvPr/>
        </p:nvSpPr>
        <p:spPr>
          <a:xfrm>
            <a:off x="3111601" y="4041158"/>
            <a:ext cx="496857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269C05C1-A689-BF74-2124-6168BF99529D}"/>
                  </a:ext>
                </a:extLst>
              </p:cNvPr>
              <p:cNvSpPr txBox="1"/>
              <p:nvPr/>
            </p:nvSpPr>
            <p:spPr>
              <a:xfrm>
                <a:off x="3057940" y="4043037"/>
                <a:ext cx="640753" cy="375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DA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269C05C1-A689-BF74-2124-6168BF995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940" y="4043037"/>
                <a:ext cx="640753" cy="3755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47E0A024-73B7-F5BC-841E-719AEDC18291}"/>
              </a:ext>
            </a:extLst>
          </p:cNvPr>
          <p:cNvCxnSpPr>
            <a:cxnSpLocks/>
          </p:cNvCxnSpPr>
          <p:nvPr/>
        </p:nvCxnSpPr>
        <p:spPr>
          <a:xfrm>
            <a:off x="3360029" y="4401157"/>
            <a:ext cx="0" cy="468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フレーム 25">
            <a:extLst>
              <a:ext uri="{FF2B5EF4-FFF2-40B4-BE49-F238E27FC236}">
                <a16:creationId xmlns:a16="http://schemas.microsoft.com/office/drawing/2014/main" id="{888D3636-5CEB-DEF2-DAE7-900AAE7CB35F}"/>
              </a:ext>
            </a:extLst>
          </p:cNvPr>
          <p:cNvSpPr/>
          <p:nvPr/>
        </p:nvSpPr>
        <p:spPr>
          <a:xfrm>
            <a:off x="3091447" y="4860750"/>
            <a:ext cx="560384" cy="557683"/>
          </a:xfrm>
          <a:prstGeom prst="fram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7EB081C8-24EE-4A0E-B4CE-6391B3B17BF5}"/>
                  </a:ext>
                </a:extLst>
              </p:cNvPr>
              <p:cNvSpPr txBox="1"/>
              <p:nvPr/>
            </p:nvSpPr>
            <p:spPr>
              <a:xfrm>
                <a:off x="3140024" y="4980941"/>
                <a:ext cx="529247" cy="375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7EB081C8-24EE-4A0E-B4CE-6391B3B17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0024" y="4980941"/>
                <a:ext cx="529247" cy="3755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円/楕円 27">
            <a:extLst>
              <a:ext uri="{FF2B5EF4-FFF2-40B4-BE49-F238E27FC236}">
                <a16:creationId xmlns:a16="http://schemas.microsoft.com/office/drawing/2014/main" id="{E4276BB0-39CF-4DFA-3F15-8CD06268024C}"/>
              </a:ext>
            </a:extLst>
          </p:cNvPr>
          <p:cNvSpPr/>
          <p:nvPr/>
        </p:nvSpPr>
        <p:spPr>
          <a:xfrm>
            <a:off x="4347048" y="3476862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1491D7F4-388F-8153-C19A-7CF18EB0E587}"/>
              </a:ext>
            </a:extLst>
          </p:cNvPr>
          <p:cNvCxnSpPr>
            <a:cxnSpLocks/>
          </p:cNvCxnSpPr>
          <p:nvPr/>
        </p:nvCxnSpPr>
        <p:spPr>
          <a:xfrm>
            <a:off x="4401048" y="3584861"/>
            <a:ext cx="0" cy="504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09A45A7A-ADBA-2492-6CEE-685A3C8CBB44}"/>
              </a:ext>
            </a:extLst>
          </p:cNvPr>
          <p:cNvSpPr/>
          <p:nvPr/>
        </p:nvSpPr>
        <p:spPr>
          <a:xfrm>
            <a:off x="4147196" y="4043876"/>
            <a:ext cx="496857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01BAAAF8-AF8B-9A45-DB8C-489B1927A84B}"/>
                  </a:ext>
                </a:extLst>
              </p:cNvPr>
              <p:cNvSpPr txBox="1"/>
              <p:nvPr/>
            </p:nvSpPr>
            <p:spPr>
              <a:xfrm>
                <a:off x="4093535" y="4045755"/>
                <a:ext cx="639149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DB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01BAAAF8-AF8B-9A45-DB8C-489B1927A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3535" y="4045755"/>
                <a:ext cx="639149" cy="3742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C1711B4D-07F6-237A-E8A0-B483161637EB}"/>
              </a:ext>
            </a:extLst>
          </p:cNvPr>
          <p:cNvCxnSpPr>
            <a:cxnSpLocks/>
          </p:cNvCxnSpPr>
          <p:nvPr/>
        </p:nvCxnSpPr>
        <p:spPr>
          <a:xfrm>
            <a:off x="4395624" y="4403875"/>
            <a:ext cx="0" cy="468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フレーム 32">
            <a:extLst>
              <a:ext uri="{FF2B5EF4-FFF2-40B4-BE49-F238E27FC236}">
                <a16:creationId xmlns:a16="http://schemas.microsoft.com/office/drawing/2014/main" id="{A24786AF-E562-08B8-359C-3063F5D1F7FC}"/>
              </a:ext>
            </a:extLst>
          </p:cNvPr>
          <p:cNvSpPr/>
          <p:nvPr/>
        </p:nvSpPr>
        <p:spPr>
          <a:xfrm>
            <a:off x="4127042" y="4863468"/>
            <a:ext cx="560384" cy="557683"/>
          </a:xfrm>
          <a:prstGeom prst="fram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05FBB14C-260D-2685-A3F3-8B28D5DDF6FB}"/>
                  </a:ext>
                </a:extLst>
              </p:cNvPr>
              <p:cNvSpPr txBox="1"/>
              <p:nvPr/>
            </p:nvSpPr>
            <p:spPr>
              <a:xfrm>
                <a:off x="4175619" y="4983659"/>
                <a:ext cx="527644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05FBB14C-260D-2685-A3F3-8B28D5DDF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5619" y="4983659"/>
                <a:ext cx="527644" cy="3742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円/楕円 34">
            <a:extLst>
              <a:ext uri="{FF2B5EF4-FFF2-40B4-BE49-F238E27FC236}">
                <a16:creationId xmlns:a16="http://schemas.microsoft.com/office/drawing/2014/main" id="{B8B15F07-370C-8369-878C-68EDBD216780}"/>
              </a:ext>
            </a:extLst>
          </p:cNvPr>
          <p:cNvSpPr/>
          <p:nvPr/>
        </p:nvSpPr>
        <p:spPr>
          <a:xfrm>
            <a:off x="5232044" y="3479809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5C9DDAF0-41F1-E22E-185F-1FCBF0EFD49C}"/>
              </a:ext>
            </a:extLst>
          </p:cNvPr>
          <p:cNvCxnSpPr>
            <a:cxnSpLocks/>
            <a:endCxn id="35" idx="4"/>
          </p:cNvCxnSpPr>
          <p:nvPr/>
        </p:nvCxnSpPr>
        <p:spPr>
          <a:xfrm>
            <a:off x="5286043" y="1943322"/>
            <a:ext cx="1" cy="164448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フレーム 39">
            <a:extLst>
              <a:ext uri="{FF2B5EF4-FFF2-40B4-BE49-F238E27FC236}">
                <a16:creationId xmlns:a16="http://schemas.microsoft.com/office/drawing/2014/main" id="{4C8D3868-567B-64E9-DF54-7121C7679C55}"/>
              </a:ext>
            </a:extLst>
          </p:cNvPr>
          <p:cNvSpPr/>
          <p:nvPr/>
        </p:nvSpPr>
        <p:spPr>
          <a:xfrm>
            <a:off x="5005851" y="1385639"/>
            <a:ext cx="560384" cy="557683"/>
          </a:xfrm>
          <a:prstGeom prst="fram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DF9B5BE9-9ECA-C7EC-B4A4-97725AB39D8C}"/>
                  </a:ext>
                </a:extLst>
              </p:cNvPr>
              <p:cNvSpPr txBox="1"/>
              <p:nvPr/>
            </p:nvSpPr>
            <p:spPr>
              <a:xfrm>
                <a:off x="5097690" y="1497156"/>
                <a:ext cx="3767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b="0" i="0" smtClean="0"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DF9B5BE9-9ECA-C7EC-B4A4-97725AB39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690" y="1497156"/>
                <a:ext cx="37670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円/楕円 42">
            <a:extLst>
              <a:ext uri="{FF2B5EF4-FFF2-40B4-BE49-F238E27FC236}">
                <a16:creationId xmlns:a16="http://schemas.microsoft.com/office/drawing/2014/main" id="{0BEE8476-538E-4D98-B791-11B722253C70}"/>
              </a:ext>
            </a:extLst>
          </p:cNvPr>
          <p:cNvSpPr/>
          <p:nvPr/>
        </p:nvSpPr>
        <p:spPr>
          <a:xfrm>
            <a:off x="6093101" y="3498337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7FF0B18B-B21F-433F-2E4A-39496F46FC9B}"/>
              </a:ext>
            </a:extLst>
          </p:cNvPr>
          <p:cNvCxnSpPr>
            <a:cxnSpLocks/>
          </p:cNvCxnSpPr>
          <p:nvPr/>
        </p:nvCxnSpPr>
        <p:spPr>
          <a:xfrm>
            <a:off x="6147101" y="3606336"/>
            <a:ext cx="0" cy="504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6276E33D-193F-081B-A676-33A5803AC207}"/>
              </a:ext>
            </a:extLst>
          </p:cNvPr>
          <p:cNvSpPr/>
          <p:nvPr/>
        </p:nvSpPr>
        <p:spPr>
          <a:xfrm>
            <a:off x="5893249" y="4065351"/>
            <a:ext cx="496857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2A2BAA21-F131-9F43-A82E-DD757753ED5A}"/>
                  </a:ext>
                </a:extLst>
              </p:cNvPr>
              <p:cNvSpPr txBox="1"/>
              <p:nvPr/>
            </p:nvSpPr>
            <p:spPr>
              <a:xfrm>
                <a:off x="5839588" y="4067230"/>
                <a:ext cx="629531" cy="3758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DC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2A2BAA21-F131-9F43-A82E-DD757753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588" y="4067230"/>
                <a:ext cx="629531" cy="3758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461CA108-7EC6-ACD7-0CE8-E36D599C59C4}"/>
              </a:ext>
            </a:extLst>
          </p:cNvPr>
          <p:cNvCxnSpPr>
            <a:cxnSpLocks/>
          </p:cNvCxnSpPr>
          <p:nvPr/>
        </p:nvCxnSpPr>
        <p:spPr>
          <a:xfrm>
            <a:off x="6141677" y="4425350"/>
            <a:ext cx="0" cy="468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フレーム 47">
            <a:extLst>
              <a:ext uri="{FF2B5EF4-FFF2-40B4-BE49-F238E27FC236}">
                <a16:creationId xmlns:a16="http://schemas.microsoft.com/office/drawing/2014/main" id="{18D1B3DC-EC20-92EB-8708-73DC64F69CB6}"/>
              </a:ext>
            </a:extLst>
          </p:cNvPr>
          <p:cNvSpPr/>
          <p:nvPr/>
        </p:nvSpPr>
        <p:spPr>
          <a:xfrm>
            <a:off x="5873095" y="4884943"/>
            <a:ext cx="560384" cy="557683"/>
          </a:xfrm>
          <a:prstGeom prst="fram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45FD1D99-ECDE-0CDB-87DE-36F694D1AAD5}"/>
                  </a:ext>
                </a:extLst>
              </p:cNvPr>
              <p:cNvSpPr txBox="1"/>
              <p:nvPr/>
            </p:nvSpPr>
            <p:spPr>
              <a:xfrm>
                <a:off x="5921672" y="5005134"/>
                <a:ext cx="518027" cy="3758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45FD1D99-ECDE-0CDB-87DE-36F694D1A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672" y="5005134"/>
                <a:ext cx="518027" cy="37587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円/楕円 51">
            <a:extLst>
              <a:ext uri="{FF2B5EF4-FFF2-40B4-BE49-F238E27FC236}">
                <a16:creationId xmlns:a16="http://schemas.microsoft.com/office/drawing/2014/main" id="{A537D358-BFBC-308B-4EB2-09A943B01293}"/>
              </a:ext>
            </a:extLst>
          </p:cNvPr>
          <p:cNvSpPr/>
          <p:nvPr/>
        </p:nvSpPr>
        <p:spPr>
          <a:xfrm>
            <a:off x="7364887" y="3494240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6122CD6D-8D72-6A80-D860-46C677EEA234}"/>
              </a:ext>
            </a:extLst>
          </p:cNvPr>
          <p:cNvSpPr/>
          <p:nvPr/>
        </p:nvSpPr>
        <p:spPr>
          <a:xfrm>
            <a:off x="8157227" y="2448012"/>
            <a:ext cx="496857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テキスト ボックス 54">
                <a:extLst>
                  <a:ext uri="{FF2B5EF4-FFF2-40B4-BE49-F238E27FC236}">
                    <a16:creationId xmlns:a16="http://schemas.microsoft.com/office/drawing/2014/main" id="{65764B0E-B6E7-AB8B-259E-F42767E54100}"/>
                  </a:ext>
                </a:extLst>
              </p:cNvPr>
              <p:cNvSpPr txBox="1"/>
              <p:nvPr/>
            </p:nvSpPr>
            <p:spPr>
              <a:xfrm>
                <a:off x="8109100" y="2448012"/>
                <a:ext cx="615104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BF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55" name="テキスト ボックス 54">
                <a:extLst>
                  <a:ext uri="{FF2B5EF4-FFF2-40B4-BE49-F238E27FC236}">
                    <a16:creationId xmlns:a16="http://schemas.microsoft.com/office/drawing/2014/main" id="{65764B0E-B6E7-AB8B-259E-F42767E54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9100" y="2448012"/>
                <a:ext cx="615104" cy="37427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E0E66572-4072-D8A2-C6F6-E22A0999C2E5}"/>
              </a:ext>
            </a:extLst>
          </p:cNvPr>
          <p:cNvCxnSpPr>
            <a:cxnSpLocks/>
          </p:cNvCxnSpPr>
          <p:nvPr/>
        </p:nvCxnSpPr>
        <p:spPr>
          <a:xfrm>
            <a:off x="8405655" y="1957753"/>
            <a:ext cx="0" cy="49025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テキスト ボックス 57">
                <a:extLst>
                  <a:ext uri="{FF2B5EF4-FFF2-40B4-BE49-F238E27FC236}">
                    <a16:creationId xmlns:a16="http://schemas.microsoft.com/office/drawing/2014/main" id="{1E562E27-E6AE-3D6B-C3BA-B6DB9CE6C23C}"/>
                  </a:ext>
                </a:extLst>
              </p:cNvPr>
              <p:cNvSpPr txBox="1"/>
              <p:nvPr/>
            </p:nvSpPr>
            <p:spPr>
              <a:xfrm>
                <a:off x="8149798" y="1539811"/>
                <a:ext cx="507703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F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58" name="テキスト ボックス 57">
                <a:extLst>
                  <a:ext uri="{FF2B5EF4-FFF2-40B4-BE49-F238E27FC236}">
                    <a16:creationId xmlns:a16="http://schemas.microsoft.com/office/drawing/2014/main" id="{1E562E27-E6AE-3D6B-C3BA-B6DB9CE6C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9798" y="1539811"/>
                <a:ext cx="507703" cy="37427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D942EC5A-FD43-DB6E-ECA3-24241D58081B}"/>
              </a:ext>
            </a:extLst>
          </p:cNvPr>
          <p:cNvSpPr/>
          <p:nvPr/>
        </p:nvSpPr>
        <p:spPr>
          <a:xfrm>
            <a:off x="9305756" y="3429000"/>
            <a:ext cx="252000" cy="252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円柱 61">
            <a:extLst>
              <a:ext uri="{FF2B5EF4-FFF2-40B4-BE49-F238E27FC236}">
                <a16:creationId xmlns:a16="http://schemas.microsoft.com/office/drawing/2014/main" id="{C7EE8EC4-76CF-C907-4AB6-CC93AC6B55B6}"/>
              </a:ext>
            </a:extLst>
          </p:cNvPr>
          <p:cNvSpPr/>
          <p:nvPr/>
        </p:nvSpPr>
        <p:spPr>
          <a:xfrm>
            <a:off x="8201993" y="1301966"/>
            <a:ext cx="407324" cy="655787"/>
          </a:xfrm>
          <a:prstGeom prst="can">
            <a:avLst>
              <a:gd name="adj" fmla="val 5158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162F15E9-267D-4448-848B-3F7CC114FA7A}"/>
              </a:ext>
            </a:extLst>
          </p:cNvPr>
          <p:cNvCxnSpPr/>
          <p:nvPr/>
        </p:nvCxnSpPr>
        <p:spPr>
          <a:xfrm>
            <a:off x="2597583" y="2027803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テキスト ボックス 66">
                <a:extLst>
                  <a:ext uri="{FF2B5EF4-FFF2-40B4-BE49-F238E27FC236}">
                    <a16:creationId xmlns:a16="http://schemas.microsoft.com/office/drawing/2014/main" id="{613CCD40-B2F2-77D3-3268-2A49649E51EB}"/>
                  </a:ext>
                </a:extLst>
              </p:cNvPr>
              <p:cNvSpPr txBox="1"/>
              <p:nvPr/>
            </p:nvSpPr>
            <p:spPr>
              <a:xfrm>
                <a:off x="2651583" y="2004498"/>
                <a:ext cx="425501" cy="293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7" name="テキスト ボックス 66">
                <a:extLst>
                  <a:ext uri="{FF2B5EF4-FFF2-40B4-BE49-F238E27FC236}">
                    <a16:creationId xmlns:a16="http://schemas.microsoft.com/office/drawing/2014/main" id="{613CCD40-B2F2-77D3-3268-2A49649E5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583" y="2004498"/>
                <a:ext cx="425501" cy="293735"/>
              </a:xfrm>
              <a:prstGeom prst="rect">
                <a:avLst/>
              </a:prstGeom>
              <a:blipFill>
                <a:blip r:embed="rId14"/>
                <a:stretch>
                  <a:fillRect l="-11429" t="-4167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BAB056A9-FC83-3E3D-7ED6-66AC04FACF25}"/>
              </a:ext>
            </a:extLst>
          </p:cNvPr>
          <p:cNvCxnSpPr/>
          <p:nvPr/>
        </p:nvCxnSpPr>
        <p:spPr>
          <a:xfrm>
            <a:off x="3179768" y="4479118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テキスト ボックス 71">
                <a:extLst>
                  <a:ext uri="{FF2B5EF4-FFF2-40B4-BE49-F238E27FC236}">
                    <a16:creationId xmlns:a16="http://schemas.microsoft.com/office/drawing/2014/main" id="{2C5ED0BD-1709-ABED-4FE9-6F9F8C83261D}"/>
                  </a:ext>
                </a:extLst>
              </p:cNvPr>
              <p:cNvSpPr txBox="1"/>
              <p:nvPr/>
            </p:nvSpPr>
            <p:spPr>
              <a:xfrm>
                <a:off x="2745494" y="4468486"/>
                <a:ext cx="430439" cy="2950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2" name="テキスト ボックス 71">
                <a:extLst>
                  <a:ext uri="{FF2B5EF4-FFF2-40B4-BE49-F238E27FC236}">
                    <a16:creationId xmlns:a16="http://schemas.microsoft.com/office/drawing/2014/main" id="{2C5ED0BD-1709-ABED-4FE9-6F9F8C832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5494" y="4468486"/>
                <a:ext cx="430439" cy="295017"/>
              </a:xfrm>
              <a:prstGeom prst="rect">
                <a:avLst/>
              </a:prstGeom>
              <a:blipFill>
                <a:blip r:embed="rId15"/>
                <a:stretch>
                  <a:fillRect l="-11429" r="-2857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A1FC9B09-F91A-1AC7-D0B0-0183B1BDA759}"/>
              </a:ext>
            </a:extLst>
          </p:cNvPr>
          <p:cNvCxnSpPr/>
          <p:nvPr/>
        </p:nvCxnSpPr>
        <p:spPr>
          <a:xfrm>
            <a:off x="4522953" y="4474425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テキスト ボックス 77">
                <a:extLst>
                  <a:ext uri="{FF2B5EF4-FFF2-40B4-BE49-F238E27FC236}">
                    <a16:creationId xmlns:a16="http://schemas.microsoft.com/office/drawing/2014/main" id="{2A246960-A1E0-5FBC-E63B-FA55DED006D6}"/>
                  </a:ext>
                </a:extLst>
              </p:cNvPr>
              <p:cNvSpPr txBox="1"/>
              <p:nvPr/>
            </p:nvSpPr>
            <p:spPr>
              <a:xfrm>
                <a:off x="4576953" y="4451120"/>
                <a:ext cx="428835" cy="293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8" name="テキスト ボックス 77">
                <a:extLst>
                  <a:ext uri="{FF2B5EF4-FFF2-40B4-BE49-F238E27FC236}">
                    <a16:creationId xmlns:a16="http://schemas.microsoft.com/office/drawing/2014/main" id="{2A246960-A1E0-5FBC-E63B-FA55DED00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6953" y="4451120"/>
                <a:ext cx="428835" cy="293735"/>
              </a:xfrm>
              <a:prstGeom prst="rect">
                <a:avLst/>
              </a:prstGeom>
              <a:blipFill>
                <a:blip r:embed="rId16"/>
                <a:stretch>
                  <a:fillRect l="-11429" t="-4167" r="-2857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53AA7598-7BBB-BF13-15A7-841971FE6C01}"/>
              </a:ext>
            </a:extLst>
          </p:cNvPr>
          <p:cNvCxnSpPr/>
          <p:nvPr/>
        </p:nvCxnSpPr>
        <p:spPr>
          <a:xfrm>
            <a:off x="6272339" y="4507779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B3A76B35-68C8-5D5B-3540-AB3BBB859E6F}"/>
                  </a:ext>
                </a:extLst>
              </p:cNvPr>
              <p:cNvSpPr txBox="1"/>
              <p:nvPr/>
            </p:nvSpPr>
            <p:spPr>
              <a:xfrm>
                <a:off x="6326339" y="4484474"/>
                <a:ext cx="419217" cy="2972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B3A76B35-68C8-5D5B-3540-AB3BBB859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6339" y="4484474"/>
                <a:ext cx="419217" cy="297261"/>
              </a:xfrm>
              <a:prstGeom prst="rect">
                <a:avLst/>
              </a:prstGeom>
              <a:blipFill>
                <a:blip r:embed="rId17"/>
                <a:stretch>
                  <a:fillRect l="-14706" t="-4167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テキスト ボックス 89">
                <a:extLst>
                  <a:ext uri="{FF2B5EF4-FFF2-40B4-BE49-F238E27FC236}">
                    <a16:creationId xmlns:a16="http://schemas.microsoft.com/office/drawing/2014/main" id="{C2B7067D-B071-42A5-E5C8-1B8FAC777269}"/>
                  </a:ext>
                </a:extLst>
              </p:cNvPr>
              <p:cNvSpPr txBox="1"/>
              <p:nvPr/>
            </p:nvSpPr>
            <p:spPr>
              <a:xfrm>
                <a:off x="2728176" y="3642140"/>
                <a:ext cx="430439" cy="2950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0" name="テキスト ボックス 89">
                <a:extLst>
                  <a:ext uri="{FF2B5EF4-FFF2-40B4-BE49-F238E27FC236}">
                    <a16:creationId xmlns:a16="http://schemas.microsoft.com/office/drawing/2014/main" id="{C2B7067D-B071-42A5-E5C8-1B8FAC777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176" y="3642140"/>
                <a:ext cx="430439" cy="295017"/>
              </a:xfrm>
              <a:prstGeom prst="rect">
                <a:avLst/>
              </a:prstGeom>
              <a:blipFill>
                <a:blip r:embed="rId18"/>
                <a:stretch>
                  <a:fillRect l="-14706" r="-2941" b="-12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43AB5449-E8EF-F891-816D-E699008C22CB}"/>
              </a:ext>
            </a:extLst>
          </p:cNvPr>
          <p:cNvCxnSpPr/>
          <p:nvPr/>
        </p:nvCxnSpPr>
        <p:spPr>
          <a:xfrm>
            <a:off x="4505635" y="3648079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テキスト ボックス 91">
                <a:extLst>
                  <a:ext uri="{FF2B5EF4-FFF2-40B4-BE49-F238E27FC236}">
                    <a16:creationId xmlns:a16="http://schemas.microsoft.com/office/drawing/2014/main" id="{A262C144-BD71-98B3-AE53-FFF71957B639}"/>
                  </a:ext>
                </a:extLst>
              </p:cNvPr>
              <p:cNvSpPr txBox="1"/>
              <p:nvPr/>
            </p:nvSpPr>
            <p:spPr>
              <a:xfrm>
                <a:off x="4559635" y="3624774"/>
                <a:ext cx="428835" cy="293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2" name="テキスト ボックス 91">
                <a:extLst>
                  <a:ext uri="{FF2B5EF4-FFF2-40B4-BE49-F238E27FC236}">
                    <a16:creationId xmlns:a16="http://schemas.microsoft.com/office/drawing/2014/main" id="{A262C144-BD71-98B3-AE53-FFF71957B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635" y="3624774"/>
                <a:ext cx="428835" cy="293735"/>
              </a:xfrm>
              <a:prstGeom prst="rect">
                <a:avLst/>
              </a:prstGeom>
              <a:blipFill>
                <a:blip r:embed="rId19"/>
                <a:stretch>
                  <a:fillRect l="-11765" t="-4167" r="-2941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8E2CF977-C4A4-645B-602C-A1CDB3028D46}"/>
              </a:ext>
            </a:extLst>
          </p:cNvPr>
          <p:cNvCxnSpPr/>
          <p:nvPr/>
        </p:nvCxnSpPr>
        <p:spPr>
          <a:xfrm>
            <a:off x="6255021" y="3681433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テキスト ボックス 93">
                <a:extLst>
                  <a:ext uri="{FF2B5EF4-FFF2-40B4-BE49-F238E27FC236}">
                    <a16:creationId xmlns:a16="http://schemas.microsoft.com/office/drawing/2014/main" id="{525B6523-2FD9-8E9F-FBC0-A0DA309D94D1}"/>
                  </a:ext>
                </a:extLst>
              </p:cNvPr>
              <p:cNvSpPr txBox="1"/>
              <p:nvPr/>
            </p:nvSpPr>
            <p:spPr>
              <a:xfrm>
                <a:off x="6309021" y="3658128"/>
                <a:ext cx="419217" cy="2972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4" name="テキスト ボックス 93">
                <a:extLst>
                  <a:ext uri="{FF2B5EF4-FFF2-40B4-BE49-F238E27FC236}">
                    <a16:creationId xmlns:a16="http://schemas.microsoft.com/office/drawing/2014/main" id="{525B6523-2FD9-8E9F-FBC0-A0DA309D9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021" y="3658128"/>
                <a:ext cx="419217" cy="297261"/>
              </a:xfrm>
              <a:prstGeom prst="rect">
                <a:avLst/>
              </a:prstGeom>
              <a:blipFill>
                <a:blip r:embed="rId20"/>
                <a:stretch>
                  <a:fillRect l="-11765" t="-4167" r="-2941" b="-12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5E9C8889-B5A9-95A9-FFCE-AB98AE9474D2}"/>
              </a:ext>
            </a:extLst>
          </p:cNvPr>
          <p:cNvCxnSpPr/>
          <p:nvPr/>
        </p:nvCxnSpPr>
        <p:spPr>
          <a:xfrm>
            <a:off x="3163652" y="3627191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矢印コネクタ 95">
            <a:extLst>
              <a:ext uri="{FF2B5EF4-FFF2-40B4-BE49-F238E27FC236}">
                <a16:creationId xmlns:a16="http://schemas.microsoft.com/office/drawing/2014/main" id="{0AA7E898-2DA3-6330-A36A-BF9A57F86E9F}"/>
              </a:ext>
            </a:extLst>
          </p:cNvPr>
          <p:cNvCxnSpPr/>
          <p:nvPr/>
        </p:nvCxnSpPr>
        <p:spPr>
          <a:xfrm>
            <a:off x="2594249" y="2973909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テキスト ボックス 96">
                <a:extLst>
                  <a:ext uri="{FF2B5EF4-FFF2-40B4-BE49-F238E27FC236}">
                    <a16:creationId xmlns:a16="http://schemas.microsoft.com/office/drawing/2014/main" id="{5DB11E36-25E7-6EC1-7245-53B749BB25B9}"/>
                  </a:ext>
                </a:extLst>
              </p:cNvPr>
              <p:cNvSpPr txBox="1"/>
              <p:nvPr/>
            </p:nvSpPr>
            <p:spPr>
              <a:xfrm>
                <a:off x="2648249" y="2950604"/>
                <a:ext cx="425501" cy="293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7" name="テキスト ボックス 96">
                <a:extLst>
                  <a:ext uri="{FF2B5EF4-FFF2-40B4-BE49-F238E27FC236}">
                    <a16:creationId xmlns:a16="http://schemas.microsoft.com/office/drawing/2014/main" id="{5DB11E36-25E7-6EC1-7245-53B749BB2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8249" y="2950604"/>
                <a:ext cx="425501" cy="293735"/>
              </a:xfrm>
              <a:prstGeom prst="rect">
                <a:avLst/>
              </a:prstGeom>
              <a:blipFill>
                <a:blip r:embed="rId21"/>
                <a:stretch>
                  <a:fillRect l="-11765" t="-4167" r="-2941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テキスト ボックス 97">
                <a:extLst>
                  <a:ext uri="{FF2B5EF4-FFF2-40B4-BE49-F238E27FC236}">
                    <a16:creationId xmlns:a16="http://schemas.microsoft.com/office/drawing/2014/main" id="{A7845529-A0B6-CE17-840A-6CCE4657B2E8}"/>
                  </a:ext>
                </a:extLst>
              </p:cNvPr>
              <p:cNvSpPr txBox="1"/>
              <p:nvPr/>
            </p:nvSpPr>
            <p:spPr>
              <a:xfrm>
                <a:off x="4715508" y="2478720"/>
                <a:ext cx="416460" cy="293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BY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8" name="テキスト ボックス 97">
                <a:extLst>
                  <a:ext uri="{FF2B5EF4-FFF2-40B4-BE49-F238E27FC236}">
                    <a16:creationId xmlns:a16="http://schemas.microsoft.com/office/drawing/2014/main" id="{A7845529-A0B6-CE17-840A-6CCE4657B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5508" y="2478720"/>
                <a:ext cx="416460" cy="293735"/>
              </a:xfrm>
              <a:prstGeom prst="rect">
                <a:avLst/>
              </a:prstGeom>
              <a:blipFill>
                <a:blip r:embed="rId22"/>
                <a:stretch>
                  <a:fillRect l="-5882" t="-4167" r="-2941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0996C36-2C2F-689B-50F2-E95213014675}"/>
              </a:ext>
            </a:extLst>
          </p:cNvPr>
          <p:cNvCxnSpPr/>
          <p:nvPr/>
        </p:nvCxnSpPr>
        <p:spPr>
          <a:xfrm>
            <a:off x="5150984" y="2463771"/>
            <a:ext cx="0" cy="30996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テキスト ボックス 101">
                <a:extLst>
                  <a:ext uri="{FF2B5EF4-FFF2-40B4-BE49-F238E27FC236}">
                    <a16:creationId xmlns:a16="http://schemas.microsoft.com/office/drawing/2014/main" id="{2B5688F3-11E0-14B0-E656-FFEC3933CE19}"/>
                  </a:ext>
                </a:extLst>
              </p:cNvPr>
              <p:cNvSpPr txBox="1"/>
              <p:nvPr/>
            </p:nvSpPr>
            <p:spPr>
              <a:xfrm>
                <a:off x="7733752" y="2995086"/>
                <a:ext cx="531940" cy="293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FD</m:t>
                          </m:r>
                          <m: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2" name="テキスト ボックス 101">
                <a:extLst>
                  <a:ext uri="{FF2B5EF4-FFF2-40B4-BE49-F238E27FC236}">
                    <a16:creationId xmlns:a16="http://schemas.microsoft.com/office/drawing/2014/main" id="{2B5688F3-11E0-14B0-E656-FFEC3933C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3752" y="2995086"/>
                <a:ext cx="531940" cy="293735"/>
              </a:xfrm>
              <a:prstGeom prst="rect">
                <a:avLst/>
              </a:prstGeom>
              <a:blipFill>
                <a:blip r:embed="rId23"/>
                <a:stretch>
                  <a:fillRect l="-4762" r="-2381" b="-16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0509B082-5469-F26C-8840-BBB00B6B80DF}"/>
              </a:ext>
            </a:extLst>
          </p:cNvPr>
          <p:cNvCxnSpPr/>
          <p:nvPr/>
        </p:nvCxnSpPr>
        <p:spPr>
          <a:xfrm>
            <a:off x="8271639" y="2980137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矢印コネクタ 103">
            <a:extLst>
              <a:ext uri="{FF2B5EF4-FFF2-40B4-BE49-F238E27FC236}">
                <a16:creationId xmlns:a16="http://schemas.microsoft.com/office/drawing/2014/main" id="{2A7080B4-3211-CD46-9B57-4F8A1C85073F}"/>
              </a:ext>
            </a:extLst>
          </p:cNvPr>
          <p:cNvCxnSpPr/>
          <p:nvPr/>
        </p:nvCxnSpPr>
        <p:spPr>
          <a:xfrm>
            <a:off x="8540687" y="2987683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テキスト ボックス 104">
                <a:extLst>
                  <a:ext uri="{FF2B5EF4-FFF2-40B4-BE49-F238E27FC236}">
                    <a16:creationId xmlns:a16="http://schemas.microsoft.com/office/drawing/2014/main" id="{93231917-E4FB-F290-522E-A73A5CE36D7C}"/>
                  </a:ext>
                </a:extLst>
              </p:cNvPr>
              <p:cNvSpPr txBox="1"/>
              <p:nvPr/>
            </p:nvSpPr>
            <p:spPr>
              <a:xfrm>
                <a:off x="8594687" y="2964378"/>
                <a:ext cx="514307" cy="2972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FC</m:t>
                          </m:r>
                          <m: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5" name="テキスト ボックス 104">
                <a:extLst>
                  <a:ext uri="{FF2B5EF4-FFF2-40B4-BE49-F238E27FC236}">
                    <a16:creationId xmlns:a16="http://schemas.microsoft.com/office/drawing/2014/main" id="{93231917-E4FB-F290-522E-A73A5CE36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4687" y="2964378"/>
                <a:ext cx="514307" cy="297261"/>
              </a:xfrm>
              <a:prstGeom prst="rect">
                <a:avLst/>
              </a:prstGeom>
              <a:blipFill>
                <a:blip r:embed="rId24"/>
                <a:stretch>
                  <a:fillRect l="-4762" t="-4167" r="-2381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テキスト ボックス 105">
                <a:extLst>
                  <a:ext uri="{FF2B5EF4-FFF2-40B4-BE49-F238E27FC236}">
                    <a16:creationId xmlns:a16="http://schemas.microsoft.com/office/drawing/2014/main" id="{32337C72-05DA-9CA7-A639-55BF6BACCFE0}"/>
                  </a:ext>
                </a:extLst>
              </p:cNvPr>
              <p:cNvSpPr txBox="1"/>
              <p:nvPr/>
            </p:nvSpPr>
            <p:spPr>
              <a:xfrm>
                <a:off x="7723022" y="2050704"/>
                <a:ext cx="531940" cy="293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FD</m:t>
                          </m:r>
                          <m: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6" name="テキスト ボックス 105">
                <a:extLst>
                  <a:ext uri="{FF2B5EF4-FFF2-40B4-BE49-F238E27FC236}">
                    <a16:creationId xmlns:a16="http://schemas.microsoft.com/office/drawing/2014/main" id="{32337C72-05DA-9CA7-A639-55BF6BACC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3022" y="2050704"/>
                <a:ext cx="531940" cy="293735"/>
              </a:xfrm>
              <a:prstGeom prst="rect">
                <a:avLst/>
              </a:prstGeom>
              <a:blipFill>
                <a:blip r:embed="rId25"/>
                <a:stretch>
                  <a:fillRect l="-4762" t="-4167" r="-4762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95B51597-5633-178A-54BD-09E03D760A1F}"/>
              </a:ext>
            </a:extLst>
          </p:cNvPr>
          <p:cNvCxnSpPr/>
          <p:nvPr/>
        </p:nvCxnSpPr>
        <p:spPr>
          <a:xfrm>
            <a:off x="8260909" y="2035755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矢印コネクタ 107">
            <a:extLst>
              <a:ext uri="{FF2B5EF4-FFF2-40B4-BE49-F238E27FC236}">
                <a16:creationId xmlns:a16="http://schemas.microsoft.com/office/drawing/2014/main" id="{BC244664-A980-70E3-673D-8BD5250403B8}"/>
              </a:ext>
            </a:extLst>
          </p:cNvPr>
          <p:cNvCxnSpPr/>
          <p:nvPr/>
        </p:nvCxnSpPr>
        <p:spPr>
          <a:xfrm>
            <a:off x="8529957" y="2043301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テキスト ボックス 108">
                <a:extLst>
                  <a:ext uri="{FF2B5EF4-FFF2-40B4-BE49-F238E27FC236}">
                    <a16:creationId xmlns:a16="http://schemas.microsoft.com/office/drawing/2014/main" id="{8A09BBF9-DF16-A8EF-CFD1-D9E1D5DD5284}"/>
                  </a:ext>
                </a:extLst>
              </p:cNvPr>
              <p:cNvSpPr txBox="1"/>
              <p:nvPr/>
            </p:nvSpPr>
            <p:spPr>
              <a:xfrm>
                <a:off x="8583957" y="2019996"/>
                <a:ext cx="514308" cy="2972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FC</m:t>
                          </m:r>
                          <m: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9" name="テキスト ボックス 108">
                <a:extLst>
                  <a:ext uri="{FF2B5EF4-FFF2-40B4-BE49-F238E27FC236}">
                    <a16:creationId xmlns:a16="http://schemas.microsoft.com/office/drawing/2014/main" id="{8A09BBF9-DF16-A8EF-CFD1-D9E1D5DD5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3957" y="2019996"/>
                <a:ext cx="514308" cy="297261"/>
              </a:xfrm>
              <a:prstGeom prst="rect">
                <a:avLst/>
              </a:prstGeom>
              <a:blipFill>
                <a:blip r:embed="rId26"/>
                <a:stretch>
                  <a:fillRect l="-4762" r="-2381" b="-16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テキスト ボックス 109">
                <a:extLst>
                  <a:ext uri="{FF2B5EF4-FFF2-40B4-BE49-F238E27FC236}">
                    <a16:creationId xmlns:a16="http://schemas.microsoft.com/office/drawing/2014/main" id="{6220A6E2-9A99-83A7-8C43-7CFCF18FCA56}"/>
                  </a:ext>
                </a:extLst>
              </p:cNvPr>
              <p:cNvSpPr txBox="1"/>
              <p:nvPr/>
            </p:nvSpPr>
            <p:spPr>
              <a:xfrm>
                <a:off x="7871789" y="1512419"/>
                <a:ext cx="307007" cy="293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10" name="テキスト ボックス 109">
                <a:extLst>
                  <a:ext uri="{FF2B5EF4-FFF2-40B4-BE49-F238E27FC236}">
                    <a16:creationId xmlns:a16="http://schemas.microsoft.com/office/drawing/2014/main" id="{6220A6E2-9A99-83A7-8C43-7CFCF18FC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1789" y="1512419"/>
                <a:ext cx="307007" cy="293735"/>
              </a:xfrm>
              <a:prstGeom prst="rect">
                <a:avLst/>
              </a:prstGeom>
              <a:blipFill>
                <a:blip r:embed="rId27"/>
                <a:stretch>
                  <a:fillRect l="-15385" t="-4167" r="-3846" b="-12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テキスト ボックス 110">
                <a:extLst>
                  <a:ext uri="{FF2B5EF4-FFF2-40B4-BE49-F238E27FC236}">
                    <a16:creationId xmlns:a16="http://schemas.microsoft.com/office/drawing/2014/main" id="{598E5D4C-E5D4-2C21-148C-E5AEBF0F3004}"/>
                  </a:ext>
                </a:extLst>
              </p:cNvPr>
              <p:cNvSpPr txBox="1"/>
              <p:nvPr/>
            </p:nvSpPr>
            <p:spPr>
              <a:xfrm>
                <a:off x="8731237" y="957549"/>
                <a:ext cx="307007" cy="2830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sup>
                      </m:s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1" name="テキスト ボックス 110">
                <a:extLst>
                  <a:ext uri="{FF2B5EF4-FFF2-40B4-BE49-F238E27FC236}">
                    <a16:creationId xmlns:a16="http://schemas.microsoft.com/office/drawing/2014/main" id="{598E5D4C-E5D4-2C21-148C-E5AEBF0F3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1237" y="957549"/>
                <a:ext cx="307007" cy="283091"/>
              </a:xfrm>
              <a:prstGeom prst="rect">
                <a:avLst/>
              </a:prstGeom>
              <a:blipFill>
                <a:blip r:embed="rId28"/>
                <a:stretch>
                  <a:fillRect l="-16000" t="-4348" r="-4000" b="-86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テキスト ボックス 111">
                <a:extLst>
                  <a:ext uri="{FF2B5EF4-FFF2-40B4-BE49-F238E27FC236}">
                    <a16:creationId xmlns:a16="http://schemas.microsoft.com/office/drawing/2014/main" id="{0D1EE2A6-6136-CB21-5EB2-840E71DD80E2}"/>
                  </a:ext>
                </a:extLst>
              </p:cNvPr>
              <p:cNvSpPr txBox="1"/>
              <p:nvPr/>
            </p:nvSpPr>
            <p:spPr>
              <a:xfrm>
                <a:off x="7860039" y="957432"/>
                <a:ext cx="414344" cy="2835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FC</m:t>
                          </m:r>
                        </m:sup>
                      </m:s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2" name="テキスト ボックス 111">
                <a:extLst>
                  <a:ext uri="{FF2B5EF4-FFF2-40B4-BE49-F238E27FC236}">
                    <a16:creationId xmlns:a16="http://schemas.microsoft.com/office/drawing/2014/main" id="{0D1EE2A6-6136-CB21-5EB2-840E71DD8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0039" y="957432"/>
                <a:ext cx="414344" cy="283539"/>
              </a:xfrm>
              <a:prstGeom prst="rect">
                <a:avLst/>
              </a:prstGeom>
              <a:blipFill>
                <a:blip r:embed="rId29"/>
                <a:stretch>
                  <a:fillRect l="-5882" t="-4348" r="-29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テキスト ボックス 112">
                <a:extLst>
                  <a:ext uri="{FF2B5EF4-FFF2-40B4-BE49-F238E27FC236}">
                    <a16:creationId xmlns:a16="http://schemas.microsoft.com/office/drawing/2014/main" id="{3926D2EF-B1BE-8371-85D6-4D6D906F7B26}"/>
                  </a:ext>
                </a:extLst>
              </p:cNvPr>
              <p:cNvSpPr txBox="1"/>
              <p:nvPr/>
            </p:nvSpPr>
            <p:spPr>
              <a:xfrm>
                <a:off x="8274629" y="952748"/>
                <a:ext cx="431977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FD</m:t>
                          </m:r>
                        </m:sup>
                      </m:s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3" name="テキスト ボックス 112">
                <a:extLst>
                  <a:ext uri="{FF2B5EF4-FFF2-40B4-BE49-F238E27FC236}">
                    <a16:creationId xmlns:a16="http://schemas.microsoft.com/office/drawing/2014/main" id="{3926D2EF-B1BE-8371-85D6-4D6D906F7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4629" y="952748"/>
                <a:ext cx="431977" cy="281937"/>
              </a:xfrm>
              <a:prstGeom prst="rect">
                <a:avLst/>
              </a:prstGeom>
              <a:blipFill>
                <a:blip r:embed="rId30"/>
                <a:stretch>
                  <a:fillRect l="-5714" t="-4167" r="-285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テキスト ボックス 114">
                <a:extLst>
                  <a:ext uri="{FF2B5EF4-FFF2-40B4-BE49-F238E27FC236}">
                    <a16:creationId xmlns:a16="http://schemas.microsoft.com/office/drawing/2014/main" id="{BE828F78-BD16-423E-034F-4B938C8F351B}"/>
                  </a:ext>
                </a:extLst>
              </p:cNvPr>
              <p:cNvSpPr txBox="1"/>
              <p:nvPr/>
            </p:nvSpPr>
            <p:spPr>
              <a:xfrm>
                <a:off x="4583108" y="993322"/>
                <a:ext cx="650737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BY</m:t>
                          </m:r>
                        </m:sup>
                      </m:sSup>
                    </m:oMath>
                  </m:oMathPara>
                </a14:m>
                <a:endParaRPr lang="ja-JP" altLang="en-US"/>
              </a:p>
            </p:txBody>
          </p:sp>
        </mc:Choice>
        <mc:Fallback xmlns="">
          <p:sp>
            <p:nvSpPr>
              <p:cNvPr id="115" name="テキスト ボックス 114">
                <a:extLst>
                  <a:ext uri="{FF2B5EF4-FFF2-40B4-BE49-F238E27FC236}">
                    <a16:creationId xmlns:a16="http://schemas.microsoft.com/office/drawing/2014/main" id="{BE828F78-BD16-423E-034F-4B938C8F3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108" y="993322"/>
                <a:ext cx="650737" cy="37427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BD8D4695-2781-EF77-7855-091A41EF9B8F}"/>
              </a:ext>
            </a:extLst>
          </p:cNvPr>
          <p:cNvCxnSpPr/>
          <p:nvPr/>
        </p:nvCxnSpPr>
        <p:spPr>
          <a:xfrm>
            <a:off x="2805977" y="2466129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テキスト ボックス 117">
                <a:extLst>
                  <a:ext uri="{FF2B5EF4-FFF2-40B4-BE49-F238E27FC236}">
                    <a16:creationId xmlns:a16="http://schemas.microsoft.com/office/drawing/2014/main" id="{69E15EBF-5593-1156-BC1C-7E3A59B258FD}"/>
                  </a:ext>
                </a:extLst>
              </p:cNvPr>
              <p:cNvSpPr txBox="1"/>
              <p:nvPr/>
            </p:nvSpPr>
            <p:spPr>
              <a:xfrm>
                <a:off x="2859977" y="2442824"/>
                <a:ext cx="368627" cy="3109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8" name="テキスト ボックス 117">
                <a:extLst>
                  <a:ext uri="{FF2B5EF4-FFF2-40B4-BE49-F238E27FC236}">
                    <a16:creationId xmlns:a16="http://schemas.microsoft.com/office/drawing/2014/main" id="{69E15EBF-5593-1156-BC1C-7E3A59B25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9977" y="2442824"/>
                <a:ext cx="368627" cy="310983"/>
              </a:xfrm>
              <a:prstGeom prst="rect">
                <a:avLst/>
              </a:prstGeom>
              <a:blipFill>
                <a:blip r:embed="rId32"/>
                <a:stretch>
                  <a:fillRect l="-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9" name="直線矢印コネクタ 118">
            <a:extLst>
              <a:ext uri="{FF2B5EF4-FFF2-40B4-BE49-F238E27FC236}">
                <a16:creationId xmlns:a16="http://schemas.microsoft.com/office/drawing/2014/main" id="{EDA2F393-13C4-D533-294A-802B0DD2BD22}"/>
              </a:ext>
            </a:extLst>
          </p:cNvPr>
          <p:cNvCxnSpPr/>
          <p:nvPr/>
        </p:nvCxnSpPr>
        <p:spPr>
          <a:xfrm>
            <a:off x="2948025" y="4064463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テキスト ボックス 119">
                <a:extLst>
                  <a:ext uri="{FF2B5EF4-FFF2-40B4-BE49-F238E27FC236}">
                    <a16:creationId xmlns:a16="http://schemas.microsoft.com/office/drawing/2014/main" id="{E9A76220-9F8C-FBEA-2EF4-E81F3936DB6A}"/>
                  </a:ext>
                </a:extLst>
              </p:cNvPr>
              <p:cNvSpPr txBox="1"/>
              <p:nvPr/>
            </p:nvSpPr>
            <p:spPr>
              <a:xfrm>
                <a:off x="2439201" y="4059990"/>
                <a:ext cx="465064" cy="3122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DA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0" name="テキスト ボックス 119">
                <a:extLst>
                  <a:ext uri="{FF2B5EF4-FFF2-40B4-BE49-F238E27FC236}">
                    <a16:creationId xmlns:a16="http://schemas.microsoft.com/office/drawing/2014/main" id="{E9A76220-9F8C-FBEA-2EF4-E81F3936D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9201" y="4059990"/>
                <a:ext cx="465064" cy="312265"/>
              </a:xfrm>
              <a:prstGeom prst="rect">
                <a:avLst/>
              </a:prstGeom>
              <a:blipFill>
                <a:blip r:embed="rId33"/>
                <a:stretch>
                  <a:fillRect l="-5405" r="-270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2" name="直線矢印コネクタ 121">
            <a:extLst>
              <a:ext uri="{FF2B5EF4-FFF2-40B4-BE49-F238E27FC236}">
                <a16:creationId xmlns:a16="http://schemas.microsoft.com/office/drawing/2014/main" id="{FE637349-EB19-BF03-4A01-653C252B079E}"/>
              </a:ext>
            </a:extLst>
          </p:cNvPr>
          <p:cNvCxnSpPr/>
          <p:nvPr/>
        </p:nvCxnSpPr>
        <p:spPr>
          <a:xfrm>
            <a:off x="4791370" y="4092090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テキスト ボックス 122">
                <a:extLst>
                  <a:ext uri="{FF2B5EF4-FFF2-40B4-BE49-F238E27FC236}">
                    <a16:creationId xmlns:a16="http://schemas.microsoft.com/office/drawing/2014/main" id="{00EF1EF1-5FF3-9C90-BFBB-A59A14012C84}"/>
                  </a:ext>
                </a:extLst>
              </p:cNvPr>
              <p:cNvSpPr txBox="1"/>
              <p:nvPr/>
            </p:nvSpPr>
            <p:spPr>
              <a:xfrm>
                <a:off x="4857324" y="4062781"/>
                <a:ext cx="463460" cy="3109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DB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3" name="テキスト ボックス 122">
                <a:extLst>
                  <a:ext uri="{FF2B5EF4-FFF2-40B4-BE49-F238E27FC236}">
                    <a16:creationId xmlns:a16="http://schemas.microsoft.com/office/drawing/2014/main" id="{00EF1EF1-5FF3-9C90-BFBB-A59A14012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324" y="4062781"/>
                <a:ext cx="463460" cy="310983"/>
              </a:xfrm>
              <a:prstGeom prst="rect">
                <a:avLst/>
              </a:prstGeom>
              <a:blipFill>
                <a:blip r:embed="rId34"/>
                <a:stretch>
                  <a:fillRect l="-5263" r="-2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" name="直線矢印コネクタ 123">
            <a:extLst>
              <a:ext uri="{FF2B5EF4-FFF2-40B4-BE49-F238E27FC236}">
                <a16:creationId xmlns:a16="http://schemas.microsoft.com/office/drawing/2014/main" id="{6AAD1DAB-DB60-4ED9-A193-AB263D25E792}"/>
              </a:ext>
            </a:extLst>
          </p:cNvPr>
          <p:cNvCxnSpPr/>
          <p:nvPr/>
        </p:nvCxnSpPr>
        <p:spPr>
          <a:xfrm>
            <a:off x="6512170" y="4105668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テキスト ボックス 124">
                <a:extLst>
                  <a:ext uri="{FF2B5EF4-FFF2-40B4-BE49-F238E27FC236}">
                    <a16:creationId xmlns:a16="http://schemas.microsoft.com/office/drawing/2014/main" id="{7E7E7E25-7997-4764-78E7-78C4B49757D6}"/>
                  </a:ext>
                </a:extLst>
              </p:cNvPr>
              <p:cNvSpPr txBox="1"/>
              <p:nvPr/>
            </p:nvSpPr>
            <p:spPr>
              <a:xfrm>
                <a:off x="6578124" y="4076359"/>
                <a:ext cx="453842" cy="3145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DC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5" name="テキスト ボックス 124">
                <a:extLst>
                  <a:ext uri="{FF2B5EF4-FFF2-40B4-BE49-F238E27FC236}">
                    <a16:creationId xmlns:a16="http://schemas.microsoft.com/office/drawing/2014/main" id="{7E7E7E25-7997-4764-78E7-78C4B49757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8124" y="4076359"/>
                <a:ext cx="453842" cy="314510"/>
              </a:xfrm>
              <a:prstGeom prst="rect">
                <a:avLst/>
              </a:prstGeom>
              <a:blipFill>
                <a:blip r:embed="rId35"/>
                <a:stretch>
                  <a:fillRect l="-2703" t="-4000" r="-270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6" name="直線矢印コネクタ 125">
            <a:extLst>
              <a:ext uri="{FF2B5EF4-FFF2-40B4-BE49-F238E27FC236}">
                <a16:creationId xmlns:a16="http://schemas.microsoft.com/office/drawing/2014/main" id="{AE49E4A1-545C-A14E-7819-3B1EB7DAFCF6}"/>
              </a:ext>
            </a:extLst>
          </p:cNvPr>
          <p:cNvCxnSpPr/>
          <p:nvPr/>
        </p:nvCxnSpPr>
        <p:spPr>
          <a:xfrm>
            <a:off x="8782445" y="2469672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テキスト ボックス 126">
                <a:extLst>
                  <a:ext uri="{FF2B5EF4-FFF2-40B4-BE49-F238E27FC236}">
                    <a16:creationId xmlns:a16="http://schemas.microsoft.com/office/drawing/2014/main" id="{DA6AB188-A40E-B11F-05DF-67348904F8A5}"/>
                  </a:ext>
                </a:extLst>
              </p:cNvPr>
              <p:cNvSpPr txBox="1"/>
              <p:nvPr/>
            </p:nvSpPr>
            <p:spPr>
              <a:xfrm>
                <a:off x="8836445" y="2446367"/>
                <a:ext cx="429798" cy="3145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FC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7" name="テキスト ボックス 126">
                <a:extLst>
                  <a:ext uri="{FF2B5EF4-FFF2-40B4-BE49-F238E27FC236}">
                    <a16:creationId xmlns:a16="http://schemas.microsoft.com/office/drawing/2014/main" id="{DA6AB188-A40E-B11F-05DF-67348904F8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6445" y="2446367"/>
                <a:ext cx="429798" cy="314510"/>
              </a:xfrm>
              <a:prstGeom prst="rect">
                <a:avLst/>
              </a:prstGeom>
              <a:blipFill>
                <a:blip r:embed="rId36"/>
                <a:stretch>
                  <a:fillRect l="-8824" r="-588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8" name="直線矢印コネクタ 127">
            <a:extLst>
              <a:ext uri="{FF2B5EF4-FFF2-40B4-BE49-F238E27FC236}">
                <a16:creationId xmlns:a16="http://schemas.microsoft.com/office/drawing/2014/main" id="{1008F067-DFCC-8F14-64B2-C9A97080180E}"/>
              </a:ext>
            </a:extLst>
          </p:cNvPr>
          <p:cNvCxnSpPr/>
          <p:nvPr/>
        </p:nvCxnSpPr>
        <p:spPr>
          <a:xfrm>
            <a:off x="8021434" y="2482311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テキスト ボックス 128">
                <a:extLst>
                  <a:ext uri="{FF2B5EF4-FFF2-40B4-BE49-F238E27FC236}">
                    <a16:creationId xmlns:a16="http://schemas.microsoft.com/office/drawing/2014/main" id="{632AA31E-BEE8-D04E-8585-FCD194199972}"/>
                  </a:ext>
                </a:extLst>
              </p:cNvPr>
              <p:cNvSpPr txBox="1"/>
              <p:nvPr/>
            </p:nvSpPr>
            <p:spPr>
              <a:xfrm>
                <a:off x="7536575" y="2475297"/>
                <a:ext cx="447430" cy="3109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FD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9" name="テキスト ボックス 128">
                <a:extLst>
                  <a:ext uri="{FF2B5EF4-FFF2-40B4-BE49-F238E27FC236}">
                    <a16:creationId xmlns:a16="http://schemas.microsoft.com/office/drawing/2014/main" id="{632AA31E-BEE8-D04E-8585-FCD194199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575" y="2475297"/>
                <a:ext cx="447430" cy="310983"/>
              </a:xfrm>
              <a:prstGeom prst="rect">
                <a:avLst/>
              </a:prstGeom>
              <a:blipFill>
                <a:blip r:embed="rId37"/>
                <a:stretch>
                  <a:fillRect l="-5556" r="-277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テキスト ボックス 129">
                <a:extLst>
                  <a:ext uri="{FF2B5EF4-FFF2-40B4-BE49-F238E27FC236}">
                    <a16:creationId xmlns:a16="http://schemas.microsoft.com/office/drawing/2014/main" id="{8B967D46-FC16-03F4-FAE7-4E9B6E6A08A8}"/>
                  </a:ext>
                </a:extLst>
              </p:cNvPr>
              <p:cNvSpPr txBox="1"/>
              <p:nvPr/>
            </p:nvSpPr>
            <p:spPr>
              <a:xfrm>
                <a:off x="5008465" y="927435"/>
                <a:ext cx="650737" cy="3860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BY</m:t>
                          </m:r>
                        </m:sup>
                      </m:sSubSup>
                    </m:oMath>
                  </m:oMathPara>
                </a14:m>
                <a:endParaRPr lang="ja-JP" altLang="en-US"/>
              </a:p>
            </p:txBody>
          </p:sp>
        </mc:Choice>
        <mc:Fallback xmlns="">
          <p:sp>
            <p:nvSpPr>
              <p:cNvPr id="130" name="テキスト ボックス 129">
                <a:extLst>
                  <a:ext uri="{FF2B5EF4-FFF2-40B4-BE49-F238E27FC236}">
                    <a16:creationId xmlns:a16="http://schemas.microsoft.com/office/drawing/2014/main" id="{8B967D46-FC16-03F4-FAE7-4E9B6E6A0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8465" y="927435"/>
                <a:ext cx="650737" cy="386068"/>
              </a:xfrm>
              <a:prstGeom prst="rect">
                <a:avLst/>
              </a:prstGeom>
              <a:blipFill>
                <a:blip r:embed="rId38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テキスト ボックス 130">
                <a:extLst>
                  <a:ext uri="{FF2B5EF4-FFF2-40B4-BE49-F238E27FC236}">
                    <a16:creationId xmlns:a16="http://schemas.microsoft.com/office/drawing/2014/main" id="{B180EE3C-B00C-F72E-6211-38D14B925579}"/>
                  </a:ext>
                </a:extLst>
              </p:cNvPr>
              <p:cNvSpPr txBox="1"/>
              <p:nvPr/>
            </p:nvSpPr>
            <p:spPr>
              <a:xfrm>
                <a:off x="5447513" y="927435"/>
                <a:ext cx="650737" cy="3860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SL</m:t>
                          </m:r>
                        </m:sup>
                      </m:sSubSup>
                    </m:oMath>
                  </m:oMathPara>
                </a14:m>
                <a:endParaRPr lang="ja-JP" altLang="en-US"/>
              </a:p>
            </p:txBody>
          </p:sp>
        </mc:Choice>
        <mc:Fallback xmlns="">
          <p:sp>
            <p:nvSpPr>
              <p:cNvPr id="131" name="テキスト ボックス 130">
                <a:extLst>
                  <a:ext uri="{FF2B5EF4-FFF2-40B4-BE49-F238E27FC236}">
                    <a16:creationId xmlns:a16="http://schemas.microsoft.com/office/drawing/2014/main" id="{B180EE3C-B00C-F72E-6211-38D14B925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513" y="927435"/>
                <a:ext cx="650737" cy="386068"/>
              </a:xfrm>
              <a:prstGeom prst="rect">
                <a:avLst/>
              </a:prstGeom>
              <a:blipFill>
                <a:blip r:embed="rId39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円/楕円 1">
            <a:extLst>
              <a:ext uri="{FF2B5EF4-FFF2-40B4-BE49-F238E27FC236}">
                <a16:creationId xmlns:a16="http://schemas.microsoft.com/office/drawing/2014/main" id="{EB97AFE7-A065-661E-DAA9-51748122374D}"/>
              </a:ext>
            </a:extLst>
          </p:cNvPr>
          <p:cNvSpPr/>
          <p:nvPr/>
        </p:nvSpPr>
        <p:spPr>
          <a:xfrm>
            <a:off x="8346730" y="3494240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E2424063-8CFB-EDD1-6239-DE9DFFE0718A}"/>
              </a:ext>
            </a:extLst>
          </p:cNvPr>
          <p:cNvCxnSpPr>
            <a:cxnSpLocks/>
          </p:cNvCxnSpPr>
          <p:nvPr/>
        </p:nvCxnSpPr>
        <p:spPr>
          <a:xfrm>
            <a:off x="8400730" y="2808012"/>
            <a:ext cx="0" cy="74022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63B2B623-9B62-905E-AF1C-B932F0BB32FB}"/>
              </a:ext>
            </a:extLst>
          </p:cNvPr>
          <p:cNvCxnSpPr>
            <a:cxnSpLocks/>
          </p:cNvCxnSpPr>
          <p:nvPr/>
        </p:nvCxnSpPr>
        <p:spPr>
          <a:xfrm>
            <a:off x="7422199" y="3611863"/>
            <a:ext cx="0" cy="504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503295C-3AC7-4B34-C8BD-8ABB13473A3D}"/>
              </a:ext>
            </a:extLst>
          </p:cNvPr>
          <p:cNvSpPr/>
          <p:nvPr/>
        </p:nvSpPr>
        <p:spPr>
          <a:xfrm>
            <a:off x="7168347" y="4070878"/>
            <a:ext cx="496857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DAF7A841-B1BB-D34D-F8EE-F9A36F8EE0F6}"/>
                  </a:ext>
                </a:extLst>
              </p:cNvPr>
              <p:cNvSpPr txBox="1"/>
              <p:nvPr/>
            </p:nvSpPr>
            <p:spPr>
              <a:xfrm>
                <a:off x="7114686" y="4072757"/>
                <a:ext cx="647164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DD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DAF7A841-B1BB-D34D-F8EE-F9A36F8EE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4686" y="4072757"/>
                <a:ext cx="647164" cy="374270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60EFD25B-A929-5389-6403-8F690DE27924}"/>
              </a:ext>
            </a:extLst>
          </p:cNvPr>
          <p:cNvCxnSpPr>
            <a:cxnSpLocks/>
          </p:cNvCxnSpPr>
          <p:nvPr/>
        </p:nvCxnSpPr>
        <p:spPr>
          <a:xfrm>
            <a:off x="7416775" y="4430877"/>
            <a:ext cx="0" cy="468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フレーム 15">
            <a:extLst>
              <a:ext uri="{FF2B5EF4-FFF2-40B4-BE49-F238E27FC236}">
                <a16:creationId xmlns:a16="http://schemas.microsoft.com/office/drawing/2014/main" id="{2225B37D-62E7-5E0D-C13B-7627CB4AA85D}"/>
              </a:ext>
            </a:extLst>
          </p:cNvPr>
          <p:cNvSpPr/>
          <p:nvPr/>
        </p:nvSpPr>
        <p:spPr>
          <a:xfrm>
            <a:off x="7148193" y="4890470"/>
            <a:ext cx="560384" cy="557683"/>
          </a:xfrm>
          <a:prstGeom prst="fram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469E5E81-FCA6-6B9B-3808-E55892A444F8}"/>
                  </a:ext>
                </a:extLst>
              </p:cNvPr>
              <p:cNvSpPr txBox="1"/>
              <p:nvPr/>
            </p:nvSpPr>
            <p:spPr>
              <a:xfrm>
                <a:off x="7196770" y="5010661"/>
                <a:ext cx="548483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469E5E81-FCA6-6B9B-3808-E55892A44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6770" y="5010661"/>
                <a:ext cx="548483" cy="374270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2DC7FAC7-11C6-55C9-4655-B315FF6BB9FF}"/>
              </a:ext>
            </a:extLst>
          </p:cNvPr>
          <p:cNvCxnSpPr/>
          <p:nvPr/>
        </p:nvCxnSpPr>
        <p:spPr>
          <a:xfrm>
            <a:off x="7547437" y="4513306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FA3D110A-FF2E-FA70-E903-B96C417A2AAE}"/>
                  </a:ext>
                </a:extLst>
              </p:cNvPr>
              <p:cNvSpPr txBox="1"/>
              <p:nvPr/>
            </p:nvSpPr>
            <p:spPr>
              <a:xfrm>
                <a:off x="7601437" y="4490001"/>
                <a:ext cx="447174" cy="3003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FA3D110A-FF2E-FA70-E903-B96C417A2A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1437" y="4490001"/>
                <a:ext cx="447174" cy="300339"/>
              </a:xfrm>
              <a:prstGeom prst="rect">
                <a:avLst/>
              </a:prstGeom>
              <a:blipFill>
                <a:blip r:embed="rId43"/>
                <a:stretch>
                  <a:fillRect l="-11111" t="-4000" r="-2778" b="-12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DBB3E8B1-EF18-5B1C-8E45-7A8CB75031B5}"/>
              </a:ext>
            </a:extLst>
          </p:cNvPr>
          <p:cNvCxnSpPr/>
          <p:nvPr/>
        </p:nvCxnSpPr>
        <p:spPr>
          <a:xfrm>
            <a:off x="7530119" y="3686960"/>
            <a:ext cx="0" cy="30996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813D6D81-FACA-B75F-B413-F607EE0DAE6D}"/>
                  </a:ext>
                </a:extLst>
              </p:cNvPr>
              <p:cNvSpPr txBox="1"/>
              <p:nvPr/>
            </p:nvSpPr>
            <p:spPr>
              <a:xfrm>
                <a:off x="7584119" y="3663655"/>
                <a:ext cx="447174" cy="3003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813D6D81-FACA-B75F-B413-F607EE0DA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4119" y="3663655"/>
                <a:ext cx="447174" cy="300339"/>
              </a:xfrm>
              <a:prstGeom prst="rect">
                <a:avLst/>
              </a:prstGeom>
              <a:blipFill>
                <a:blip r:embed="rId44"/>
                <a:stretch>
                  <a:fillRect l="-11111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2248803D-C3D9-3216-8C0D-E41751764EA9}"/>
              </a:ext>
            </a:extLst>
          </p:cNvPr>
          <p:cNvCxnSpPr/>
          <p:nvPr/>
        </p:nvCxnSpPr>
        <p:spPr>
          <a:xfrm>
            <a:off x="7787268" y="4111195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F4B1C14C-B98E-0744-BEEC-35EDFC1D9B63}"/>
                  </a:ext>
                </a:extLst>
              </p:cNvPr>
              <p:cNvSpPr txBox="1"/>
              <p:nvPr/>
            </p:nvSpPr>
            <p:spPr>
              <a:xfrm>
                <a:off x="7853222" y="4081886"/>
                <a:ext cx="471475" cy="3109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DD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F4B1C14C-B98E-0744-BEEC-35EDFC1D9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3222" y="4081886"/>
                <a:ext cx="471475" cy="310983"/>
              </a:xfrm>
              <a:prstGeom prst="rect">
                <a:avLst/>
              </a:prstGeom>
              <a:blipFill>
                <a:blip r:embed="rId45"/>
                <a:stretch>
                  <a:fillRect l="-5263" r="-2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テキスト ボックス 56">
                <a:extLst>
                  <a:ext uri="{FF2B5EF4-FFF2-40B4-BE49-F238E27FC236}">
                    <a16:creationId xmlns:a16="http://schemas.microsoft.com/office/drawing/2014/main" id="{C7EC70E2-4546-F999-965C-EA7FCB8503EF}"/>
                  </a:ext>
                </a:extLst>
              </p:cNvPr>
              <p:cNvSpPr txBox="1"/>
              <p:nvPr/>
            </p:nvSpPr>
            <p:spPr>
              <a:xfrm>
                <a:off x="7815517" y="5109310"/>
                <a:ext cx="346185" cy="2990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7" name="テキスト ボックス 56">
                <a:extLst>
                  <a:ext uri="{FF2B5EF4-FFF2-40B4-BE49-F238E27FC236}">
                    <a16:creationId xmlns:a16="http://schemas.microsoft.com/office/drawing/2014/main" id="{C7EC70E2-4546-F999-965C-EA7FCB850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5517" y="5109310"/>
                <a:ext cx="346185" cy="299056"/>
              </a:xfrm>
              <a:prstGeom prst="rect">
                <a:avLst/>
              </a:prstGeom>
              <a:blipFill>
                <a:blip r:embed="rId46"/>
                <a:stretch>
                  <a:fillRect l="-14286" t="-4167" r="-3571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A4BFC510-B998-87FE-7D76-06E9343C488C}"/>
              </a:ext>
            </a:extLst>
          </p:cNvPr>
          <p:cNvCxnSpPr/>
          <p:nvPr/>
        </p:nvCxnSpPr>
        <p:spPr>
          <a:xfrm>
            <a:off x="5444049" y="2463771"/>
            <a:ext cx="0" cy="309966"/>
          </a:xfrm>
          <a:prstGeom prst="straightConnector1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テキスト ボックス 59">
                <a:extLst>
                  <a:ext uri="{FF2B5EF4-FFF2-40B4-BE49-F238E27FC236}">
                    <a16:creationId xmlns:a16="http://schemas.microsoft.com/office/drawing/2014/main" id="{78AC0153-1767-AE9D-40ED-F21FBAE1AF80}"/>
                  </a:ext>
                </a:extLst>
              </p:cNvPr>
              <p:cNvSpPr txBox="1"/>
              <p:nvPr/>
            </p:nvSpPr>
            <p:spPr>
              <a:xfrm>
                <a:off x="5523483" y="2466420"/>
                <a:ext cx="387607" cy="2972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SL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0" name="テキスト ボックス 59">
                <a:extLst>
                  <a:ext uri="{FF2B5EF4-FFF2-40B4-BE49-F238E27FC236}">
                    <a16:creationId xmlns:a16="http://schemas.microsoft.com/office/drawing/2014/main" id="{78AC0153-1767-AE9D-40ED-F21FBAE1A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3483" y="2466420"/>
                <a:ext cx="387607" cy="297261"/>
              </a:xfrm>
              <a:prstGeom prst="rect">
                <a:avLst/>
              </a:prstGeom>
              <a:blipFill>
                <a:blip r:embed="rId47"/>
                <a:stretch>
                  <a:fillRect l="-6250" t="-4167" r="-3125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テキスト ボックス 60">
                <a:extLst>
                  <a:ext uri="{FF2B5EF4-FFF2-40B4-BE49-F238E27FC236}">
                    <a16:creationId xmlns:a16="http://schemas.microsoft.com/office/drawing/2014/main" id="{A3F50415-DA5A-8402-173E-F5D4B3D04166}"/>
                  </a:ext>
                </a:extLst>
              </p:cNvPr>
              <p:cNvSpPr txBox="1"/>
              <p:nvPr/>
            </p:nvSpPr>
            <p:spPr>
              <a:xfrm>
                <a:off x="4732684" y="565173"/>
                <a:ext cx="650737" cy="4033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BYMax</m:t>
                          </m:r>
                        </m:sup>
                      </m:sSubSup>
                    </m:oMath>
                  </m:oMathPara>
                </a14:m>
                <a:endParaRPr lang="ja-JP" altLang="en-US"/>
              </a:p>
            </p:txBody>
          </p:sp>
        </mc:Choice>
        <mc:Fallback xmlns="">
          <p:sp>
            <p:nvSpPr>
              <p:cNvPr id="61" name="テキスト ボックス 60">
                <a:extLst>
                  <a:ext uri="{FF2B5EF4-FFF2-40B4-BE49-F238E27FC236}">
                    <a16:creationId xmlns:a16="http://schemas.microsoft.com/office/drawing/2014/main" id="{A3F50415-DA5A-8402-173E-F5D4B3D04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2684" y="565173"/>
                <a:ext cx="650737" cy="403316"/>
              </a:xfrm>
              <a:prstGeom prst="rect">
                <a:avLst/>
              </a:prstGeom>
              <a:blipFill>
                <a:blip r:embed="rId48"/>
                <a:stretch>
                  <a:fillRect r="-28846" b="-30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テキスト ボックス 62">
                <a:extLst>
                  <a:ext uri="{FF2B5EF4-FFF2-40B4-BE49-F238E27FC236}">
                    <a16:creationId xmlns:a16="http://schemas.microsoft.com/office/drawing/2014/main" id="{046E7029-EEFA-3CE4-BAC1-9E8AFFB062B7}"/>
                  </a:ext>
                </a:extLst>
              </p:cNvPr>
              <p:cNvSpPr txBox="1"/>
              <p:nvPr/>
            </p:nvSpPr>
            <p:spPr>
              <a:xfrm>
                <a:off x="5574233" y="585663"/>
                <a:ext cx="650737" cy="4033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lang="en-US" altLang="ja-JP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BYMax</m:t>
                          </m:r>
                        </m:sup>
                      </m:sSubSup>
                    </m:oMath>
                  </m:oMathPara>
                </a14:m>
                <a:endParaRPr lang="ja-JP" alt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3" name="テキスト ボックス 62">
                <a:extLst>
                  <a:ext uri="{FF2B5EF4-FFF2-40B4-BE49-F238E27FC236}">
                    <a16:creationId xmlns:a16="http://schemas.microsoft.com/office/drawing/2014/main" id="{046E7029-EEFA-3CE4-BAC1-9E8AFFB06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4233" y="585663"/>
                <a:ext cx="650737" cy="403316"/>
              </a:xfrm>
              <a:prstGeom prst="rect">
                <a:avLst/>
              </a:prstGeom>
              <a:blipFill>
                <a:blip r:embed="rId49"/>
                <a:stretch>
                  <a:fillRect r="-264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テキスト ボックス 67">
                <a:extLst>
                  <a:ext uri="{FF2B5EF4-FFF2-40B4-BE49-F238E27FC236}">
                    <a16:creationId xmlns:a16="http://schemas.microsoft.com/office/drawing/2014/main" id="{7D7F2CD2-0AC1-AF12-0CB2-F595630EDC8E}"/>
                  </a:ext>
                </a:extLst>
              </p:cNvPr>
              <p:cNvSpPr txBox="1"/>
              <p:nvPr/>
            </p:nvSpPr>
            <p:spPr>
              <a:xfrm>
                <a:off x="4649522" y="356102"/>
                <a:ext cx="8963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ja-JP" b="0" i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case</m:t>
                      </m:r>
                      <m:r>
                        <a:rPr kumimoji="1" lang="en-US" altLang="ja-JP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3)</m:t>
                      </m:r>
                    </m:oMath>
                  </m:oMathPara>
                </a14:m>
                <a:endParaRPr kumimoji="1" lang="ja-JP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8" name="テキスト ボックス 67">
                <a:extLst>
                  <a:ext uri="{FF2B5EF4-FFF2-40B4-BE49-F238E27FC236}">
                    <a16:creationId xmlns:a16="http://schemas.microsoft.com/office/drawing/2014/main" id="{7D7F2CD2-0AC1-AF12-0CB2-F595630ED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9522" y="356102"/>
                <a:ext cx="896335" cy="276999"/>
              </a:xfrm>
              <a:prstGeom prst="rect">
                <a:avLst/>
              </a:prstGeom>
              <a:blipFill>
                <a:blip r:embed="rId50"/>
                <a:stretch>
                  <a:fillRect l="-7042" t="-4348" r="-7042" b="-391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テキスト ボックス 74">
                <a:extLst>
                  <a:ext uri="{FF2B5EF4-FFF2-40B4-BE49-F238E27FC236}">
                    <a16:creationId xmlns:a16="http://schemas.microsoft.com/office/drawing/2014/main" id="{3369BF30-D486-8521-03FE-E8F9642D5BF7}"/>
                  </a:ext>
                </a:extLst>
              </p:cNvPr>
              <p:cNvSpPr txBox="1"/>
              <p:nvPr/>
            </p:nvSpPr>
            <p:spPr>
              <a:xfrm>
                <a:off x="9038244" y="941355"/>
                <a:ext cx="307007" cy="2882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ja-JP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5" name="テキスト ボックス 74">
                <a:extLst>
                  <a:ext uri="{FF2B5EF4-FFF2-40B4-BE49-F238E27FC236}">
                    <a16:creationId xmlns:a16="http://schemas.microsoft.com/office/drawing/2014/main" id="{3369BF30-D486-8521-03FE-E8F9642D5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8244" y="941355"/>
                <a:ext cx="307007" cy="288220"/>
              </a:xfrm>
              <a:prstGeom prst="rect">
                <a:avLst/>
              </a:prstGeom>
              <a:blipFill>
                <a:blip r:embed="rId56"/>
                <a:stretch>
                  <a:fillRect l="-16000" r="-8000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403ACDF5-D74E-D05C-28A5-6C10F88F00F1}"/>
                  </a:ext>
                </a:extLst>
              </p:cNvPr>
              <p:cNvSpPr txBox="1"/>
              <p:nvPr/>
            </p:nvSpPr>
            <p:spPr>
              <a:xfrm>
                <a:off x="5644933" y="372024"/>
                <a:ext cx="8963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ja-JP" b="0" i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case</m:t>
                      </m:r>
                      <m:r>
                        <a:rPr kumimoji="1" lang="en-US" altLang="ja-JP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3)</m:t>
                      </m:r>
                    </m:oMath>
                  </m:oMathPara>
                </a14:m>
                <a:endParaRPr kumimoji="1" lang="ja-JP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403ACDF5-D74E-D05C-28A5-6C10F88F0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933" y="372024"/>
                <a:ext cx="896335" cy="276999"/>
              </a:xfrm>
              <a:prstGeom prst="rect">
                <a:avLst/>
              </a:prstGeom>
              <a:blipFill>
                <a:blip r:embed="rId57"/>
                <a:stretch>
                  <a:fillRect l="-5556" t="-9091" r="-5556" b="-409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テキスト ボックス 50">
                <a:extLst>
                  <a:ext uri="{FF2B5EF4-FFF2-40B4-BE49-F238E27FC236}">
                    <a16:creationId xmlns:a16="http://schemas.microsoft.com/office/drawing/2014/main" id="{CBE0BD97-BE6D-177E-25C0-5241D6A97D3D}"/>
                  </a:ext>
                </a:extLst>
              </p:cNvPr>
              <p:cNvSpPr txBox="1"/>
              <p:nvPr/>
            </p:nvSpPr>
            <p:spPr>
              <a:xfrm>
                <a:off x="5497771" y="2777982"/>
                <a:ext cx="8624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ja-JP" b="0" i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case</m:t>
                      </m:r>
                      <m:r>
                        <a:rPr kumimoji="1" lang="en-US" altLang="ja-JP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2)</m:t>
                      </m:r>
                    </m:oMath>
                  </m:oMathPara>
                </a14:m>
                <a:endParaRPr kumimoji="1" lang="ja-JP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1" name="テキスト ボックス 50">
                <a:extLst>
                  <a:ext uri="{FF2B5EF4-FFF2-40B4-BE49-F238E27FC236}">
                    <a16:creationId xmlns:a16="http://schemas.microsoft.com/office/drawing/2014/main" id="{CBE0BD97-BE6D-177E-25C0-5241D6A97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771" y="2777982"/>
                <a:ext cx="862416" cy="276999"/>
              </a:xfrm>
              <a:prstGeom prst="rect">
                <a:avLst/>
              </a:prstGeom>
              <a:blipFill>
                <a:blip r:embed="rId58"/>
                <a:stretch>
                  <a:fillRect l="-7246" t="-8696" r="-8696" b="-391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テキスト ボックス 75">
                <a:extLst>
                  <a:ext uri="{FF2B5EF4-FFF2-40B4-BE49-F238E27FC236}">
                    <a16:creationId xmlns:a16="http://schemas.microsoft.com/office/drawing/2014/main" id="{A4747B22-B344-A7C5-1A0D-CDAA3138C7CD}"/>
                  </a:ext>
                </a:extLst>
              </p:cNvPr>
              <p:cNvSpPr txBox="1"/>
              <p:nvPr/>
            </p:nvSpPr>
            <p:spPr>
              <a:xfrm>
                <a:off x="7956698" y="3749928"/>
                <a:ext cx="8624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ja-JP" b="0" i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case</m:t>
                      </m:r>
                      <m:r>
                        <a:rPr kumimoji="1" lang="en-US" altLang="ja-JP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4)</m:t>
                      </m:r>
                    </m:oMath>
                  </m:oMathPara>
                </a14:m>
                <a:endParaRPr kumimoji="1" lang="ja-JP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6" name="テキスト ボックス 75">
                <a:extLst>
                  <a:ext uri="{FF2B5EF4-FFF2-40B4-BE49-F238E27FC236}">
                    <a16:creationId xmlns:a16="http://schemas.microsoft.com/office/drawing/2014/main" id="{A4747B22-B344-A7C5-1A0D-CDAA3138C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6698" y="3749928"/>
                <a:ext cx="862416" cy="276999"/>
              </a:xfrm>
              <a:prstGeom prst="rect">
                <a:avLst/>
              </a:prstGeom>
              <a:blipFill>
                <a:blip r:embed="rId59"/>
                <a:stretch>
                  <a:fillRect l="-8696" t="-8696" r="-8696" b="-3478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テキスト ボックス 80">
                <a:extLst>
                  <a:ext uri="{FF2B5EF4-FFF2-40B4-BE49-F238E27FC236}">
                    <a16:creationId xmlns:a16="http://schemas.microsoft.com/office/drawing/2014/main" id="{4617E9B6-E376-AF28-6A7A-D78A9DF32C76}"/>
                  </a:ext>
                </a:extLst>
              </p:cNvPr>
              <p:cNvSpPr txBox="1"/>
              <p:nvPr/>
            </p:nvSpPr>
            <p:spPr>
              <a:xfrm>
                <a:off x="8178168" y="4262738"/>
                <a:ext cx="8624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ja-JP" b="0" i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case</m:t>
                      </m:r>
                      <m:r>
                        <a:rPr kumimoji="1" lang="en-US" altLang="ja-JP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4)</m:t>
                      </m:r>
                    </m:oMath>
                  </m:oMathPara>
                </a14:m>
                <a:endParaRPr kumimoji="1" lang="ja-JP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1" name="テキスト ボックス 80">
                <a:extLst>
                  <a:ext uri="{FF2B5EF4-FFF2-40B4-BE49-F238E27FC236}">
                    <a16:creationId xmlns:a16="http://schemas.microsoft.com/office/drawing/2014/main" id="{4617E9B6-E376-AF28-6A7A-D78A9DF32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8168" y="4262738"/>
                <a:ext cx="862416" cy="276999"/>
              </a:xfrm>
              <a:prstGeom prst="rect">
                <a:avLst/>
              </a:prstGeom>
              <a:blipFill>
                <a:blip r:embed="rId60"/>
                <a:stretch>
                  <a:fillRect l="-10294" t="-4348" r="-8824" b="-3478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B2847214-41BD-929E-DAF0-61599060F8A4}"/>
                  </a:ext>
                </a:extLst>
              </p:cNvPr>
              <p:cNvSpPr txBox="1"/>
              <p:nvPr/>
            </p:nvSpPr>
            <p:spPr>
              <a:xfrm>
                <a:off x="7948588" y="4635157"/>
                <a:ext cx="8624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ja-JP" b="0" i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case</m:t>
                      </m:r>
                      <m:r>
                        <a:rPr kumimoji="1" lang="en-US" altLang="ja-JP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4)</m:t>
                      </m:r>
                    </m:oMath>
                  </m:oMathPara>
                </a14:m>
                <a:endParaRPr kumimoji="1" lang="ja-JP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B2847214-41BD-929E-DAF0-61599060F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8588" y="4635157"/>
                <a:ext cx="862416" cy="276999"/>
              </a:xfrm>
              <a:prstGeom prst="rect">
                <a:avLst/>
              </a:prstGeom>
              <a:blipFill>
                <a:blip r:embed="rId61"/>
                <a:stretch>
                  <a:fillRect l="-7246" t="-4348" r="-8696" b="-391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テキスト ボックス 82">
                <a:extLst>
                  <a:ext uri="{FF2B5EF4-FFF2-40B4-BE49-F238E27FC236}">
                    <a16:creationId xmlns:a16="http://schemas.microsoft.com/office/drawing/2014/main" id="{25D42B76-DF1B-33F6-5552-2F3DFA4C2A32}"/>
                  </a:ext>
                </a:extLst>
              </p:cNvPr>
              <p:cNvSpPr txBox="1"/>
              <p:nvPr/>
            </p:nvSpPr>
            <p:spPr>
              <a:xfrm>
                <a:off x="8147058" y="5295203"/>
                <a:ext cx="8624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ja-JP" b="0" i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case</m:t>
                      </m:r>
                      <m:r>
                        <a:rPr kumimoji="1" lang="en-US" altLang="ja-JP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4)</m:t>
                      </m:r>
                    </m:oMath>
                  </m:oMathPara>
                </a14:m>
                <a:endParaRPr kumimoji="1" lang="ja-JP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3" name="テキスト ボックス 82">
                <a:extLst>
                  <a:ext uri="{FF2B5EF4-FFF2-40B4-BE49-F238E27FC236}">
                    <a16:creationId xmlns:a16="http://schemas.microsoft.com/office/drawing/2014/main" id="{25D42B76-DF1B-33F6-5552-2F3DFA4C2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7058" y="5295203"/>
                <a:ext cx="862416" cy="276999"/>
              </a:xfrm>
              <a:prstGeom prst="rect">
                <a:avLst/>
              </a:prstGeom>
              <a:blipFill>
                <a:blip r:embed="rId62"/>
                <a:stretch>
                  <a:fillRect l="-8696" t="-9091" r="-8696" b="-409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CE91A1A3-8737-26B5-94F7-6A288AA16CDD}"/>
              </a:ext>
            </a:extLst>
          </p:cNvPr>
          <p:cNvSpPr/>
          <p:nvPr/>
        </p:nvSpPr>
        <p:spPr>
          <a:xfrm>
            <a:off x="843991" y="3386956"/>
            <a:ext cx="252000" cy="252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CBC8216B-5838-351D-0AA2-9D791A209338}"/>
              </a:ext>
            </a:extLst>
          </p:cNvPr>
          <p:cNvCxnSpPr>
            <a:cxnSpLocks/>
          </p:cNvCxnSpPr>
          <p:nvPr/>
        </p:nvCxnSpPr>
        <p:spPr>
          <a:xfrm flipV="1">
            <a:off x="1526347" y="3991399"/>
            <a:ext cx="5978" cy="396827"/>
          </a:xfrm>
          <a:prstGeom prst="straightConnector1">
            <a:avLst/>
          </a:prstGeom>
          <a:ln w="1905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テキスト ボックス 86">
                <a:extLst>
                  <a:ext uri="{FF2B5EF4-FFF2-40B4-BE49-F238E27FC236}">
                    <a16:creationId xmlns:a16="http://schemas.microsoft.com/office/drawing/2014/main" id="{487A7879-D8F2-DA2A-524F-B0639CE8EE3F}"/>
                  </a:ext>
                </a:extLst>
              </p:cNvPr>
              <p:cNvSpPr txBox="1"/>
              <p:nvPr/>
            </p:nvSpPr>
            <p:spPr>
              <a:xfrm>
                <a:off x="1125682" y="4015029"/>
                <a:ext cx="3450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87" name="テキスト ボックス 86">
                <a:extLst>
                  <a:ext uri="{FF2B5EF4-FFF2-40B4-BE49-F238E27FC236}">
                    <a16:creationId xmlns:a16="http://schemas.microsoft.com/office/drawing/2014/main" id="{487A7879-D8F2-DA2A-524F-B0639CE8E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682" y="4015029"/>
                <a:ext cx="345031" cy="276999"/>
              </a:xfrm>
              <a:prstGeom prst="rect">
                <a:avLst/>
              </a:prstGeom>
              <a:blipFill>
                <a:blip r:embed="rId63"/>
                <a:stretch>
                  <a:fillRect l="-7143" r="-3571" b="-1818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直線コネクタ 87">
            <a:extLst>
              <a:ext uri="{FF2B5EF4-FFF2-40B4-BE49-F238E27FC236}">
                <a16:creationId xmlns:a16="http://schemas.microsoft.com/office/drawing/2014/main" id="{A7FE1D42-3BC0-6766-7FCD-F0F9C5D96074}"/>
              </a:ext>
            </a:extLst>
          </p:cNvPr>
          <p:cNvCxnSpPr>
            <a:cxnSpLocks/>
            <a:stCxn id="101" idx="4"/>
            <a:endCxn id="89" idx="0"/>
          </p:cNvCxnSpPr>
          <p:nvPr/>
        </p:nvCxnSpPr>
        <p:spPr>
          <a:xfrm flipH="1">
            <a:off x="1694798" y="3577228"/>
            <a:ext cx="1591" cy="128902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フレーム 88">
            <a:extLst>
              <a:ext uri="{FF2B5EF4-FFF2-40B4-BE49-F238E27FC236}">
                <a16:creationId xmlns:a16="http://schemas.microsoft.com/office/drawing/2014/main" id="{716B059E-09CB-D295-37B1-9B09939EB348}"/>
              </a:ext>
            </a:extLst>
          </p:cNvPr>
          <p:cNvSpPr/>
          <p:nvPr/>
        </p:nvSpPr>
        <p:spPr>
          <a:xfrm>
            <a:off x="1414606" y="4866249"/>
            <a:ext cx="560384" cy="557683"/>
          </a:xfrm>
          <a:prstGeom prst="fram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テキスト ボックス 99">
                <a:extLst>
                  <a:ext uri="{FF2B5EF4-FFF2-40B4-BE49-F238E27FC236}">
                    <a16:creationId xmlns:a16="http://schemas.microsoft.com/office/drawing/2014/main" id="{98593997-D474-71D7-C841-8F1CC2A43CE8}"/>
                  </a:ext>
                </a:extLst>
              </p:cNvPr>
              <p:cNvSpPr txBox="1"/>
              <p:nvPr/>
            </p:nvSpPr>
            <p:spPr>
              <a:xfrm>
                <a:off x="1488008" y="4971252"/>
                <a:ext cx="4115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b="0" i="0" smtClean="0">
                          <a:latin typeface="Cambria Math" panose="02040503050406030204" pitchFamily="18" charset="0"/>
                        </a:rPr>
                        <m:t>O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00" name="テキスト ボックス 99">
                <a:extLst>
                  <a:ext uri="{FF2B5EF4-FFF2-40B4-BE49-F238E27FC236}">
                    <a16:creationId xmlns:a16="http://schemas.microsoft.com/office/drawing/2014/main" id="{98593997-D474-71D7-C841-8F1CC2A43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008" y="4971252"/>
                <a:ext cx="411523" cy="369332"/>
              </a:xfrm>
              <a:prstGeom prst="rect">
                <a:avLst/>
              </a:prstGeom>
              <a:blipFill>
                <a:blip r:embed="rId6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円/楕円 100">
            <a:extLst>
              <a:ext uri="{FF2B5EF4-FFF2-40B4-BE49-F238E27FC236}">
                <a16:creationId xmlns:a16="http://schemas.microsoft.com/office/drawing/2014/main" id="{01B28FF0-FA3C-2D6A-ADEE-00F59CAE4D2C}"/>
              </a:ext>
            </a:extLst>
          </p:cNvPr>
          <p:cNvSpPr/>
          <p:nvPr/>
        </p:nvSpPr>
        <p:spPr>
          <a:xfrm>
            <a:off x="1642389" y="3469228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テキスト ボックス 115">
                <a:extLst>
                  <a:ext uri="{FF2B5EF4-FFF2-40B4-BE49-F238E27FC236}">
                    <a16:creationId xmlns:a16="http://schemas.microsoft.com/office/drawing/2014/main" id="{34140050-84C6-B538-0BE0-6138813FF56B}"/>
                  </a:ext>
                </a:extLst>
              </p:cNvPr>
              <p:cNvSpPr txBox="1"/>
              <p:nvPr/>
            </p:nvSpPr>
            <p:spPr>
              <a:xfrm>
                <a:off x="613001" y="4382351"/>
                <a:ext cx="1038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ja-JP" b="0" i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case</m:t>
                      </m:r>
                      <m:r>
                        <a:rPr kumimoji="1" lang="en-US" altLang="ja-JP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1,3)</m:t>
                      </m:r>
                    </m:oMath>
                  </m:oMathPara>
                </a14:m>
                <a:endParaRPr kumimoji="1" lang="ja-JP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6" name="テキスト ボックス 115">
                <a:extLst>
                  <a:ext uri="{FF2B5EF4-FFF2-40B4-BE49-F238E27FC236}">
                    <a16:creationId xmlns:a16="http://schemas.microsoft.com/office/drawing/2014/main" id="{34140050-84C6-B538-0BE0-6138813FF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001" y="4382351"/>
                <a:ext cx="1038746" cy="276999"/>
              </a:xfrm>
              <a:prstGeom prst="rect">
                <a:avLst/>
              </a:prstGeom>
              <a:blipFill>
                <a:blip r:embed="rId65"/>
                <a:stretch>
                  <a:fillRect l="-7229" t="-9091" r="-6024" b="-409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4735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14277E4-B48A-98F3-FE34-BECFA859ABE7}"/>
              </a:ext>
            </a:extLst>
          </p:cNvPr>
          <p:cNvCxnSpPr>
            <a:cxnSpLocks/>
            <a:stCxn id="121" idx="3"/>
          </p:cNvCxnSpPr>
          <p:nvPr/>
        </p:nvCxnSpPr>
        <p:spPr>
          <a:xfrm>
            <a:off x="1095991" y="3512956"/>
            <a:ext cx="8142894" cy="4204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円/楕円 6">
            <a:extLst>
              <a:ext uri="{FF2B5EF4-FFF2-40B4-BE49-F238E27FC236}">
                <a16:creationId xmlns:a16="http://schemas.microsoft.com/office/drawing/2014/main" id="{75ED679D-FF7C-0045-8CEF-DC2510987D6F}"/>
              </a:ext>
            </a:extLst>
          </p:cNvPr>
          <p:cNvSpPr/>
          <p:nvPr/>
        </p:nvSpPr>
        <p:spPr>
          <a:xfrm>
            <a:off x="2397999" y="3474144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A249D05-BF45-4568-FE48-5C54145C9722}"/>
              </a:ext>
            </a:extLst>
          </p:cNvPr>
          <p:cNvCxnSpPr>
            <a:cxnSpLocks/>
          </p:cNvCxnSpPr>
          <p:nvPr/>
        </p:nvCxnSpPr>
        <p:spPr>
          <a:xfrm>
            <a:off x="2451999" y="2787916"/>
            <a:ext cx="0" cy="74022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1CBB1B8-3C67-FBE0-3CF9-99D52BAF9724}"/>
              </a:ext>
            </a:extLst>
          </p:cNvPr>
          <p:cNvSpPr/>
          <p:nvPr/>
        </p:nvSpPr>
        <p:spPr>
          <a:xfrm>
            <a:off x="2203570" y="2427916"/>
            <a:ext cx="496857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25FA8187-EADC-35C5-2A43-1AA109CC0CC7}"/>
                  </a:ext>
                </a:extLst>
              </p:cNvPr>
              <p:cNvSpPr txBox="1"/>
              <p:nvPr/>
            </p:nvSpPr>
            <p:spPr>
              <a:xfrm>
                <a:off x="2203570" y="2427916"/>
                <a:ext cx="507703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25FA8187-EADC-35C5-2A43-1AA109CC0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570" y="2427916"/>
                <a:ext cx="507703" cy="3742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DEE6A96D-008D-1636-C01E-63FBE0A8AD35}"/>
              </a:ext>
            </a:extLst>
          </p:cNvPr>
          <p:cNvCxnSpPr>
            <a:cxnSpLocks/>
          </p:cNvCxnSpPr>
          <p:nvPr/>
        </p:nvCxnSpPr>
        <p:spPr>
          <a:xfrm>
            <a:off x="2451998" y="1937657"/>
            <a:ext cx="0" cy="49025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フレーム 17">
            <a:extLst>
              <a:ext uri="{FF2B5EF4-FFF2-40B4-BE49-F238E27FC236}">
                <a16:creationId xmlns:a16="http://schemas.microsoft.com/office/drawing/2014/main" id="{652BCFFE-58E7-17AB-B501-E7F8E9CCC480}"/>
              </a:ext>
            </a:extLst>
          </p:cNvPr>
          <p:cNvSpPr/>
          <p:nvPr/>
        </p:nvSpPr>
        <p:spPr>
          <a:xfrm>
            <a:off x="2171806" y="1379974"/>
            <a:ext cx="560384" cy="557683"/>
          </a:xfrm>
          <a:prstGeom prst="fram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5B6DAECD-0BFB-41C2-B222-A7448505B310}"/>
                  </a:ext>
                </a:extLst>
              </p:cNvPr>
              <p:cNvSpPr txBox="1"/>
              <p:nvPr/>
            </p:nvSpPr>
            <p:spPr>
              <a:xfrm>
                <a:off x="2220383" y="1500165"/>
                <a:ext cx="511807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5B6DAECD-0BFB-41C2-B222-A7448505B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0383" y="1500165"/>
                <a:ext cx="511807" cy="3742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円/楕円 19">
            <a:extLst>
              <a:ext uri="{FF2B5EF4-FFF2-40B4-BE49-F238E27FC236}">
                <a16:creationId xmlns:a16="http://schemas.microsoft.com/office/drawing/2014/main" id="{89606024-F7A9-8A5A-BD58-CB1F7936B4BB}"/>
              </a:ext>
            </a:extLst>
          </p:cNvPr>
          <p:cNvSpPr/>
          <p:nvPr/>
        </p:nvSpPr>
        <p:spPr>
          <a:xfrm>
            <a:off x="3311453" y="3474144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59B93D07-6262-0912-2B85-5F80B0092A4F}"/>
              </a:ext>
            </a:extLst>
          </p:cNvPr>
          <p:cNvCxnSpPr>
            <a:cxnSpLocks/>
          </p:cNvCxnSpPr>
          <p:nvPr/>
        </p:nvCxnSpPr>
        <p:spPr>
          <a:xfrm>
            <a:off x="3365453" y="3582143"/>
            <a:ext cx="0" cy="504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3B13FEE8-51A1-C560-754F-286282B2B4FC}"/>
              </a:ext>
            </a:extLst>
          </p:cNvPr>
          <p:cNvSpPr/>
          <p:nvPr/>
        </p:nvSpPr>
        <p:spPr>
          <a:xfrm>
            <a:off x="3111601" y="4041158"/>
            <a:ext cx="496857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269C05C1-A689-BF74-2124-6168BF99529D}"/>
                  </a:ext>
                </a:extLst>
              </p:cNvPr>
              <p:cNvSpPr txBox="1"/>
              <p:nvPr/>
            </p:nvSpPr>
            <p:spPr>
              <a:xfrm>
                <a:off x="3057940" y="4043037"/>
                <a:ext cx="640753" cy="375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DA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269C05C1-A689-BF74-2124-6168BF995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940" y="4043037"/>
                <a:ext cx="640753" cy="3755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47E0A024-73B7-F5BC-841E-719AEDC18291}"/>
              </a:ext>
            </a:extLst>
          </p:cNvPr>
          <p:cNvCxnSpPr>
            <a:cxnSpLocks/>
          </p:cNvCxnSpPr>
          <p:nvPr/>
        </p:nvCxnSpPr>
        <p:spPr>
          <a:xfrm>
            <a:off x="3360029" y="4401157"/>
            <a:ext cx="0" cy="468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フレーム 25">
            <a:extLst>
              <a:ext uri="{FF2B5EF4-FFF2-40B4-BE49-F238E27FC236}">
                <a16:creationId xmlns:a16="http://schemas.microsoft.com/office/drawing/2014/main" id="{888D3636-5CEB-DEF2-DAE7-900AAE7CB35F}"/>
              </a:ext>
            </a:extLst>
          </p:cNvPr>
          <p:cNvSpPr/>
          <p:nvPr/>
        </p:nvSpPr>
        <p:spPr>
          <a:xfrm>
            <a:off x="3091447" y="4860750"/>
            <a:ext cx="560384" cy="557683"/>
          </a:xfrm>
          <a:prstGeom prst="fram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7EB081C8-24EE-4A0E-B4CE-6391B3B17BF5}"/>
                  </a:ext>
                </a:extLst>
              </p:cNvPr>
              <p:cNvSpPr txBox="1"/>
              <p:nvPr/>
            </p:nvSpPr>
            <p:spPr>
              <a:xfrm>
                <a:off x="3140024" y="4980941"/>
                <a:ext cx="529247" cy="375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7EB081C8-24EE-4A0E-B4CE-6391B3B17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0024" y="4980941"/>
                <a:ext cx="529247" cy="3755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円/楕円 27">
            <a:extLst>
              <a:ext uri="{FF2B5EF4-FFF2-40B4-BE49-F238E27FC236}">
                <a16:creationId xmlns:a16="http://schemas.microsoft.com/office/drawing/2014/main" id="{E4276BB0-39CF-4DFA-3F15-8CD06268024C}"/>
              </a:ext>
            </a:extLst>
          </p:cNvPr>
          <p:cNvSpPr/>
          <p:nvPr/>
        </p:nvSpPr>
        <p:spPr>
          <a:xfrm>
            <a:off x="4347048" y="3476862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1491D7F4-388F-8153-C19A-7CF18EB0E587}"/>
              </a:ext>
            </a:extLst>
          </p:cNvPr>
          <p:cNvCxnSpPr>
            <a:cxnSpLocks/>
          </p:cNvCxnSpPr>
          <p:nvPr/>
        </p:nvCxnSpPr>
        <p:spPr>
          <a:xfrm>
            <a:off x="4401048" y="3584861"/>
            <a:ext cx="0" cy="504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09A45A7A-ADBA-2492-6CEE-685A3C8CBB44}"/>
              </a:ext>
            </a:extLst>
          </p:cNvPr>
          <p:cNvSpPr/>
          <p:nvPr/>
        </p:nvSpPr>
        <p:spPr>
          <a:xfrm>
            <a:off x="4147196" y="4043876"/>
            <a:ext cx="496857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01BAAAF8-AF8B-9A45-DB8C-489B1927A84B}"/>
                  </a:ext>
                </a:extLst>
              </p:cNvPr>
              <p:cNvSpPr txBox="1"/>
              <p:nvPr/>
            </p:nvSpPr>
            <p:spPr>
              <a:xfrm>
                <a:off x="4093535" y="4045755"/>
                <a:ext cx="639149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DB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01BAAAF8-AF8B-9A45-DB8C-489B1927A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3535" y="4045755"/>
                <a:ext cx="639149" cy="3742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C1711B4D-07F6-237A-E8A0-B483161637EB}"/>
              </a:ext>
            </a:extLst>
          </p:cNvPr>
          <p:cNvCxnSpPr>
            <a:cxnSpLocks/>
          </p:cNvCxnSpPr>
          <p:nvPr/>
        </p:nvCxnSpPr>
        <p:spPr>
          <a:xfrm>
            <a:off x="4395624" y="4403875"/>
            <a:ext cx="0" cy="468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フレーム 32">
            <a:extLst>
              <a:ext uri="{FF2B5EF4-FFF2-40B4-BE49-F238E27FC236}">
                <a16:creationId xmlns:a16="http://schemas.microsoft.com/office/drawing/2014/main" id="{A24786AF-E562-08B8-359C-3063F5D1F7FC}"/>
              </a:ext>
            </a:extLst>
          </p:cNvPr>
          <p:cNvSpPr/>
          <p:nvPr/>
        </p:nvSpPr>
        <p:spPr>
          <a:xfrm>
            <a:off x="4127042" y="4863468"/>
            <a:ext cx="560384" cy="557683"/>
          </a:xfrm>
          <a:prstGeom prst="fram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05FBB14C-260D-2685-A3F3-8B28D5DDF6FB}"/>
                  </a:ext>
                </a:extLst>
              </p:cNvPr>
              <p:cNvSpPr txBox="1"/>
              <p:nvPr/>
            </p:nvSpPr>
            <p:spPr>
              <a:xfrm>
                <a:off x="4175619" y="4983659"/>
                <a:ext cx="527644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05FBB14C-260D-2685-A3F3-8B28D5DDF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5619" y="4983659"/>
                <a:ext cx="527644" cy="3742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円/楕円 34">
            <a:extLst>
              <a:ext uri="{FF2B5EF4-FFF2-40B4-BE49-F238E27FC236}">
                <a16:creationId xmlns:a16="http://schemas.microsoft.com/office/drawing/2014/main" id="{B8B15F07-370C-8369-878C-68EDBD216780}"/>
              </a:ext>
            </a:extLst>
          </p:cNvPr>
          <p:cNvSpPr/>
          <p:nvPr/>
        </p:nvSpPr>
        <p:spPr>
          <a:xfrm>
            <a:off x="5232044" y="3479809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5C9DDAF0-41F1-E22E-185F-1FCBF0EFD49C}"/>
              </a:ext>
            </a:extLst>
          </p:cNvPr>
          <p:cNvCxnSpPr>
            <a:cxnSpLocks/>
            <a:endCxn id="35" idx="4"/>
          </p:cNvCxnSpPr>
          <p:nvPr/>
        </p:nvCxnSpPr>
        <p:spPr>
          <a:xfrm>
            <a:off x="5286043" y="1943322"/>
            <a:ext cx="1" cy="164448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フレーム 39">
            <a:extLst>
              <a:ext uri="{FF2B5EF4-FFF2-40B4-BE49-F238E27FC236}">
                <a16:creationId xmlns:a16="http://schemas.microsoft.com/office/drawing/2014/main" id="{4C8D3868-567B-64E9-DF54-7121C7679C55}"/>
              </a:ext>
            </a:extLst>
          </p:cNvPr>
          <p:cNvSpPr/>
          <p:nvPr/>
        </p:nvSpPr>
        <p:spPr>
          <a:xfrm>
            <a:off x="5005851" y="1385639"/>
            <a:ext cx="560384" cy="557683"/>
          </a:xfrm>
          <a:prstGeom prst="fram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DF9B5BE9-9ECA-C7EC-B4A4-97725AB39D8C}"/>
                  </a:ext>
                </a:extLst>
              </p:cNvPr>
              <p:cNvSpPr txBox="1"/>
              <p:nvPr/>
            </p:nvSpPr>
            <p:spPr>
              <a:xfrm>
                <a:off x="5097690" y="1497156"/>
                <a:ext cx="3767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b="0" i="0" smtClean="0"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DF9B5BE9-9ECA-C7EC-B4A4-97725AB39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690" y="1497156"/>
                <a:ext cx="37670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円/楕円 42">
            <a:extLst>
              <a:ext uri="{FF2B5EF4-FFF2-40B4-BE49-F238E27FC236}">
                <a16:creationId xmlns:a16="http://schemas.microsoft.com/office/drawing/2014/main" id="{0BEE8476-538E-4D98-B791-11B722253C70}"/>
              </a:ext>
            </a:extLst>
          </p:cNvPr>
          <p:cNvSpPr/>
          <p:nvPr/>
        </p:nvSpPr>
        <p:spPr>
          <a:xfrm>
            <a:off x="6093101" y="3498337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7FF0B18B-B21F-433F-2E4A-39496F46FC9B}"/>
              </a:ext>
            </a:extLst>
          </p:cNvPr>
          <p:cNvCxnSpPr>
            <a:cxnSpLocks/>
          </p:cNvCxnSpPr>
          <p:nvPr/>
        </p:nvCxnSpPr>
        <p:spPr>
          <a:xfrm>
            <a:off x="6147101" y="3606336"/>
            <a:ext cx="0" cy="504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6276E33D-193F-081B-A676-33A5803AC207}"/>
              </a:ext>
            </a:extLst>
          </p:cNvPr>
          <p:cNvSpPr/>
          <p:nvPr/>
        </p:nvSpPr>
        <p:spPr>
          <a:xfrm>
            <a:off x="5893249" y="4065351"/>
            <a:ext cx="496857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2A2BAA21-F131-9F43-A82E-DD757753ED5A}"/>
                  </a:ext>
                </a:extLst>
              </p:cNvPr>
              <p:cNvSpPr txBox="1"/>
              <p:nvPr/>
            </p:nvSpPr>
            <p:spPr>
              <a:xfrm>
                <a:off x="5839588" y="4067230"/>
                <a:ext cx="629531" cy="3758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DC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2A2BAA21-F131-9F43-A82E-DD757753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588" y="4067230"/>
                <a:ext cx="629531" cy="3758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461CA108-7EC6-ACD7-0CE8-E36D599C59C4}"/>
              </a:ext>
            </a:extLst>
          </p:cNvPr>
          <p:cNvCxnSpPr>
            <a:cxnSpLocks/>
          </p:cNvCxnSpPr>
          <p:nvPr/>
        </p:nvCxnSpPr>
        <p:spPr>
          <a:xfrm>
            <a:off x="6141677" y="4425350"/>
            <a:ext cx="0" cy="468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フレーム 47">
            <a:extLst>
              <a:ext uri="{FF2B5EF4-FFF2-40B4-BE49-F238E27FC236}">
                <a16:creationId xmlns:a16="http://schemas.microsoft.com/office/drawing/2014/main" id="{18D1B3DC-EC20-92EB-8708-73DC64F69CB6}"/>
              </a:ext>
            </a:extLst>
          </p:cNvPr>
          <p:cNvSpPr/>
          <p:nvPr/>
        </p:nvSpPr>
        <p:spPr>
          <a:xfrm>
            <a:off x="5873095" y="4884943"/>
            <a:ext cx="560384" cy="557683"/>
          </a:xfrm>
          <a:prstGeom prst="fram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45FD1D99-ECDE-0CDB-87DE-36F694D1AAD5}"/>
                  </a:ext>
                </a:extLst>
              </p:cNvPr>
              <p:cNvSpPr txBox="1"/>
              <p:nvPr/>
            </p:nvSpPr>
            <p:spPr>
              <a:xfrm>
                <a:off x="5921672" y="5005134"/>
                <a:ext cx="518027" cy="3758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45FD1D99-ECDE-0CDB-87DE-36F694D1A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672" y="5005134"/>
                <a:ext cx="518027" cy="37587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円/楕円 51">
            <a:extLst>
              <a:ext uri="{FF2B5EF4-FFF2-40B4-BE49-F238E27FC236}">
                <a16:creationId xmlns:a16="http://schemas.microsoft.com/office/drawing/2014/main" id="{A537D358-BFBC-308B-4EB2-09A943B01293}"/>
              </a:ext>
            </a:extLst>
          </p:cNvPr>
          <p:cNvSpPr/>
          <p:nvPr/>
        </p:nvSpPr>
        <p:spPr>
          <a:xfrm>
            <a:off x="7364887" y="3494240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6122CD6D-8D72-6A80-D860-46C677EEA234}"/>
              </a:ext>
            </a:extLst>
          </p:cNvPr>
          <p:cNvSpPr/>
          <p:nvPr/>
        </p:nvSpPr>
        <p:spPr>
          <a:xfrm>
            <a:off x="8157227" y="2448012"/>
            <a:ext cx="496857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テキスト ボックス 54">
                <a:extLst>
                  <a:ext uri="{FF2B5EF4-FFF2-40B4-BE49-F238E27FC236}">
                    <a16:creationId xmlns:a16="http://schemas.microsoft.com/office/drawing/2014/main" id="{65764B0E-B6E7-AB8B-259E-F42767E54100}"/>
                  </a:ext>
                </a:extLst>
              </p:cNvPr>
              <p:cNvSpPr txBox="1"/>
              <p:nvPr/>
            </p:nvSpPr>
            <p:spPr>
              <a:xfrm>
                <a:off x="8109100" y="2448012"/>
                <a:ext cx="615104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BF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55" name="テキスト ボックス 54">
                <a:extLst>
                  <a:ext uri="{FF2B5EF4-FFF2-40B4-BE49-F238E27FC236}">
                    <a16:creationId xmlns:a16="http://schemas.microsoft.com/office/drawing/2014/main" id="{65764B0E-B6E7-AB8B-259E-F42767E54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9100" y="2448012"/>
                <a:ext cx="615104" cy="37427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E0E66572-4072-D8A2-C6F6-E22A0999C2E5}"/>
              </a:ext>
            </a:extLst>
          </p:cNvPr>
          <p:cNvCxnSpPr>
            <a:cxnSpLocks/>
          </p:cNvCxnSpPr>
          <p:nvPr/>
        </p:nvCxnSpPr>
        <p:spPr>
          <a:xfrm>
            <a:off x="8405655" y="1957753"/>
            <a:ext cx="0" cy="49025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テキスト ボックス 57">
                <a:extLst>
                  <a:ext uri="{FF2B5EF4-FFF2-40B4-BE49-F238E27FC236}">
                    <a16:creationId xmlns:a16="http://schemas.microsoft.com/office/drawing/2014/main" id="{1E562E27-E6AE-3D6B-C3BA-B6DB9CE6C23C}"/>
                  </a:ext>
                </a:extLst>
              </p:cNvPr>
              <p:cNvSpPr txBox="1"/>
              <p:nvPr/>
            </p:nvSpPr>
            <p:spPr>
              <a:xfrm>
                <a:off x="8149798" y="1539811"/>
                <a:ext cx="507703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F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58" name="テキスト ボックス 57">
                <a:extLst>
                  <a:ext uri="{FF2B5EF4-FFF2-40B4-BE49-F238E27FC236}">
                    <a16:creationId xmlns:a16="http://schemas.microsoft.com/office/drawing/2014/main" id="{1E562E27-E6AE-3D6B-C3BA-B6DB9CE6C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9798" y="1539811"/>
                <a:ext cx="507703" cy="37427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D942EC5A-FD43-DB6E-ECA3-24241D58081B}"/>
              </a:ext>
            </a:extLst>
          </p:cNvPr>
          <p:cNvSpPr/>
          <p:nvPr/>
        </p:nvSpPr>
        <p:spPr>
          <a:xfrm>
            <a:off x="9305756" y="3429000"/>
            <a:ext cx="252000" cy="252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円柱 61">
            <a:extLst>
              <a:ext uri="{FF2B5EF4-FFF2-40B4-BE49-F238E27FC236}">
                <a16:creationId xmlns:a16="http://schemas.microsoft.com/office/drawing/2014/main" id="{C7EE8EC4-76CF-C907-4AB6-CC93AC6B55B6}"/>
              </a:ext>
            </a:extLst>
          </p:cNvPr>
          <p:cNvSpPr/>
          <p:nvPr/>
        </p:nvSpPr>
        <p:spPr>
          <a:xfrm>
            <a:off x="8201993" y="1301966"/>
            <a:ext cx="407324" cy="655787"/>
          </a:xfrm>
          <a:prstGeom prst="can">
            <a:avLst>
              <a:gd name="adj" fmla="val 5158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162F15E9-267D-4448-848B-3F7CC114FA7A}"/>
              </a:ext>
            </a:extLst>
          </p:cNvPr>
          <p:cNvCxnSpPr/>
          <p:nvPr/>
        </p:nvCxnSpPr>
        <p:spPr>
          <a:xfrm>
            <a:off x="2597583" y="2027803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テキスト ボックス 66">
                <a:extLst>
                  <a:ext uri="{FF2B5EF4-FFF2-40B4-BE49-F238E27FC236}">
                    <a16:creationId xmlns:a16="http://schemas.microsoft.com/office/drawing/2014/main" id="{613CCD40-B2F2-77D3-3268-2A49649E51EB}"/>
                  </a:ext>
                </a:extLst>
              </p:cNvPr>
              <p:cNvSpPr txBox="1"/>
              <p:nvPr/>
            </p:nvSpPr>
            <p:spPr>
              <a:xfrm>
                <a:off x="2651583" y="2004498"/>
                <a:ext cx="425501" cy="293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7" name="テキスト ボックス 66">
                <a:extLst>
                  <a:ext uri="{FF2B5EF4-FFF2-40B4-BE49-F238E27FC236}">
                    <a16:creationId xmlns:a16="http://schemas.microsoft.com/office/drawing/2014/main" id="{613CCD40-B2F2-77D3-3268-2A49649E5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583" y="2004498"/>
                <a:ext cx="425501" cy="293735"/>
              </a:xfrm>
              <a:prstGeom prst="rect">
                <a:avLst/>
              </a:prstGeom>
              <a:blipFill>
                <a:blip r:embed="rId14"/>
                <a:stretch>
                  <a:fillRect l="-11429" t="-4167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BAB056A9-FC83-3E3D-7ED6-66AC04FACF25}"/>
              </a:ext>
            </a:extLst>
          </p:cNvPr>
          <p:cNvCxnSpPr/>
          <p:nvPr/>
        </p:nvCxnSpPr>
        <p:spPr>
          <a:xfrm>
            <a:off x="3179768" y="4479118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テキスト ボックス 71">
                <a:extLst>
                  <a:ext uri="{FF2B5EF4-FFF2-40B4-BE49-F238E27FC236}">
                    <a16:creationId xmlns:a16="http://schemas.microsoft.com/office/drawing/2014/main" id="{2C5ED0BD-1709-ABED-4FE9-6F9F8C83261D}"/>
                  </a:ext>
                </a:extLst>
              </p:cNvPr>
              <p:cNvSpPr txBox="1"/>
              <p:nvPr/>
            </p:nvSpPr>
            <p:spPr>
              <a:xfrm>
                <a:off x="2745494" y="4468486"/>
                <a:ext cx="430439" cy="2950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2" name="テキスト ボックス 71">
                <a:extLst>
                  <a:ext uri="{FF2B5EF4-FFF2-40B4-BE49-F238E27FC236}">
                    <a16:creationId xmlns:a16="http://schemas.microsoft.com/office/drawing/2014/main" id="{2C5ED0BD-1709-ABED-4FE9-6F9F8C832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5494" y="4468486"/>
                <a:ext cx="430439" cy="295017"/>
              </a:xfrm>
              <a:prstGeom prst="rect">
                <a:avLst/>
              </a:prstGeom>
              <a:blipFill>
                <a:blip r:embed="rId15"/>
                <a:stretch>
                  <a:fillRect l="-11429" r="-2857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A1FC9B09-F91A-1AC7-D0B0-0183B1BDA759}"/>
              </a:ext>
            </a:extLst>
          </p:cNvPr>
          <p:cNvCxnSpPr/>
          <p:nvPr/>
        </p:nvCxnSpPr>
        <p:spPr>
          <a:xfrm>
            <a:off x="4522953" y="4474425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テキスト ボックス 77">
                <a:extLst>
                  <a:ext uri="{FF2B5EF4-FFF2-40B4-BE49-F238E27FC236}">
                    <a16:creationId xmlns:a16="http://schemas.microsoft.com/office/drawing/2014/main" id="{2A246960-A1E0-5FBC-E63B-FA55DED006D6}"/>
                  </a:ext>
                </a:extLst>
              </p:cNvPr>
              <p:cNvSpPr txBox="1"/>
              <p:nvPr/>
            </p:nvSpPr>
            <p:spPr>
              <a:xfrm>
                <a:off x="4576953" y="4451120"/>
                <a:ext cx="428835" cy="293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8" name="テキスト ボックス 77">
                <a:extLst>
                  <a:ext uri="{FF2B5EF4-FFF2-40B4-BE49-F238E27FC236}">
                    <a16:creationId xmlns:a16="http://schemas.microsoft.com/office/drawing/2014/main" id="{2A246960-A1E0-5FBC-E63B-FA55DED00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6953" y="4451120"/>
                <a:ext cx="428835" cy="293735"/>
              </a:xfrm>
              <a:prstGeom prst="rect">
                <a:avLst/>
              </a:prstGeom>
              <a:blipFill>
                <a:blip r:embed="rId16"/>
                <a:stretch>
                  <a:fillRect l="-11429" t="-4167" r="-2857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53AA7598-7BBB-BF13-15A7-841971FE6C01}"/>
              </a:ext>
            </a:extLst>
          </p:cNvPr>
          <p:cNvCxnSpPr/>
          <p:nvPr/>
        </p:nvCxnSpPr>
        <p:spPr>
          <a:xfrm>
            <a:off x="6272339" y="4507779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B3A76B35-68C8-5D5B-3540-AB3BBB859E6F}"/>
                  </a:ext>
                </a:extLst>
              </p:cNvPr>
              <p:cNvSpPr txBox="1"/>
              <p:nvPr/>
            </p:nvSpPr>
            <p:spPr>
              <a:xfrm>
                <a:off x="6326339" y="4484474"/>
                <a:ext cx="419217" cy="2972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B3A76B35-68C8-5D5B-3540-AB3BBB859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6339" y="4484474"/>
                <a:ext cx="419217" cy="297261"/>
              </a:xfrm>
              <a:prstGeom prst="rect">
                <a:avLst/>
              </a:prstGeom>
              <a:blipFill>
                <a:blip r:embed="rId17"/>
                <a:stretch>
                  <a:fillRect l="-14706" t="-4167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テキスト ボックス 89">
                <a:extLst>
                  <a:ext uri="{FF2B5EF4-FFF2-40B4-BE49-F238E27FC236}">
                    <a16:creationId xmlns:a16="http://schemas.microsoft.com/office/drawing/2014/main" id="{C2B7067D-B071-42A5-E5C8-1B8FAC777269}"/>
                  </a:ext>
                </a:extLst>
              </p:cNvPr>
              <p:cNvSpPr txBox="1"/>
              <p:nvPr/>
            </p:nvSpPr>
            <p:spPr>
              <a:xfrm>
                <a:off x="2728176" y="3642140"/>
                <a:ext cx="430439" cy="2950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0" name="テキスト ボックス 89">
                <a:extLst>
                  <a:ext uri="{FF2B5EF4-FFF2-40B4-BE49-F238E27FC236}">
                    <a16:creationId xmlns:a16="http://schemas.microsoft.com/office/drawing/2014/main" id="{C2B7067D-B071-42A5-E5C8-1B8FAC777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176" y="3642140"/>
                <a:ext cx="430439" cy="295017"/>
              </a:xfrm>
              <a:prstGeom prst="rect">
                <a:avLst/>
              </a:prstGeom>
              <a:blipFill>
                <a:blip r:embed="rId18"/>
                <a:stretch>
                  <a:fillRect l="-14706" r="-2941" b="-12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43AB5449-E8EF-F891-816D-E699008C22CB}"/>
              </a:ext>
            </a:extLst>
          </p:cNvPr>
          <p:cNvCxnSpPr/>
          <p:nvPr/>
        </p:nvCxnSpPr>
        <p:spPr>
          <a:xfrm>
            <a:off x="4505635" y="3648079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テキスト ボックス 91">
                <a:extLst>
                  <a:ext uri="{FF2B5EF4-FFF2-40B4-BE49-F238E27FC236}">
                    <a16:creationId xmlns:a16="http://schemas.microsoft.com/office/drawing/2014/main" id="{A262C144-BD71-98B3-AE53-FFF71957B639}"/>
                  </a:ext>
                </a:extLst>
              </p:cNvPr>
              <p:cNvSpPr txBox="1"/>
              <p:nvPr/>
            </p:nvSpPr>
            <p:spPr>
              <a:xfrm>
                <a:off x="4559635" y="3624774"/>
                <a:ext cx="428835" cy="293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2" name="テキスト ボックス 91">
                <a:extLst>
                  <a:ext uri="{FF2B5EF4-FFF2-40B4-BE49-F238E27FC236}">
                    <a16:creationId xmlns:a16="http://schemas.microsoft.com/office/drawing/2014/main" id="{A262C144-BD71-98B3-AE53-FFF71957B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635" y="3624774"/>
                <a:ext cx="428835" cy="293735"/>
              </a:xfrm>
              <a:prstGeom prst="rect">
                <a:avLst/>
              </a:prstGeom>
              <a:blipFill>
                <a:blip r:embed="rId19"/>
                <a:stretch>
                  <a:fillRect l="-11765" t="-4167" r="-2941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8E2CF977-C4A4-645B-602C-A1CDB3028D46}"/>
              </a:ext>
            </a:extLst>
          </p:cNvPr>
          <p:cNvCxnSpPr/>
          <p:nvPr/>
        </p:nvCxnSpPr>
        <p:spPr>
          <a:xfrm>
            <a:off x="6255021" y="3681433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テキスト ボックス 93">
                <a:extLst>
                  <a:ext uri="{FF2B5EF4-FFF2-40B4-BE49-F238E27FC236}">
                    <a16:creationId xmlns:a16="http://schemas.microsoft.com/office/drawing/2014/main" id="{525B6523-2FD9-8E9F-FBC0-A0DA309D94D1}"/>
                  </a:ext>
                </a:extLst>
              </p:cNvPr>
              <p:cNvSpPr txBox="1"/>
              <p:nvPr/>
            </p:nvSpPr>
            <p:spPr>
              <a:xfrm>
                <a:off x="6309021" y="3658128"/>
                <a:ext cx="419217" cy="2972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4" name="テキスト ボックス 93">
                <a:extLst>
                  <a:ext uri="{FF2B5EF4-FFF2-40B4-BE49-F238E27FC236}">
                    <a16:creationId xmlns:a16="http://schemas.microsoft.com/office/drawing/2014/main" id="{525B6523-2FD9-8E9F-FBC0-A0DA309D9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021" y="3658128"/>
                <a:ext cx="419217" cy="297261"/>
              </a:xfrm>
              <a:prstGeom prst="rect">
                <a:avLst/>
              </a:prstGeom>
              <a:blipFill>
                <a:blip r:embed="rId20"/>
                <a:stretch>
                  <a:fillRect l="-11765" t="-4167" r="-2941" b="-12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5E9C8889-B5A9-95A9-FFCE-AB98AE9474D2}"/>
              </a:ext>
            </a:extLst>
          </p:cNvPr>
          <p:cNvCxnSpPr/>
          <p:nvPr/>
        </p:nvCxnSpPr>
        <p:spPr>
          <a:xfrm>
            <a:off x="3163652" y="3627191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矢印コネクタ 95">
            <a:extLst>
              <a:ext uri="{FF2B5EF4-FFF2-40B4-BE49-F238E27FC236}">
                <a16:creationId xmlns:a16="http://schemas.microsoft.com/office/drawing/2014/main" id="{0AA7E898-2DA3-6330-A36A-BF9A57F86E9F}"/>
              </a:ext>
            </a:extLst>
          </p:cNvPr>
          <p:cNvCxnSpPr/>
          <p:nvPr/>
        </p:nvCxnSpPr>
        <p:spPr>
          <a:xfrm>
            <a:off x="2594249" y="2973909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テキスト ボックス 96">
                <a:extLst>
                  <a:ext uri="{FF2B5EF4-FFF2-40B4-BE49-F238E27FC236}">
                    <a16:creationId xmlns:a16="http://schemas.microsoft.com/office/drawing/2014/main" id="{5DB11E36-25E7-6EC1-7245-53B749BB25B9}"/>
                  </a:ext>
                </a:extLst>
              </p:cNvPr>
              <p:cNvSpPr txBox="1"/>
              <p:nvPr/>
            </p:nvSpPr>
            <p:spPr>
              <a:xfrm>
                <a:off x="2648249" y="2950604"/>
                <a:ext cx="425501" cy="293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7" name="テキスト ボックス 96">
                <a:extLst>
                  <a:ext uri="{FF2B5EF4-FFF2-40B4-BE49-F238E27FC236}">
                    <a16:creationId xmlns:a16="http://schemas.microsoft.com/office/drawing/2014/main" id="{5DB11E36-25E7-6EC1-7245-53B749BB2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8249" y="2950604"/>
                <a:ext cx="425501" cy="293735"/>
              </a:xfrm>
              <a:prstGeom prst="rect">
                <a:avLst/>
              </a:prstGeom>
              <a:blipFill>
                <a:blip r:embed="rId21"/>
                <a:stretch>
                  <a:fillRect l="-11765" t="-4167" r="-2941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テキスト ボックス 97">
                <a:extLst>
                  <a:ext uri="{FF2B5EF4-FFF2-40B4-BE49-F238E27FC236}">
                    <a16:creationId xmlns:a16="http://schemas.microsoft.com/office/drawing/2014/main" id="{A7845529-A0B6-CE17-840A-6CCE4657B2E8}"/>
                  </a:ext>
                </a:extLst>
              </p:cNvPr>
              <p:cNvSpPr txBox="1"/>
              <p:nvPr/>
            </p:nvSpPr>
            <p:spPr>
              <a:xfrm>
                <a:off x="4715508" y="2478720"/>
                <a:ext cx="416460" cy="293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BY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8" name="テキスト ボックス 97">
                <a:extLst>
                  <a:ext uri="{FF2B5EF4-FFF2-40B4-BE49-F238E27FC236}">
                    <a16:creationId xmlns:a16="http://schemas.microsoft.com/office/drawing/2014/main" id="{A7845529-A0B6-CE17-840A-6CCE4657B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5508" y="2478720"/>
                <a:ext cx="416460" cy="293735"/>
              </a:xfrm>
              <a:prstGeom prst="rect">
                <a:avLst/>
              </a:prstGeom>
              <a:blipFill>
                <a:blip r:embed="rId22"/>
                <a:stretch>
                  <a:fillRect l="-5882" t="-4167" r="-2941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0996C36-2C2F-689B-50F2-E95213014675}"/>
              </a:ext>
            </a:extLst>
          </p:cNvPr>
          <p:cNvCxnSpPr/>
          <p:nvPr/>
        </p:nvCxnSpPr>
        <p:spPr>
          <a:xfrm>
            <a:off x="5150984" y="2463771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テキスト ボックス 101">
                <a:extLst>
                  <a:ext uri="{FF2B5EF4-FFF2-40B4-BE49-F238E27FC236}">
                    <a16:creationId xmlns:a16="http://schemas.microsoft.com/office/drawing/2014/main" id="{2B5688F3-11E0-14B0-E656-FFEC3933CE19}"/>
                  </a:ext>
                </a:extLst>
              </p:cNvPr>
              <p:cNvSpPr txBox="1"/>
              <p:nvPr/>
            </p:nvSpPr>
            <p:spPr>
              <a:xfrm>
                <a:off x="7168347" y="2975257"/>
                <a:ext cx="1072153" cy="2972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FC</m:t>
                          </m:r>
                          <m: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kumimoji="1" lang="en-US" altLang="ja-JP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(&lt;0)</m:t>
                      </m:r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2" name="テキスト ボックス 101">
                <a:extLst>
                  <a:ext uri="{FF2B5EF4-FFF2-40B4-BE49-F238E27FC236}">
                    <a16:creationId xmlns:a16="http://schemas.microsoft.com/office/drawing/2014/main" id="{2B5688F3-11E0-14B0-E656-FFEC3933C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8347" y="2975257"/>
                <a:ext cx="1072153" cy="297261"/>
              </a:xfrm>
              <a:prstGeom prst="rect">
                <a:avLst/>
              </a:prstGeom>
              <a:blipFill>
                <a:blip r:embed="rId23"/>
                <a:stretch>
                  <a:fillRect l="-2353" t="-4167" r="-7059" b="-291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0509B082-5469-F26C-8840-BBB00B6B80DF}"/>
              </a:ext>
            </a:extLst>
          </p:cNvPr>
          <p:cNvCxnSpPr/>
          <p:nvPr/>
        </p:nvCxnSpPr>
        <p:spPr>
          <a:xfrm>
            <a:off x="8271639" y="2980137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矢印コネクタ 103">
            <a:extLst>
              <a:ext uri="{FF2B5EF4-FFF2-40B4-BE49-F238E27FC236}">
                <a16:creationId xmlns:a16="http://schemas.microsoft.com/office/drawing/2014/main" id="{2A7080B4-3211-CD46-9B57-4F8A1C85073F}"/>
              </a:ext>
            </a:extLst>
          </p:cNvPr>
          <p:cNvCxnSpPr/>
          <p:nvPr/>
        </p:nvCxnSpPr>
        <p:spPr>
          <a:xfrm>
            <a:off x="8540687" y="2987683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テキスト ボックス 104">
                <a:extLst>
                  <a:ext uri="{FF2B5EF4-FFF2-40B4-BE49-F238E27FC236}">
                    <a16:creationId xmlns:a16="http://schemas.microsoft.com/office/drawing/2014/main" id="{93231917-E4FB-F290-522E-A73A5CE36D7C}"/>
                  </a:ext>
                </a:extLst>
              </p:cNvPr>
              <p:cNvSpPr txBox="1"/>
              <p:nvPr/>
            </p:nvSpPr>
            <p:spPr>
              <a:xfrm>
                <a:off x="8594687" y="2964378"/>
                <a:ext cx="514307" cy="2972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FC</m:t>
                          </m:r>
                          <m: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5" name="テキスト ボックス 104">
                <a:extLst>
                  <a:ext uri="{FF2B5EF4-FFF2-40B4-BE49-F238E27FC236}">
                    <a16:creationId xmlns:a16="http://schemas.microsoft.com/office/drawing/2014/main" id="{93231917-E4FB-F290-522E-A73A5CE36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4687" y="2964378"/>
                <a:ext cx="514307" cy="297261"/>
              </a:xfrm>
              <a:prstGeom prst="rect">
                <a:avLst/>
              </a:prstGeom>
              <a:blipFill>
                <a:blip r:embed="rId24"/>
                <a:stretch>
                  <a:fillRect l="-4762" t="-4167" r="-2381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テキスト ボックス 105">
                <a:extLst>
                  <a:ext uri="{FF2B5EF4-FFF2-40B4-BE49-F238E27FC236}">
                    <a16:creationId xmlns:a16="http://schemas.microsoft.com/office/drawing/2014/main" id="{32337C72-05DA-9CA7-A639-55BF6BACCFE0}"/>
                  </a:ext>
                </a:extLst>
              </p:cNvPr>
              <p:cNvSpPr txBox="1"/>
              <p:nvPr/>
            </p:nvSpPr>
            <p:spPr>
              <a:xfrm>
                <a:off x="7132635" y="2003027"/>
                <a:ext cx="1072153" cy="5742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FC</m:t>
                          </m:r>
                          <m: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kumimoji="1" lang="en-US" altLang="ja-JP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(&lt;0)</m:t>
                      </m:r>
                    </m:oMath>
                  </m:oMathPara>
                </a14:m>
                <a:endParaRPr kumimoji="1" lang="en-US" altLang="ja-JP" b="0" dirty="0">
                  <a:solidFill>
                    <a:srgbClr val="0000FF"/>
                  </a:solidFill>
                </a:endParaRPr>
              </a:p>
              <a:p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6" name="テキスト ボックス 105">
                <a:extLst>
                  <a:ext uri="{FF2B5EF4-FFF2-40B4-BE49-F238E27FC236}">
                    <a16:creationId xmlns:a16="http://schemas.microsoft.com/office/drawing/2014/main" id="{32337C72-05DA-9CA7-A639-55BF6BACC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2635" y="2003027"/>
                <a:ext cx="1072153" cy="574260"/>
              </a:xfrm>
              <a:prstGeom prst="rect">
                <a:avLst/>
              </a:prstGeom>
              <a:blipFill>
                <a:blip r:embed="rId25"/>
                <a:stretch>
                  <a:fillRect l="-2326" t="-2128" r="-581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95B51597-5633-178A-54BD-09E03D760A1F}"/>
              </a:ext>
            </a:extLst>
          </p:cNvPr>
          <p:cNvCxnSpPr/>
          <p:nvPr/>
        </p:nvCxnSpPr>
        <p:spPr>
          <a:xfrm>
            <a:off x="8260909" y="2035755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矢印コネクタ 107">
            <a:extLst>
              <a:ext uri="{FF2B5EF4-FFF2-40B4-BE49-F238E27FC236}">
                <a16:creationId xmlns:a16="http://schemas.microsoft.com/office/drawing/2014/main" id="{BC244664-A980-70E3-673D-8BD5250403B8}"/>
              </a:ext>
            </a:extLst>
          </p:cNvPr>
          <p:cNvCxnSpPr/>
          <p:nvPr/>
        </p:nvCxnSpPr>
        <p:spPr>
          <a:xfrm>
            <a:off x="8529957" y="2043301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テキスト ボックス 108">
                <a:extLst>
                  <a:ext uri="{FF2B5EF4-FFF2-40B4-BE49-F238E27FC236}">
                    <a16:creationId xmlns:a16="http://schemas.microsoft.com/office/drawing/2014/main" id="{8A09BBF9-DF16-A8EF-CFD1-D9E1D5DD5284}"/>
                  </a:ext>
                </a:extLst>
              </p:cNvPr>
              <p:cNvSpPr txBox="1"/>
              <p:nvPr/>
            </p:nvSpPr>
            <p:spPr>
              <a:xfrm>
                <a:off x="8583957" y="2019996"/>
                <a:ext cx="514308" cy="2972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FC</m:t>
                          </m:r>
                          <m: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9" name="テキスト ボックス 108">
                <a:extLst>
                  <a:ext uri="{FF2B5EF4-FFF2-40B4-BE49-F238E27FC236}">
                    <a16:creationId xmlns:a16="http://schemas.microsoft.com/office/drawing/2014/main" id="{8A09BBF9-DF16-A8EF-CFD1-D9E1D5DD5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3957" y="2019996"/>
                <a:ext cx="514308" cy="297261"/>
              </a:xfrm>
              <a:prstGeom prst="rect">
                <a:avLst/>
              </a:prstGeom>
              <a:blipFill>
                <a:blip r:embed="rId26"/>
                <a:stretch>
                  <a:fillRect l="-4762" r="-2381" b="-16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テキスト ボックス 109">
                <a:extLst>
                  <a:ext uri="{FF2B5EF4-FFF2-40B4-BE49-F238E27FC236}">
                    <a16:creationId xmlns:a16="http://schemas.microsoft.com/office/drawing/2014/main" id="{6220A6E2-9A99-83A7-8C43-7CFCF18FCA56}"/>
                  </a:ext>
                </a:extLst>
              </p:cNvPr>
              <p:cNvSpPr txBox="1"/>
              <p:nvPr/>
            </p:nvSpPr>
            <p:spPr>
              <a:xfrm>
                <a:off x="7871789" y="1512419"/>
                <a:ext cx="307007" cy="293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10" name="テキスト ボックス 109">
                <a:extLst>
                  <a:ext uri="{FF2B5EF4-FFF2-40B4-BE49-F238E27FC236}">
                    <a16:creationId xmlns:a16="http://schemas.microsoft.com/office/drawing/2014/main" id="{6220A6E2-9A99-83A7-8C43-7CFCF18FC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1789" y="1512419"/>
                <a:ext cx="307007" cy="293735"/>
              </a:xfrm>
              <a:prstGeom prst="rect">
                <a:avLst/>
              </a:prstGeom>
              <a:blipFill>
                <a:blip r:embed="rId27"/>
                <a:stretch>
                  <a:fillRect l="-15385" t="-4167" r="-3846" b="-12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テキスト ボックス 110">
                <a:extLst>
                  <a:ext uri="{FF2B5EF4-FFF2-40B4-BE49-F238E27FC236}">
                    <a16:creationId xmlns:a16="http://schemas.microsoft.com/office/drawing/2014/main" id="{598E5D4C-E5D4-2C21-148C-E5AEBF0F3004}"/>
                  </a:ext>
                </a:extLst>
              </p:cNvPr>
              <p:cNvSpPr txBox="1"/>
              <p:nvPr/>
            </p:nvSpPr>
            <p:spPr>
              <a:xfrm>
                <a:off x="8731237" y="957549"/>
                <a:ext cx="307007" cy="2830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sup>
                      </m:s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1" name="テキスト ボックス 110">
                <a:extLst>
                  <a:ext uri="{FF2B5EF4-FFF2-40B4-BE49-F238E27FC236}">
                    <a16:creationId xmlns:a16="http://schemas.microsoft.com/office/drawing/2014/main" id="{598E5D4C-E5D4-2C21-148C-E5AEBF0F3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1237" y="957549"/>
                <a:ext cx="307007" cy="283091"/>
              </a:xfrm>
              <a:prstGeom prst="rect">
                <a:avLst/>
              </a:prstGeom>
              <a:blipFill>
                <a:blip r:embed="rId28"/>
                <a:stretch>
                  <a:fillRect l="-16000" t="-4348" r="-4000" b="-86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テキスト ボックス 111">
                <a:extLst>
                  <a:ext uri="{FF2B5EF4-FFF2-40B4-BE49-F238E27FC236}">
                    <a16:creationId xmlns:a16="http://schemas.microsoft.com/office/drawing/2014/main" id="{0D1EE2A6-6136-CB21-5EB2-840E71DD80E2}"/>
                  </a:ext>
                </a:extLst>
              </p:cNvPr>
              <p:cNvSpPr txBox="1"/>
              <p:nvPr/>
            </p:nvSpPr>
            <p:spPr>
              <a:xfrm>
                <a:off x="7860039" y="957432"/>
                <a:ext cx="414344" cy="2835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FC</m:t>
                          </m:r>
                        </m:sup>
                      </m:s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2" name="テキスト ボックス 111">
                <a:extLst>
                  <a:ext uri="{FF2B5EF4-FFF2-40B4-BE49-F238E27FC236}">
                    <a16:creationId xmlns:a16="http://schemas.microsoft.com/office/drawing/2014/main" id="{0D1EE2A6-6136-CB21-5EB2-840E71DD8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0039" y="957432"/>
                <a:ext cx="414344" cy="283539"/>
              </a:xfrm>
              <a:prstGeom prst="rect">
                <a:avLst/>
              </a:prstGeom>
              <a:blipFill>
                <a:blip r:embed="rId29"/>
                <a:stretch>
                  <a:fillRect l="-5882" t="-4348" r="-29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テキスト ボックス 112">
                <a:extLst>
                  <a:ext uri="{FF2B5EF4-FFF2-40B4-BE49-F238E27FC236}">
                    <a16:creationId xmlns:a16="http://schemas.microsoft.com/office/drawing/2014/main" id="{3926D2EF-B1BE-8371-85D6-4D6D906F7B26}"/>
                  </a:ext>
                </a:extLst>
              </p:cNvPr>
              <p:cNvSpPr txBox="1"/>
              <p:nvPr/>
            </p:nvSpPr>
            <p:spPr>
              <a:xfrm>
                <a:off x="8274629" y="952748"/>
                <a:ext cx="431977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FD</m:t>
                          </m:r>
                        </m:sup>
                      </m:s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3" name="テキスト ボックス 112">
                <a:extLst>
                  <a:ext uri="{FF2B5EF4-FFF2-40B4-BE49-F238E27FC236}">
                    <a16:creationId xmlns:a16="http://schemas.microsoft.com/office/drawing/2014/main" id="{3926D2EF-B1BE-8371-85D6-4D6D906F7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4629" y="952748"/>
                <a:ext cx="431977" cy="281937"/>
              </a:xfrm>
              <a:prstGeom prst="rect">
                <a:avLst/>
              </a:prstGeom>
              <a:blipFill>
                <a:blip r:embed="rId30"/>
                <a:stretch>
                  <a:fillRect l="-5714" t="-4167" r="-285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テキスト ボックス 114">
                <a:extLst>
                  <a:ext uri="{FF2B5EF4-FFF2-40B4-BE49-F238E27FC236}">
                    <a16:creationId xmlns:a16="http://schemas.microsoft.com/office/drawing/2014/main" id="{BE828F78-BD16-423E-034F-4B938C8F351B}"/>
                  </a:ext>
                </a:extLst>
              </p:cNvPr>
              <p:cNvSpPr txBox="1"/>
              <p:nvPr/>
            </p:nvSpPr>
            <p:spPr>
              <a:xfrm>
                <a:off x="4583108" y="993322"/>
                <a:ext cx="650737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BY</m:t>
                          </m:r>
                        </m:sup>
                      </m:sSup>
                    </m:oMath>
                  </m:oMathPara>
                </a14:m>
                <a:endParaRPr lang="ja-JP" altLang="en-US"/>
              </a:p>
            </p:txBody>
          </p:sp>
        </mc:Choice>
        <mc:Fallback xmlns="">
          <p:sp>
            <p:nvSpPr>
              <p:cNvPr id="115" name="テキスト ボックス 114">
                <a:extLst>
                  <a:ext uri="{FF2B5EF4-FFF2-40B4-BE49-F238E27FC236}">
                    <a16:creationId xmlns:a16="http://schemas.microsoft.com/office/drawing/2014/main" id="{BE828F78-BD16-423E-034F-4B938C8F3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108" y="993322"/>
                <a:ext cx="650737" cy="37427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BD8D4695-2781-EF77-7855-091A41EF9B8F}"/>
              </a:ext>
            </a:extLst>
          </p:cNvPr>
          <p:cNvCxnSpPr/>
          <p:nvPr/>
        </p:nvCxnSpPr>
        <p:spPr>
          <a:xfrm>
            <a:off x="2805977" y="2466129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テキスト ボックス 117">
                <a:extLst>
                  <a:ext uri="{FF2B5EF4-FFF2-40B4-BE49-F238E27FC236}">
                    <a16:creationId xmlns:a16="http://schemas.microsoft.com/office/drawing/2014/main" id="{69E15EBF-5593-1156-BC1C-7E3A59B258FD}"/>
                  </a:ext>
                </a:extLst>
              </p:cNvPr>
              <p:cNvSpPr txBox="1"/>
              <p:nvPr/>
            </p:nvSpPr>
            <p:spPr>
              <a:xfrm>
                <a:off x="2859977" y="2442824"/>
                <a:ext cx="368627" cy="3109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8" name="テキスト ボックス 117">
                <a:extLst>
                  <a:ext uri="{FF2B5EF4-FFF2-40B4-BE49-F238E27FC236}">
                    <a16:creationId xmlns:a16="http://schemas.microsoft.com/office/drawing/2014/main" id="{69E15EBF-5593-1156-BC1C-7E3A59B25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9977" y="2442824"/>
                <a:ext cx="368627" cy="310983"/>
              </a:xfrm>
              <a:prstGeom prst="rect">
                <a:avLst/>
              </a:prstGeom>
              <a:blipFill>
                <a:blip r:embed="rId32"/>
                <a:stretch>
                  <a:fillRect l="-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9" name="直線矢印コネクタ 118">
            <a:extLst>
              <a:ext uri="{FF2B5EF4-FFF2-40B4-BE49-F238E27FC236}">
                <a16:creationId xmlns:a16="http://schemas.microsoft.com/office/drawing/2014/main" id="{EDA2F393-13C4-D533-294A-802B0DD2BD22}"/>
              </a:ext>
            </a:extLst>
          </p:cNvPr>
          <p:cNvCxnSpPr/>
          <p:nvPr/>
        </p:nvCxnSpPr>
        <p:spPr>
          <a:xfrm>
            <a:off x="2948025" y="4064463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テキスト ボックス 119">
                <a:extLst>
                  <a:ext uri="{FF2B5EF4-FFF2-40B4-BE49-F238E27FC236}">
                    <a16:creationId xmlns:a16="http://schemas.microsoft.com/office/drawing/2014/main" id="{E9A76220-9F8C-FBEA-2EF4-E81F3936DB6A}"/>
                  </a:ext>
                </a:extLst>
              </p:cNvPr>
              <p:cNvSpPr txBox="1"/>
              <p:nvPr/>
            </p:nvSpPr>
            <p:spPr>
              <a:xfrm>
                <a:off x="2439201" y="4059990"/>
                <a:ext cx="465064" cy="3122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DA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0" name="テキスト ボックス 119">
                <a:extLst>
                  <a:ext uri="{FF2B5EF4-FFF2-40B4-BE49-F238E27FC236}">
                    <a16:creationId xmlns:a16="http://schemas.microsoft.com/office/drawing/2014/main" id="{E9A76220-9F8C-FBEA-2EF4-E81F3936D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9201" y="4059990"/>
                <a:ext cx="465064" cy="312265"/>
              </a:xfrm>
              <a:prstGeom prst="rect">
                <a:avLst/>
              </a:prstGeom>
              <a:blipFill>
                <a:blip r:embed="rId33"/>
                <a:stretch>
                  <a:fillRect l="-5405" r="-270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2" name="直線矢印コネクタ 121">
            <a:extLst>
              <a:ext uri="{FF2B5EF4-FFF2-40B4-BE49-F238E27FC236}">
                <a16:creationId xmlns:a16="http://schemas.microsoft.com/office/drawing/2014/main" id="{FE637349-EB19-BF03-4A01-653C252B079E}"/>
              </a:ext>
            </a:extLst>
          </p:cNvPr>
          <p:cNvCxnSpPr/>
          <p:nvPr/>
        </p:nvCxnSpPr>
        <p:spPr>
          <a:xfrm>
            <a:off x="4791370" y="4092090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テキスト ボックス 122">
                <a:extLst>
                  <a:ext uri="{FF2B5EF4-FFF2-40B4-BE49-F238E27FC236}">
                    <a16:creationId xmlns:a16="http://schemas.microsoft.com/office/drawing/2014/main" id="{00EF1EF1-5FF3-9C90-BFBB-A59A14012C84}"/>
                  </a:ext>
                </a:extLst>
              </p:cNvPr>
              <p:cNvSpPr txBox="1"/>
              <p:nvPr/>
            </p:nvSpPr>
            <p:spPr>
              <a:xfrm>
                <a:off x="4857324" y="4062781"/>
                <a:ext cx="463460" cy="3109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DB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3" name="テキスト ボックス 122">
                <a:extLst>
                  <a:ext uri="{FF2B5EF4-FFF2-40B4-BE49-F238E27FC236}">
                    <a16:creationId xmlns:a16="http://schemas.microsoft.com/office/drawing/2014/main" id="{00EF1EF1-5FF3-9C90-BFBB-A59A14012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324" y="4062781"/>
                <a:ext cx="463460" cy="310983"/>
              </a:xfrm>
              <a:prstGeom prst="rect">
                <a:avLst/>
              </a:prstGeom>
              <a:blipFill>
                <a:blip r:embed="rId34"/>
                <a:stretch>
                  <a:fillRect l="-5263" r="-2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" name="直線矢印コネクタ 123">
            <a:extLst>
              <a:ext uri="{FF2B5EF4-FFF2-40B4-BE49-F238E27FC236}">
                <a16:creationId xmlns:a16="http://schemas.microsoft.com/office/drawing/2014/main" id="{6AAD1DAB-DB60-4ED9-A193-AB263D25E792}"/>
              </a:ext>
            </a:extLst>
          </p:cNvPr>
          <p:cNvCxnSpPr/>
          <p:nvPr/>
        </p:nvCxnSpPr>
        <p:spPr>
          <a:xfrm>
            <a:off x="6512170" y="4105668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テキスト ボックス 124">
                <a:extLst>
                  <a:ext uri="{FF2B5EF4-FFF2-40B4-BE49-F238E27FC236}">
                    <a16:creationId xmlns:a16="http://schemas.microsoft.com/office/drawing/2014/main" id="{7E7E7E25-7997-4764-78E7-78C4B49757D6}"/>
                  </a:ext>
                </a:extLst>
              </p:cNvPr>
              <p:cNvSpPr txBox="1"/>
              <p:nvPr/>
            </p:nvSpPr>
            <p:spPr>
              <a:xfrm>
                <a:off x="6578124" y="4076359"/>
                <a:ext cx="453842" cy="3145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DC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5" name="テキスト ボックス 124">
                <a:extLst>
                  <a:ext uri="{FF2B5EF4-FFF2-40B4-BE49-F238E27FC236}">
                    <a16:creationId xmlns:a16="http://schemas.microsoft.com/office/drawing/2014/main" id="{7E7E7E25-7997-4764-78E7-78C4B49757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8124" y="4076359"/>
                <a:ext cx="453842" cy="314510"/>
              </a:xfrm>
              <a:prstGeom prst="rect">
                <a:avLst/>
              </a:prstGeom>
              <a:blipFill>
                <a:blip r:embed="rId35"/>
                <a:stretch>
                  <a:fillRect l="-2703" t="-4000" r="-270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6" name="直線矢印コネクタ 125">
            <a:extLst>
              <a:ext uri="{FF2B5EF4-FFF2-40B4-BE49-F238E27FC236}">
                <a16:creationId xmlns:a16="http://schemas.microsoft.com/office/drawing/2014/main" id="{AE49E4A1-545C-A14E-7819-3B1EB7DAFCF6}"/>
              </a:ext>
            </a:extLst>
          </p:cNvPr>
          <p:cNvCxnSpPr/>
          <p:nvPr/>
        </p:nvCxnSpPr>
        <p:spPr>
          <a:xfrm>
            <a:off x="8782445" y="2469672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テキスト ボックス 126">
                <a:extLst>
                  <a:ext uri="{FF2B5EF4-FFF2-40B4-BE49-F238E27FC236}">
                    <a16:creationId xmlns:a16="http://schemas.microsoft.com/office/drawing/2014/main" id="{DA6AB188-A40E-B11F-05DF-67348904F8A5}"/>
                  </a:ext>
                </a:extLst>
              </p:cNvPr>
              <p:cNvSpPr txBox="1"/>
              <p:nvPr/>
            </p:nvSpPr>
            <p:spPr>
              <a:xfrm>
                <a:off x="8836445" y="2446367"/>
                <a:ext cx="429798" cy="3145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FC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7" name="テキスト ボックス 126">
                <a:extLst>
                  <a:ext uri="{FF2B5EF4-FFF2-40B4-BE49-F238E27FC236}">
                    <a16:creationId xmlns:a16="http://schemas.microsoft.com/office/drawing/2014/main" id="{DA6AB188-A40E-B11F-05DF-67348904F8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6445" y="2446367"/>
                <a:ext cx="429798" cy="314510"/>
              </a:xfrm>
              <a:prstGeom prst="rect">
                <a:avLst/>
              </a:prstGeom>
              <a:blipFill>
                <a:blip r:embed="rId36"/>
                <a:stretch>
                  <a:fillRect l="-8824" r="-588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8" name="直線矢印コネクタ 127">
            <a:extLst>
              <a:ext uri="{FF2B5EF4-FFF2-40B4-BE49-F238E27FC236}">
                <a16:creationId xmlns:a16="http://schemas.microsoft.com/office/drawing/2014/main" id="{1008F067-DFCC-8F14-64B2-C9A97080180E}"/>
              </a:ext>
            </a:extLst>
          </p:cNvPr>
          <p:cNvCxnSpPr/>
          <p:nvPr/>
        </p:nvCxnSpPr>
        <p:spPr>
          <a:xfrm>
            <a:off x="8021434" y="2482311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テキスト ボックス 128">
                <a:extLst>
                  <a:ext uri="{FF2B5EF4-FFF2-40B4-BE49-F238E27FC236}">
                    <a16:creationId xmlns:a16="http://schemas.microsoft.com/office/drawing/2014/main" id="{632AA31E-BEE8-D04E-8585-FCD194199972}"/>
                  </a:ext>
                </a:extLst>
              </p:cNvPr>
              <p:cNvSpPr txBox="1"/>
              <p:nvPr/>
            </p:nvSpPr>
            <p:spPr>
              <a:xfrm>
                <a:off x="7536575" y="2475297"/>
                <a:ext cx="447430" cy="3109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FD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9" name="テキスト ボックス 128">
                <a:extLst>
                  <a:ext uri="{FF2B5EF4-FFF2-40B4-BE49-F238E27FC236}">
                    <a16:creationId xmlns:a16="http://schemas.microsoft.com/office/drawing/2014/main" id="{632AA31E-BEE8-D04E-8585-FCD194199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575" y="2475297"/>
                <a:ext cx="447430" cy="310983"/>
              </a:xfrm>
              <a:prstGeom prst="rect">
                <a:avLst/>
              </a:prstGeom>
              <a:blipFill>
                <a:blip r:embed="rId37"/>
                <a:stretch>
                  <a:fillRect l="-5556" r="-277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テキスト ボックス 129">
                <a:extLst>
                  <a:ext uri="{FF2B5EF4-FFF2-40B4-BE49-F238E27FC236}">
                    <a16:creationId xmlns:a16="http://schemas.microsoft.com/office/drawing/2014/main" id="{8B967D46-FC16-03F4-FAE7-4E9B6E6A08A8}"/>
                  </a:ext>
                </a:extLst>
              </p:cNvPr>
              <p:cNvSpPr txBox="1"/>
              <p:nvPr/>
            </p:nvSpPr>
            <p:spPr>
              <a:xfrm>
                <a:off x="5008465" y="927435"/>
                <a:ext cx="650737" cy="3860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BY</m:t>
                          </m:r>
                        </m:sup>
                      </m:sSubSup>
                    </m:oMath>
                  </m:oMathPara>
                </a14:m>
                <a:endParaRPr lang="ja-JP" altLang="en-US"/>
              </a:p>
            </p:txBody>
          </p:sp>
        </mc:Choice>
        <mc:Fallback xmlns="">
          <p:sp>
            <p:nvSpPr>
              <p:cNvPr id="130" name="テキスト ボックス 129">
                <a:extLst>
                  <a:ext uri="{FF2B5EF4-FFF2-40B4-BE49-F238E27FC236}">
                    <a16:creationId xmlns:a16="http://schemas.microsoft.com/office/drawing/2014/main" id="{8B967D46-FC16-03F4-FAE7-4E9B6E6A0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8465" y="927435"/>
                <a:ext cx="650737" cy="386068"/>
              </a:xfrm>
              <a:prstGeom prst="rect">
                <a:avLst/>
              </a:prstGeom>
              <a:blipFill>
                <a:blip r:embed="rId38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テキスト ボックス 130">
                <a:extLst>
                  <a:ext uri="{FF2B5EF4-FFF2-40B4-BE49-F238E27FC236}">
                    <a16:creationId xmlns:a16="http://schemas.microsoft.com/office/drawing/2014/main" id="{B180EE3C-B00C-F72E-6211-38D14B925579}"/>
                  </a:ext>
                </a:extLst>
              </p:cNvPr>
              <p:cNvSpPr txBox="1"/>
              <p:nvPr/>
            </p:nvSpPr>
            <p:spPr>
              <a:xfrm>
                <a:off x="5447513" y="927435"/>
                <a:ext cx="650737" cy="3860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SL</m:t>
                          </m:r>
                        </m:sup>
                      </m:sSubSup>
                    </m:oMath>
                  </m:oMathPara>
                </a14:m>
                <a:endParaRPr lang="ja-JP" altLang="en-US"/>
              </a:p>
            </p:txBody>
          </p:sp>
        </mc:Choice>
        <mc:Fallback xmlns="">
          <p:sp>
            <p:nvSpPr>
              <p:cNvPr id="131" name="テキスト ボックス 130">
                <a:extLst>
                  <a:ext uri="{FF2B5EF4-FFF2-40B4-BE49-F238E27FC236}">
                    <a16:creationId xmlns:a16="http://schemas.microsoft.com/office/drawing/2014/main" id="{B180EE3C-B00C-F72E-6211-38D14B925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513" y="927435"/>
                <a:ext cx="650737" cy="386068"/>
              </a:xfrm>
              <a:prstGeom prst="rect">
                <a:avLst/>
              </a:prstGeom>
              <a:blipFill>
                <a:blip r:embed="rId39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円/楕円 1">
            <a:extLst>
              <a:ext uri="{FF2B5EF4-FFF2-40B4-BE49-F238E27FC236}">
                <a16:creationId xmlns:a16="http://schemas.microsoft.com/office/drawing/2014/main" id="{EB97AFE7-A065-661E-DAA9-51748122374D}"/>
              </a:ext>
            </a:extLst>
          </p:cNvPr>
          <p:cNvSpPr/>
          <p:nvPr/>
        </p:nvSpPr>
        <p:spPr>
          <a:xfrm>
            <a:off x="8346730" y="3494240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E2424063-8CFB-EDD1-6239-DE9DFFE0718A}"/>
              </a:ext>
            </a:extLst>
          </p:cNvPr>
          <p:cNvCxnSpPr>
            <a:cxnSpLocks/>
          </p:cNvCxnSpPr>
          <p:nvPr/>
        </p:nvCxnSpPr>
        <p:spPr>
          <a:xfrm>
            <a:off x="8400730" y="2808012"/>
            <a:ext cx="0" cy="74022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63B2B623-9B62-905E-AF1C-B932F0BB32FB}"/>
              </a:ext>
            </a:extLst>
          </p:cNvPr>
          <p:cNvCxnSpPr>
            <a:cxnSpLocks/>
          </p:cNvCxnSpPr>
          <p:nvPr/>
        </p:nvCxnSpPr>
        <p:spPr>
          <a:xfrm>
            <a:off x="7422199" y="3611863"/>
            <a:ext cx="0" cy="504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503295C-3AC7-4B34-C8BD-8ABB13473A3D}"/>
              </a:ext>
            </a:extLst>
          </p:cNvPr>
          <p:cNvSpPr/>
          <p:nvPr/>
        </p:nvSpPr>
        <p:spPr>
          <a:xfrm>
            <a:off x="7168347" y="4070878"/>
            <a:ext cx="496857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DAF7A841-B1BB-D34D-F8EE-F9A36F8EE0F6}"/>
                  </a:ext>
                </a:extLst>
              </p:cNvPr>
              <p:cNvSpPr txBox="1"/>
              <p:nvPr/>
            </p:nvSpPr>
            <p:spPr>
              <a:xfrm>
                <a:off x="7114686" y="4072757"/>
                <a:ext cx="647164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DD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DAF7A841-B1BB-D34D-F8EE-F9A36F8EE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4686" y="4072757"/>
                <a:ext cx="647164" cy="374270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60EFD25B-A929-5389-6403-8F690DE27924}"/>
              </a:ext>
            </a:extLst>
          </p:cNvPr>
          <p:cNvCxnSpPr>
            <a:cxnSpLocks/>
          </p:cNvCxnSpPr>
          <p:nvPr/>
        </p:nvCxnSpPr>
        <p:spPr>
          <a:xfrm>
            <a:off x="7416775" y="4430877"/>
            <a:ext cx="0" cy="468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フレーム 15">
            <a:extLst>
              <a:ext uri="{FF2B5EF4-FFF2-40B4-BE49-F238E27FC236}">
                <a16:creationId xmlns:a16="http://schemas.microsoft.com/office/drawing/2014/main" id="{2225B37D-62E7-5E0D-C13B-7627CB4AA85D}"/>
              </a:ext>
            </a:extLst>
          </p:cNvPr>
          <p:cNvSpPr/>
          <p:nvPr/>
        </p:nvSpPr>
        <p:spPr>
          <a:xfrm>
            <a:off x="7148193" y="4890470"/>
            <a:ext cx="560384" cy="557683"/>
          </a:xfrm>
          <a:prstGeom prst="fram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469E5E81-FCA6-6B9B-3808-E55892A444F8}"/>
                  </a:ext>
                </a:extLst>
              </p:cNvPr>
              <p:cNvSpPr txBox="1"/>
              <p:nvPr/>
            </p:nvSpPr>
            <p:spPr>
              <a:xfrm>
                <a:off x="7196770" y="5010661"/>
                <a:ext cx="548483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469E5E81-FCA6-6B9B-3808-E55892A44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6770" y="5010661"/>
                <a:ext cx="548483" cy="374270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2DC7FAC7-11C6-55C9-4655-B315FF6BB9FF}"/>
              </a:ext>
            </a:extLst>
          </p:cNvPr>
          <p:cNvCxnSpPr/>
          <p:nvPr/>
        </p:nvCxnSpPr>
        <p:spPr>
          <a:xfrm>
            <a:off x="7547437" y="4513306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FA3D110A-FF2E-FA70-E903-B96C417A2AAE}"/>
                  </a:ext>
                </a:extLst>
              </p:cNvPr>
              <p:cNvSpPr txBox="1"/>
              <p:nvPr/>
            </p:nvSpPr>
            <p:spPr>
              <a:xfrm>
                <a:off x="7601437" y="4490001"/>
                <a:ext cx="447174" cy="3003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FA3D110A-FF2E-FA70-E903-B96C417A2A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1437" y="4490001"/>
                <a:ext cx="447174" cy="300339"/>
              </a:xfrm>
              <a:prstGeom prst="rect">
                <a:avLst/>
              </a:prstGeom>
              <a:blipFill>
                <a:blip r:embed="rId43"/>
                <a:stretch>
                  <a:fillRect l="-11111" t="-4000" r="-2778" b="-12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DBB3E8B1-EF18-5B1C-8E45-7A8CB75031B5}"/>
              </a:ext>
            </a:extLst>
          </p:cNvPr>
          <p:cNvCxnSpPr/>
          <p:nvPr/>
        </p:nvCxnSpPr>
        <p:spPr>
          <a:xfrm>
            <a:off x="7530119" y="3686960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813D6D81-FACA-B75F-B413-F607EE0DAE6D}"/>
                  </a:ext>
                </a:extLst>
              </p:cNvPr>
              <p:cNvSpPr txBox="1"/>
              <p:nvPr/>
            </p:nvSpPr>
            <p:spPr>
              <a:xfrm>
                <a:off x="7584119" y="3663655"/>
                <a:ext cx="974306" cy="293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BY</m:t>
                          </m:r>
                        </m:sup>
                      </m:sSubSup>
                      <m:r>
                        <a:rPr kumimoji="1" lang="en-US" altLang="ja-JP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(&lt;0)</m:t>
                      </m:r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813D6D81-FACA-B75F-B413-F607EE0DA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4119" y="3663655"/>
                <a:ext cx="974306" cy="293735"/>
              </a:xfrm>
              <a:prstGeom prst="rect">
                <a:avLst/>
              </a:prstGeom>
              <a:blipFill>
                <a:blip r:embed="rId44"/>
                <a:stretch>
                  <a:fillRect l="-2597" r="-7792" b="-3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2248803D-C3D9-3216-8C0D-E41751764EA9}"/>
              </a:ext>
            </a:extLst>
          </p:cNvPr>
          <p:cNvCxnSpPr/>
          <p:nvPr/>
        </p:nvCxnSpPr>
        <p:spPr>
          <a:xfrm>
            <a:off x="7787268" y="4111195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F4B1C14C-B98E-0744-BEEC-35EDFC1D9B63}"/>
                  </a:ext>
                </a:extLst>
              </p:cNvPr>
              <p:cNvSpPr txBox="1"/>
              <p:nvPr/>
            </p:nvSpPr>
            <p:spPr>
              <a:xfrm>
                <a:off x="7853222" y="4081886"/>
                <a:ext cx="471475" cy="3109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DD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F4B1C14C-B98E-0744-BEEC-35EDFC1D9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3222" y="4081886"/>
                <a:ext cx="471475" cy="310983"/>
              </a:xfrm>
              <a:prstGeom prst="rect">
                <a:avLst/>
              </a:prstGeom>
              <a:blipFill>
                <a:blip r:embed="rId45"/>
                <a:stretch>
                  <a:fillRect l="-5263" r="-2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テキスト ボックス 56">
                <a:extLst>
                  <a:ext uri="{FF2B5EF4-FFF2-40B4-BE49-F238E27FC236}">
                    <a16:creationId xmlns:a16="http://schemas.microsoft.com/office/drawing/2014/main" id="{C7EC70E2-4546-F999-965C-EA7FCB8503EF}"/>
                  </a:ext>
                </a:extLst>
              </p:cNvPr>
              <p:cNvSpPr txBox="1"/>
              <p:nvPr/>
            </p:nvSpPr>
            <p:spPr>
              <a:xfrm>
                <a:off x="7815517" y="5109310"/>
                <a:ext cx="346185" cy="2990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7" name="テキスト ボックス 56">
                <a:extLst>
                  <a:ext uri="{FF2B5EF4-FFF2-40B4-BE49-F238E27FC236}">
                    <a16:creationId xmlns:a16="http://schemas.microsoft.com/office/drawing/2014/main" id="{C7EC70E2-4546-F999-965C-EA7FCB850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5517" y="5109310"/>
                <a:ext cx="346185" cy="299056"/>
              </a:xfrm>
              <a:prstGeom prst="rect">
                <a:avLst/>
              </a:prstGeom>
              <a:blipFill>
                <a:blip r:embed="rId46"/>
                <a:stretch>
                  <a:fillRect l="-14286" t="-4167" r="-3571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A4BFC510-B998-87FE-7D76-06E9343C488C}"/>
              </a:ext>
            </a:extLst>
          </p:cNvPr>
          <p:cNvCxnSpPr/>
          <p:nvPr/>
        </p:nvCxnSpPr>
        <p:spPr>
          <a:xfrm>
            <a:off x="5444049" y="2463771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テキスト ボックス 59">
                <a:extLst>
                  <a:ext uri="{FF2B5EF4-FFF2-40B4-BE49-F238E27FC236}">
                    <a16:creationId xmlns:a16="http://schemas.microsoft.com/office/drawing/2014/main" id="{78AC0153-1767-AE9D-40ED-F21FBAE1AF80}"/>
                  </a:ext>
                </a:extLst>
              </p:cNvPr>
              <p:cNvSpPr txBox="1"/>
              <p:nvPr/>
            </p:nvSpPr>
            <p:spPr>
              <a:xfrm>
                <a:off x="5523483" y="2466420"/>
                <a:ext cx="974306" cy="293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BY</m:t>
                          </m:r>
                        </m:sup>
                      </m:sSubSup>
                      <m:r>
                        <a:rPr kumimoji="1" lang="en-US" altLang="ja-JP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(&lt;0)</m:t>
                      </m:r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60" name="テキスト ボックス 59">
                <a:extLst>
                  <a:ext uri="{FF2B5EF4-FFF2-40B4-BE49-F238E27FC236}">
                    <a16:creationId xmlns:a16="http://schemas.microsoft.com/office/drawing/2014/main" id="{78AC0153-1767-AE9D-40ED-F21FBAE1A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3483" y="2466420"/>
                <a:ext cx="974306" cy="293735"/>
              </a:xfrm>
              <a:prstGeom prst="rect">
                <a:avLst/>
              </a:prstGeom>
              <a:blipFill>
                <a:blip r:embed="rId47"/>
                <a:stretch>
                  <a:fillRect l="-2564" t="-4167" r="-7692" b="-3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テキスト ボックス 60">
                <a:extLst>
                  <a:ext uri="{FF2B5EF4-FFF2-40B4-BE49-F238E27FC236}">
                    <a16:creationId xmlns:a16="http://schemas.microsoft.com/office/drawing/2014/main" id="{A3F50415-DA5A-8402-173E-F5D4B3D04166}"/>
                  </a:ext>
                </a:extLst>
              </p:cNvPr>
              <p:cNvSpPr txBox="1"/>
              <p:nvPr/>
            </p:nvSpPr>
            <p:spPr>
              <a:xfrm>
                <a:off x="4732684" y="565173"/>
                <a:ext cx="650737" cy="4033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BYMax</m:t>
                          </m:r>
                        </m:sup>
                      </m:sSubSup>
                    </m:oMath>
                  </m:oMathPara>
                </a14:m>
                <a:endParaRPr lang="ja-JP" altLang="en-US"/>
              </a:p>
            </p:txBody>
          </p:sp>
        </mc:Choice>
        <mc:Fallback xmlns="">
          <p:sp>
            <p:nvSpPr>
              <p:cNvPr id="61" name="テキスト ボックス 60">
                <a:extLst>
                  <a:ext uri="{FF2B5EF4-FFF2-40B4-BE49-F238E27FC236}">
                    <a16:creationId xmlns:a16="http://schemas.microsoft.com/office/drawing/2014/main" id="{A3F50415-DA5A-8402-173E-F5D4B3D04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2684" y="565173"/>
                <a:ext cx="650737" cy="403316"/>
              </a:xfrm>
              <a:prstGeom prst="rect">
                <a:avLst/>
              </a:prstGeom>
              <a:blipFill>
                <a:blip r:embed="rId48"/>
                <a:stretch>
                  <a:fillRect r="-28846" b="-30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テキスト ボックス 62">
                <a:extLst>
                  <a:ext uri="{FF2B5EF4-FFF2-40B4-BE49-F238E27FC236}">
                    <a16:creationId xmlns:a16="http://schemas.microsoft.com/office/drawing/2014/main" id="{046E7029-EEFA-3CE4-BAC1-9E8AFFB062B7}"/>
                  </a:ext>
                </a:extLst>
              </p:cNvPr>
              <p:cNvSpPr txBox="1"/>
              <p:nvPr/>
            </p:nvSpPr>
            <p:spPr>
              <a:xfrm>
                <a:off x="5574233" y="585663"/>
                <a:ext cx="650737" cy="4033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BYMax</m:t>
                          </m:r>
                        </m:sup>
                      </m:sSubSup>
                    </m:oMath>
                  </m:oMathPara>
                </a14:m>
                <a:endParaRPr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63" name="テキスト ボックス 62">
                <a:extLst>
                  <a:ext uri="{FF2B5EF4-FFF2-40B4-BE49-F238E27FC236}">
                    <a16:creationId xmlns:a16="http://schemas.microsoft.com/office/drawing/2014/main" id="{046E7029-EEFA-3CE4-BAC1-9E8AFFB06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4233" y="585663"/>
                <a:ext cx="650737" cy="403316"/>
              </a:xfrm>
              <a:prstGeom prst="rect">
                <a:avLst/>
              </a:prstGeom>
              <a:blipFill>
                <a:blip r:embed="rId49"/>
                <a:stretch>
                  <a:fillRect r="-264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テキスト ボックス 67">
                <a:extLst>
                  <a:ext uri="{FF2B5EF4-FFF2-40B4-BE49-F238E27FC236}">
                    <a16:creationId xmlns:a16="http://schemas.microsoft.com/office/drawing/2014/main" id="{7D7F2CD2-0AC1-AF12-0CB2-F595630EDC8E}"/>
                  </a:ext>
                </a:extLst>
              </p:cNvPr>
              <p:cNvSpPr txBox="1"/>
              <p:nvPr/>
            </p:nvSpPr>
            <p:spPr>
              <a:xfrm>
                <a:off x="4649522" y="356102"/>
                <a:ext cx="8963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ja-JP" b="0" i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case</m:t>
                      </m:r>
                      <m:r>
                        <a:rPr kumimoji="1" lang="en-US" altLang="ja-JP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3)</m:t>
                      </m:r>
                    </m:oMath>
                  </m:oMathPara>
                </a14:m>
                <a:endParaRPr kumimoji="1" lang="ja-JP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8" name="テキスト ボックス 67">
                <a:extLst>
                  <a:ext uri="{FF2B5EF4-FFF2-40B4-BE49-F238E27FC236}">
                    <a16:creationId xmlns:a16="http://schemas.microsoft.com/office/drawing/2014/main" id="{7D7F2CD2-0AC1-AF12-0CB2-F595630ED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9522" y="356102"/>
                <a:ext cx="896335" cy="276999"/>
              </a:xfrm>
              <a:prstGeom prst="rect">
                <a:avLst/>
              </a:prstGeom>
              <a:blipFill>
                <a:blip r:embed="rId50"/>
                <a:stretch>
                  <a:fillRect l="-7042" t="-4348" r="-7042" b="-391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テキスト ボックス 74">
                <a:extLst>
                  <a:ext uri="{FF2B5EF4-FFF2-40B4-BE49-F238E27FC236}">
                    <a16:creationId xmlns:a16="http://schemas.microsoft.com/office/drawing/2014/main" id="{3369BF30-D486-8521-03FE-E8F9642D5BF7}"/>
                  </a:ext>
                </a:extLst>
              </p:cNvPr>
              <p:cNvSpPr txBox="1"/>
              <p:nvPr/>
            </p:nvSpPr>
            <p:spPr>
              <a:xfrm>
                <a:off x="9038244" y="941355"/>
                <a:ext cx="307007" cy="2882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ja-JP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5" name="テキスト ボックス 74">
                <a:extLst>
                  <a:ext uri="{FF2B5EF4-FFF2-40B4-BE49-F238E27FC236}">
                    <a16:creationId xmlns:a16="http://schemas.microsoft.com/office/drawing/2014/main" id="{3369BF30-D486-8521-03FE-E8F9642D5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8244" y="941355"/>
                <a:ext cx="307007" cy="288220"/>
              </a:xfrm>
              <a:prstGeom prst="rect">
                <a:avLst/>
              </a:prstGeom>
              <a:blipFill>
                <a:blip r:embed="rId51"/>
                <a:stretch>
                  <a:fillRect l="-16000" r="-8000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403ACDF5-D74E-D05C-28A5-6C10F88F00F1}"/>
                  </a:ext>
                </a:extLst>
              </p:cNvPr>
              <p:cNvSpPr txBox="1"/>
              <p:nvPr/>
            </p:nvSpPr>
            <p:spPr>
              <a:xfrm>
                <a:off x="5644933" y="372024"/>
                <a:ext cx="8963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ja-JP" b="0" i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case</m:t>
                      </m:r>
                      <m:r>
                        <a:rPr kumimoji="1" lang="en-US" altLang="ja-JP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3)</m:t>
                      </m:r>
                    </m:oMath>
                  </m:oMathPara>
                </a14:m>
                <a:endParaRPr kumimoji="1" lang="ja-JP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403ACDF5-D74E-D05C-28A5-6C10F88F0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933" y="372024"/>
                <a:ext cx="896335" cy="276999"/>
              </a:xfrm>
              <a:prstGeom prst="rect">
                <a:avLst/>
              </a:prstGeom>
              <a:blipFill>
                <a:blip r:embed="rId52"/>
                <a:stretch>
                  <a:fillRect l="-5556" t="-9091" r="-5556" b="-409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テキスト ボックス 50">
                <a:extLst>
                  <a:ext uri="{FF2B5EF4-FFF2-40B4-BE49-F238E27FC236}">
                    <a16:creationId xmlns:a16="http://schemas.microsoft.com/office/drawing/2014/main" id="{CBE0BD97-BE6D-177E-25C0-5241D6A97D3D}"/>
                  </a:ext>
                </a:extLst>
              </p:cNvPr>
              <p:cNvSpPr txBox="1"/>
              <p:nvPr/>
            </p:nvSpPr>
            <p:spPr>
              <a:xfrm>
                <a:off x="5497771" y="2777982"/>
                <a:ext cx="8624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ja-JP" b="0" i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case</m:t>
                      </m:r>
                      <m:r>
                        <a:rPr kumimoji="1" lang="en-US" altLang="ja-JP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2)</m:t>
                      </m:r>
                    </m:oMath>
                  </m:oMathPara>
                </a14:m>
                <a:endParaRPr kumimoji="1" lang="ja-JP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1" name="テキスト ボックス 50">
                <a:extLst>
                  <a:ext uri="{FF2B5EF4-FFF2-40B4-BE49-F238E27FC236}">
                    <a16:creationId xmlns:a16="http://schemas.microsoft.com/office/drawing/2014/main" id="{CBE0BD97-BE6D-177E-25C0-5241D6A97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771" y="2777982"/>
                <a:ext cx="862416" cy="276999"/>
              </a:xfrm>
              <a:prstGeom prst="rect">
                <a:avLst/>
              </a:prstGeom>
              <a:blipFill>
                <a:blip r:embed="rId53"/>
                <a:stretch>
                  <a:fillRect l="-7246" t="-8696" r="-8696" b="-391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テキスト ボックス 75">
                <a:extLst>
                  <a:ext uri="{FF2B5EF4-FFF2-40B4-BE49-F238E27FC236}">
                    <a16:creationId xmlns:a16="http://schemas.microsoft.com/office/drawing/2014/main" id="{A4747B22-B344-A7C5-1A0D-CDAA3138C7CD}"/>
                  </a:ext>
                </a:extLst>
              </p:cNvPr>
              <p:cNvSpPr txBox="1"/>
              <p:nvPr/>
            </p:nvSpPr>
            <p:spPr>
              <a:xfrm>
                <a:off x="8522059" y="3733918"/>
                <a:ext cx="8624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ja-JP" b="0" i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case</m:t>
                      </m:r>
                      <m:r>
                        <a:rPr kumimoji="1" lang="en-US" altLang="ja-JP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4)</m:t>
                      </m:r>
                    </m:oMath>
                  </m:oMathPara>
                </a14:m>
                <a:endParaRPr kumimoji="1" lang="ja-JP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6" name="テキスト ボックス 75">
                <a:extLst>
                  <a:ext uri="{FF2B5EF4-FFF2-40B4-BE49-F238E27FC236}">
                    <a16:creationId xmlns:a16="http://schemas.microsoft.com/office/drawing/2014/main" id="{A4747B22-B344-A7C5-1A0D-CDAA3138C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2059" y="3733918"/>
                <a:ext cx="862416" cy="276999"/>
              </a:xfrm>
              <a:prstGeom prst="rect">
                <a:avLst/>
              </a:prstGeom>
              <a:blipFill>
                <a:blip r:embed="rId54"/>
                <a:stretch>
                  <a:fillRect l="-8824" t="-9091" r="-8824" b="-409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テキスト ボックス 80">
                <a:extLst>
                  <a:ext uri="{FF2B5EF4-FFF2-40B4-BE49-F238E27FC236}">
                    <a16:creationId xmlns:a16="http://schemas.microsoft.com/office/drawing/2014/main" id="{4617E9B6-E376-AF28-6A7A-D78A9DF32C76}"/>
                  </a:ext>
                </a:extLst>
              </p:cNvPr>
              <p:cNvSpPr txBox="1"/>
              <p:nvPr/>
            </p:nvSpPr>
            <p:spPr>
              <a:xfrm>
                <a:off x="8178168" y="4262738"/>
                <a:ext cx="8624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ja-JP" b="0" i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case</m:t>
                      </m:r>
                      <m:r>
                        <a:rPr kumimoji="1" lang="en-US" altLang="ja-JP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4)</m:t>
                      </m:r>
                    </m:oMath>
                  </m:oMathPara>
                </a14:m>
                <a:endParaRPr kumimoji="1" lang="ja-JP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1" name="テキスト ボックス 80">
                <a:extLst>
                  <a:ext uri="{FF2B5EF4-FFF2-40B4-BE49-F238E27FC236}">
                    <a16:creationId xmlns:a16="http://schemas.microsoft.com/office/drawing/2014/main" id="{4617E9B6-E376-AF28-6A7A-D78A9DF32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8168" y="4262738"/>
                <a:ext cx="862416" cy="276999"/>
              </a:xfrm>
              <a:prstGeom prst="rect">
                <a:avLst/>
              </a:prstGeom>
              <a:blipFill>
                <a:blip r:embed="rId55"/>
                <a:stretch>
                  <a:fillRect l="-10294" t="-4348" r="-8824" b="-3478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B2847214-41BD-929E-DAF0-61599060F8A4}"/>
                  </a:ext>
                </a:extLst>
              </p:cNvPr>
              <p:cNvSpPr txBox="1"/>
              <p:nvPr/>
            </p:nvSpPr>
            <p:spPr>
              <a:xfrm>
                <a:off x="7948588" y="4635157"/>
                <a:ext cx="8624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ja-JP" b="0" i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case</m:t>
                      </m:r>
                      <m:r>
                        <a:rPr kumimoji="1" lang="en-US" altLang="ja-JP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4)</m:t>
                      </m:r>
                    </m:oMath>
                  </m:oMathPara>
                </a14:m>
                <a:endParaRPr kumimoji="1" lang="ja-JP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B2847214-41BD-929E-DAF0-61599060F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8588" y="4635157"/>
                <a:ext cx="862416" cy="276999"/>
              </a:xfrm>
              <a:prstGeom prst="rect">
                <a:avLst/>
              </a:prstGeom>
              <a:blipFill>
                <a:blip r:embed="rId56"/>
                <a:stretch>
                  <a:fillRect l="-7246" t="-4348" r="-8696" b="-391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テキスト ボックス 82">
                <a:extLst>
                  <a:ext uri="{FF2B5EF4-FFF2-40B4-BE49-F238E27FC236}">
                    <a16:creationId xmlns:a16="http://schemas.microsoft.com/office/drawing/2014/main" id="{25D42B76-DF1B-33F6-5552-2F3DFA4C2A32}"/>
                  </a:ext>
                </a:extLst>
              </p:cNvPr>
              <p:cNvSpPr txBox="1"/>
              <p:nvPr/>
            </p:nvSpPr>
            <p:spPr>
              <a:xfrm>
                <a:off x="8147058" y="5295203"/>
                <a:ext cx="8624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ja-JP" b="0" i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case</m:t>
                      </m:r>
                      <m:r>
                        <a:rPr kumimoji="1" lang="en-US" altLang="ja-JP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4)</m:t>
                      </m:r>
                    </m:oMath>
                  </m:oMathPara>
                </a14:m>
                <a:endParaRPr kumimoji="1" lang="ja-JP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3" name="テキスト ボックス 82">
                <a:extLst>
                  <a:ext uri="{FF2B5EF4-FFF2-40B4-BE49-F238E27FC236}">
                    <a16:creationId xmlns:a16="http://schemas.microsoft.com/office/drawing/2014/main" id="{25D42B76-DF1B-33F6-5552-2F3DFA4C2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7058" y="5295203"/>
                <a:ext cx="862416" cy="276999"/>
              </a:xfrm>
              <a:prstGeom prst="rect">
                <a:avLst/>
              </a:prstGeom>
              <a:blipFill>
                <a:blip r:embed="rId57"/>
                <a:stretch>
                  <a:fillRect l="-8696" t="-9091" r="-8696" b="-409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8EF1BF72-7150-FA11-67A8-DFE8DB0AB912}"/>
              </a:ext>
            </a:extLst>
          </p:cNvPr>
          <p:cNvSpPr/>
          <p:nvPr/>
        </p:nvSpPr>
        <p:spPr>
          <a:xfrm>
            <a:off x="843991" y="3386956"/>
            <a:ext cx="252000" cy="252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962CD67D-18A1-6D64-1BC4-773F6094D5BD}"/>
              </a:ext>
            </a:extLst>
          </p:cNvPr>
          <p:cNvCxnSpPr>
            <a:cxnSpLocks/>
          </p:cNvCxnSpPr>
          <p:nvPr/>
        </p:nvCxnSpPr>
        <p:spPr>
          <a:xfrm flipV="1">
            <a:off x="1526347" y="3991399"/>
            <a:ext cx="5978" cy="396827"/>
          </a:xfrm>
          <a:prstGeom prst="straightConnector1">
            <a:avLst/>
          </a:prstGeom>
          <a:ln w="1905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テキスト ボックス 132">
                <a:extLst>
                  <a:ext uri="{FF2B5EF4-FFF2-40B4-BE49-F238E27FC236}">
                    <a16:creationId xmlns:a16="http://schemas.microsoft.com/office/drawing/2014/main" id="{C7C7F2A7-ED85-4D49-5B44-ED103B62B59C}"/>
                  </a:ext>
                </a:extLst>
              </p:cNvPr>
              <p:cNvSpPr txBox="1"/>
              <p:nvPr/>
            </p:nvSpPr>
            <p:spPr>
              <a:xfrm>
                <a:off x="529356" y="4055768"/>
                <a:ext cx="974306" cy="293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BY</m:t>
                          </m:r>
                        </m:sup>
                      </m:sSubSup>
                      <m:r>
                        <a:rPr kumimoji="1" lang="en-US" altLang="ja-JP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(&lt;0)</m:t>
                      </m:r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33" name="テキスト ボックス 132">
                <a:extLst>
                  <a:ext uri="{FF2B5EF4-FFF2-40B4-BE49-F238E27FC236}">
                    <a16:creationId xmlns:a16="http://schemas.microsoft.com/office/drawing/2014/main" id="{C7C7F2A7-ED85-4D49-5B44-ED103B62B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56" y="4055768"/>
                <a:ext cx="974306" cy="293735"/>
              </a:xfrm>
              <a:prstGeom prst="rect">
                <a:avLst/>
              </a:prstGeom>
              <a:blipFill>
                <a:blip r:embed="rId58"/>
                <a:stretch>
                  <a:fillRect l="-2564" t="-4167" r="-7692" b="-291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4" name="直線コネクタ 133">
            <a:extLst>
              <a:ext uri="{FF2B5EF4-FFF2-40B4-BE49-F238E27FC236}">
                <a16:creationId xmlns:a16="http://schemas.microsoft.com/office/drawing/2014/main" id="{E6CC7F98-7BC1-D0F5-6AED-886F90A42439}"/>
              </a:ext>
            </a:extLst>
          </p:cNvPr>
          <p:cNvCxnSpPr>
            <a:cxnSpLocks/>
            <a:stCxn id="137" idx="4"/>
            <a:endCxn id="135" idx="0"/>
          </p:cNvCxnSpPr>
          <p:nvPr/>
        </p:nvCxnSpPr>
        <p:spPr>
          <a:xfrm flipH="1">
            <a:off x="1694798" y="3577228"/>
            <a:ext cx="1591" cy="128902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5" name="フレーム 134">
            <a:extLst>
              <a:ext uri="{FF2B5EF4-FFF2-40B4-BE49-F238E27FC236}">
                <a16:creationId xmlns:a16="http://schemas.microsoft.com/office/drawing/2014/main" id="{2A25F3FE-CC83-B97D-D400-2EE52B0B8D4C}"/>
              </a:ext>
            </a:extLst>
          </p:cNvPr>
          <p:cNvSpPr/>
          <p:nvPr/>
        </p:nvSpPr>
        <p:spPr>
          <a:xfrm>
            <a:off x="1414606" y="4866249"/>
            <a:ext cx="560384" cy="557683"/>
          </a:xfrm>
          <a:prstGeom prst="fram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テキスト ボックス 135">
                <a:extLst>
                  <a:ext uri="{FF2B5EF4-FFF2-40B4-BE49-F238E27FC236}">
                    <a16:creationId xmlns:a16="http://schemas.microsoft.com/office/drawing/2014/main" id="{3445AC77-465A-DF1E-30DF-124300C03E29}"/>
                  </a:ext>
                </a:extLst>
              </p:cNvPr>
              <p:cNvSpPr txBox="1"/>
              <p:nvPr/>
            </p:nvSpPr>
            <p:spPr>
              <a:xfrm>
                <a:off x="1488008" y="4971252"/>
                <a:ext cx="4115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b="0" i="0" smtClean="0">
                          <a:latin typeface="Cambria Math" panose="02040503050406030204" pitchFamily="18" charset="0"/>
                        </a:rPr>
                        <m:t>O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36" name="テキスト ボックス 135">
                <a:extLst>
                  <a:ext uri="{FF2B5EF4-FFF2-40B4-BE49-F238E27FC236}">
                    <a16:creationId xmlns:a16="http://schemas.microsoft.com/office/drawing/2014/main" id="{3445AC77-465A-DF1E-30DF-124300C03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008" y="4971252"/>
                <a:ext cx="411523" cy="369332"/>
              </a:xfrm>
              <a:prstGeom prst="rect">
                <a:avLst/>
              </a:prstGeom>
              <a:blipFill>
                <a:blip r:embed="rId5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円/楕円 136">
            <a:extLst>
              <a:ext uri="{FF2B5EF4-FFF2-40B4-BE49-F238E27FC236}">
                <a16:creationId xmlns:a16="http://schemas.microsoft.com/office/drawing/2014/main" id="{7D38C3E4-44BE-31ED-6D9A-7CBC0821A241}"/>
              </a:ext>
            </a:extLst>
          </p:cNvPr>
          <p:cNvSpPr/>
          <p:nvPr/>
        </p:nvSpPr>
        <p:spPr>
          <a:xfrm>
            <a:off x="1642389" y="3469228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テキスト ボックス 138">
                <a:extLst>
                  <a:ext uri="{FF2B5EF4-FFF2-40B4-BE49-F238E27FC236}">
                    <a16:creationId xmlns:a16="http://schemas.microsoft.com/office/drawing/2014/main" id="{F265AE6E-2550-3D2A-273F-C339853F42C2}"/>
                  </a:ext>
                </a:extLst>
              </p:cNvPr>
              <p:cNvSpPr txBox="1"/>
              <p:nvPr/>
            </p:nvSpPr>
            <p:spPr>
              <a:xfrm>
                <a:off x="582815" y="4414316"/>
                <a:ext cx="1038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ja-JP" b="0" i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case</m:t>
                      </m:r>
                      <m:r>
                        <a:rPr kumimoji="1" lang="en-US" altLang="ja-JP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1,3)</m:t>
                      </m:r>
                    </m:oMath>
                  </m:oMathPara>
                </a14:m>
                <a:endParaRPr kumimoji="1" lang="ja-JP" altLang="en-US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9" name="テキスト ボックス 138">
                <a:extLst>
                  <a:ext uri="{FF2B5EF4-FFF2-40B4-BE49-F238E27FC236}">
                    <a16:creationId xmlns:a16="http://schemas.microsoft.com/office/drawing/2014/main" id="{F265AE6E-2550-3D2A-273F-C339853F4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815" y="4414316"/>
                <a:ext cx="1038746" cy="276999"/>
              </a:xfrm>
              <a:prstGeom prst="rect">
                <a:avLst/>
              </a:prstGeom>
              <a:blipFill>
                <a:blip r:embed="rId60"/>
                <a:stretch>
                  <a:fillRect l="-7317" t="-4348" r="-7317" b="-3478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テキスト ボックス 139">
                <a:extLst>
                  <a:ext uri="{FF2B5EF4-FFF2-40B4-BE49-F238E27FC236}">
                    <a16:creationId xmlns:a16="http://schemas.microsoft.com/office/drawing/2014/main" id="{766ECD3A-F086-173B-BEC2-1C325C5EC6A1}"/>
                  </a:ext>
                </a:extLst>
              </p:cNvPr>
              <p:cNvSpPr txBox="1"/>
              <p:nvPr/>
            </p:nvSpPr>
            <p:spPr>
              <a:xfrm>
                <a:off x="8682941" y="1400553"/>
                <a:ext cx="364652" cy="3124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</m:sSubSup>
                    </m:oMath>
                  </m:oMathPara>
                </a14:m>
                <a:endParaRPr kumimoji="1" lang="ja-JP" alt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0" name="テキスト ボックス 139">
                <a:extLst>
                  <a:ext uri="{FF2B5EF4-FFF2-40B4-BE49-F238E27FC236}">
                    <a16:creationId xmlns:a16="http://schemas.microsoft.com/office/drawing/2014/main" id="{766ECD3A-F086-173B-BEC2-1C325C5EC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2941" y="1400553"/>
                <a:ext cx="364652" cy="312458"/>
              </a:xfrm>
              <a:prstGeom prst="rect">
                <a:avLst/>
              </a:prstGeom>
              <a:blipFill>
                <a:blip r:embed="rId61"/>
                <a:stretch>
                  <a:fillRect l="-6667" b="-16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テキスト ボックス 140">
                <a:extLst>
                  <a:ext uri="{FF2B5EF4-FFF2-40B4-BE49-F238E27FC236}">
                    <a16:creationId xmlns:a16="http://schemas.microsoft.com/office/drawing/2014/main" id="{5B0A8F5F-41B4-97DC-0E21-D53738E30367}"/>
                  </a:ext>
                </a:extLst>
              </p:cNvPr>
              <p:cNvSpPr txBox="1"/>
              <p:nvPr/>
            </p:nvSpPr>
            <p:spPr>
              <a:xfrm>
                <a:off x="9098787" y="1414488"/>
                <a:ext cx="252000" cy="3124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</m:sSubSup>
                    </m:oMath>
                  </m:oMathPara>
                </a14:m>
                <a:endParaRPr kumimoji="1" lang="ja-JP" alt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" name="テキスト ボックス 140">
                <a:extLst>
                  <a:ext uri="{FF2B5EF4-FFF2-40B4-BE49-F238E27FC236}">
                    <a16:creationId xmlns:a16="http://schemas.microsoft.com/office/drawing/2014/main" id="{5B0A8F5F-41B4-97DC-0E21-D53738E30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8787" y="1414488"/>
                <a:ext cx="252000" cy="312458"/>
              </a:xfrm>
              <a:prstGeom prst="rect">
                <a:avLst/>
              </a:prstGeom>
              <a:blipFill>
                <a:blip r:embed="rId62"/>
                <a:stretch>
                  <a:fillRect l="-23810" r="-4762" b="-16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テキスト ボックス 141">
                <a:extLst>
                  <a:ext uri="{FF2B5EF4-FFF2-40B4-BE49-F238E27FC236}">
                    <a16:creationId xmlns:a16="http://schemas.microsoft.com/office/drawing/2014/main" id="{EB1CE91B-4612-79AC-3ABE-AA1C4A5A6B2A}"/>
                  </a:ext>
                </a:extLst>
              </p:cNvPr>
              <p:cNvSpPr txBox="1"/>
              <p:nvPr/>
            </p:nvSpPr>
            <p:spPr>
              <a:xfrm>
                <a:off x="8210765" y="553845"/>
                <a:ext cx="2242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42" name="テキスト ボックス 141">
                <a:extLst>
                  <a:ext uri="{FF2B5EF4-FFF2-40B4-BE49-F238E27FC236}">
                    <a16:creationId xmlns:a16="http://schemas.microsoft.com/office/drawing/2014/main" id="{EB1CE91B-4612-79AC-3ABE-AA1C4A5A6B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0765" y="553845"/>
                <a:ext cx="224229" cy="276999"/>
              </a:xfrm>
              <a:prstGeom prst="rect">
                <a:avLst/>
              </a:prstGeom>
              <a:blipFill>
                <a:blip r:embed="rId63"/>
                <a:stretch>
                  <a:fillRect l="-21053" r="-15789" b="-43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テキスト ボックス 142">
                <a:extLst>
                  <a:ext uri="{FF2B5EF4-FFF2-40B4-BE49-F238E27FC236}">
                    <a16:creationId xmlns:a16="http://schemas.microsoft.com/office/drawing/2014/main" id="{83F1CA80-9868-1528-71D1-513AD4935874}"/>
                  </a:ext>
                </a:extLst>
              </p:cNvPr>
              <p:cNvSpPr txBox="1"/>
              <p:nvPr/>
            </p:nvSpPr>
            <p:spPr>
              <a:xfrm>
                <a:off x="8594687" y="524355"/>
                <a:ext cx="349134" cy="3069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/>
                      </m:sSubSup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43" name="テキスト ボックス 142">
                <a:extLst>
                  <a:ext uri="{FF2B5EF4-FFF2-40B4-BE49-F238E27FC236}">
                    <a16:creationId xmlns:a16="http://schemas.microsoft.com/office/drawing/2014/main" id="{83F1CA80-9868-1528-71D1-513AD4935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4687" y="524355"/>
                <a:ext cx="349134" cy="306944"/>
              </a:xfrm>
              <a:prstGeom prst="rect">
                <a:avLst/>
              </a:prstGeom>
              <a:blipFill>
                <a:blip r:embed="rId64"/>
                <a:stretch>
                  <a:fillRect l="-6897" b="-12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5062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444CEF8-4153-487C-7905-926ADE01D6D0}"/>
              </a:ext>
            </a:extLst>
          </p:cNvPr>
          <p:cNvCxnSpPr>
            <a:cxnSpLocks/>
          </p:cNvCxnSpPr>
          <p:nvPr/>
        </p:nvCxnSpPr>
        <p:spPr>
          <a:xfrm>
            <a:off x="1913021" y="3506874"/>
            <a:ext cx="68179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F4CD9E2B-1A83-AC27-AAB8-3BCABD3BA06E}"/>
              </a:ext>
            </a:extLst>
          </p:cNvPr>
          <p:cNvCxnSpPr/>
          <p:nvPr/>
        </p:nvCxnSpPr>
        <p:spPr>
          <a:xfrm>
            <a:off x="1913021" y="3338432"/>
            <a:ext cx="0" cy="33688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6CA3E266-B960-4C26-4E17-D322A2B080CE}"/>
              </a:ext>
            </a:extLst>
          </p:cNvPr>
          <p:cNvCxnSpPr/>
          <p:nvPr/>
        </p:nvCxnSpPr>
        <p:spPr>
          <a:xfrm>
            <a:off x="2594811" y="3340106"/>
            <a:ext cx="0" cy="33688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DF4C53AD-A251-0874-EF9C-53B02AD44F54}"/>
                  </a:ext>
                </a:extLst>
              </p:cNvPr>
              <p:cNvSpPr txBox="1"/>
              <p:nvPr/>
            </p:nvSpPr>
            <p:spPr>
              <a:xfrm>
                <a:off x="2052202" y="3199719"/>
                <a:ext cx="41716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DF4C53AD-A251-0874-EF9C-53B02AD44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202" y="3199719"/>
                <a:ext cx="417165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D9053DC4-2AE1-10F2-C8F6-2A9927455E24}"/>
                  </a:ext>
                </a:extLst>
              </p:cNvPr>
              <p:cNvSpPr txBox="1"/>
              <p:nvPr/>
            </p:nvSpPr>
            <p:spPr>
              <a:xfrm>
                <a:off x="2400655" y="3673643"/>
                <a:ext cx="41825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kumimoji="1" lang="ja-JP" altLang="en-US" sz="1400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D9053DC4-2AE1-10F2-C8F6-2A9927455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0655" y="3673643"/>
                <a:ext cx="418255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9F31407B-DD15-E891-280F-0D703C0EDACC}"/>
              </a:ext>
            </a:extLst>
          </p:cNvPr>
          <p:cNvCxnSpPr>
            <a:cxnSpLocks/>
          </p:cNvCxnSpPr>
          <p:nvPr/>
        </p:nvCxnSpPr>
        <p:spPr>
          <a:xfrm>
            <a:off x="2592723" y="3506874"/>
            <a:ext cx="68179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F1B37A7-CD13-651C-80E0-D1E0CFA139A7}"/>
              </a:ext>
            </a:extLst>
          </p:cNvPr>
          <p:cNvCxnSpPr/>
          <p:nvPr/>
        </p:nvCxnSpPr>
        <p:spPr>
          <a:xfrm>
            <a:off x="3274513" y="3340106"/>
            <a:ext cx="0" cy="33688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075D5E07-E407-ED53-A0D4-FD92735836A7}"/>
                  </a:ext>
                </a:extLst>
              </p:cNvPr>
              <p:cNvSpPr txBox="1"/>
              <p:nvPr/>
            </p:nvSpPr>
            <p:spPr>
              <a:xfrm>
                <a:off x="2732467" y="3200555"/>
                <a:ext cx="4213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1400"/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075D5E07-E407-ED53-A0D4-FD92735836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2467" y="3200555"/>
                <a:ext cx="421334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D90C7445-5DB7-33E2-7C29-0B867A61DE11}"/>
                  </a:ext>
                </a:extLst>
              </p:cNvPr>
              <p:cNvSpPr txBox="1"/>
              <p:nvPr/>
            </p:nvSpPr>
            <p:spPr>
              <a:xfrm>
                <a:off x="3017780" y="3673642"/>
                <a:ext cx="5176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2∆</m:t>
                      </m:r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kumimoji="1" lang="ja-JP" altLang="en-US" sz="1400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D90C7445-5DB7-33E2-7C29-0B867A61DE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780" y="3673642"/>
                <a:ext cx="517642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9ADBB119-E4F3-5FB6-B11B-9B0C0640663D}"/>
              </a:ext>
            </a:extLst>
          </p:cNvPr>
          <p:cNvCxnSpPr/>
          <p:nvPr/>
        </p:nvCxnSpPr>
        <p:spPr>
          <a:xfrm>
            <a:off x="1128804" y="1766981"/>
            <a:ext cx="0" cy="33688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F6CFD9FE-628B-987A-D5BB-6B0E6AAA6736}"/>
              </a:ext>
            </a:extLst>
          </p:cNvPr>
          <p:cNvCxnSpPr>
            <a:cxnSpLocks/>
          </p:cNvCxnSpPr>
          <p:nvPr/>
        </p:nvCxnSpPr>
        <p:spPr>
          <a:xfrm>
            <a:off x="1126716" y="1933749"/>
            <a:ext cx="68179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9BB0BCAC-AC79-6221-F836-DA83D2B15091}"/>
              </a:ext>
            </a:extLst>
          </p:cNvPr>
          <p:cNvCxnSpPr/>
          <p:nvPr/>
        </p:nvCxnSpPr>
        <p:spPr>
          <a:xfrm>
            <a:off x="1808506" y="1766981"/>
            <a:ext cx="0" cy="33688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C2FD9D5B-738B-93D3-1132-45D87454BF8E}"/>
                  </a:ext>
                </a:extLst>
              </p:cNvPr>
              <p:cNvSpPr txBox="1"/>
              <p:nvPr/>
            </p:nvSpPr>
            <p:spPr>
              <a:xfrm>
                <a:off x="1257988" y="1545079"/>
                <a:ext cx="4213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140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C2FD9D5B-738B-93D3-1132-45D87454BF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988" y="1545079"/>
                <a:ext cx="421334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76204414-97AD-2366-AA41-1599FC4C9042}"/>
                  </a:ext>
                </a:extLst>
              </p:cNvPr>
              <p:cNvSpPr txBox="1"/>
              <p:nvPr/>
            </p:nvSpPr>
            <p:spPr>
              <a:xfrm>
                <a:off x="1549685" y="2100518"/>
                <a:ext cx="5176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2∆</m:t>
                      </m:r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kumimoji="1" lang="ja-JP" altLang="en-US" sz="1400"/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76204414-97AD-2366-AA41-1599FC4C9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9685" y="2100518"/>
                <a:ext cx="517642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97637247-09E2-766E-054B-0DE86D8F2057}"/>
              </a:ext>
            </a:extLst>
          </p:cNvPr>
          <p:cNvCxnSpPr>
            <a:cxnSpLocks/>
          </p:cNvCxnSpPr>
          <p:nvPr/>
        </p:nvCxnSpPr>
        <p:spPr>
          <a:xfrm>
            <a:off x="3269192" y="3506874"/>
            <a:ext cx="681790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5734C9AF-C80D-0173-2090-D18CF7DB9586}"/>
              </a:ext>
            </a:extLst>
          </p:cNvPr>
          <p:cNvCxnSpPr/>
          <p:nvPr/>
        </p:nvCxnSpPr>
        <p:spPr>
          <a:xfrm>
            <a:off x="3950982" y="3340106"/>
            <a:ext cx="0" cy="33688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E1CFCB31-6E5F-61C4-2353-DA5A7FA95BEA}"/>
                  </a:ext>
                </a:extLst>
              </p:cNvPr>
              <p:cNvSpPr txBox="1"/>
              <p:nvPr/>
            </p:nvSpPr>
            <p:spPr>
              <a:xfrm>
                <a:off x="2661718" y="5077203"/>
                <a:ext cx="12149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−1)∆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E1CFCB31-6E5F-61C4-2353-DA5A7FA95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1718" y="5077203"/>
                <a:ext cx="1214948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2890BD4A-C3F7-9305-8F15-7AFEE82BB071}"/>
              </a:ext>
            </a:extLst>
          </p:cNvPr>
          <p:cNvCxnSpPr>
            <a:cxnSpLocks/>
          </p:cNvCxnSpPr>
          <p:nvPr/>
        </p:nvCxnSpPr>
        <p:spPr>
          <a:xfrm>
            <a:off x="3912249" y="3506874"/>
            <a:ext cx="68179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C6BAC786-FC71-F761-E375-DCC8C308C6F2}"/>
              </a:ext>
            </a:extLst>
          </p:cNvPr>
          <p:cNvCxnSpPr/>
          <p:nvPr/>
        </p:nvCxnSpPr>
        <p:spPr>
          <a:xfrm>
            <a:off x="4594039" y="3340106"/>
            <a:ext cx="0" cy="33688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700BAD9C-599C-0E3E-BC58-8AF7DB0EA53A}"/>
                  </a:ext>
                </a:extLst>
              </p:cNvPr>
              <p:cNvSpPr txBox="1"/>
              <p:nvPr/>
            </p:nvSpPr>
            <p:spPr>
              <a:xfrm>
                <a:off x="4058317" y="3200556"/>
                <a:ext cx="42838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kumimoji="1" lang="ja-JP" altLang="en-US" sz="1400"/>
              </a:p>
            </p:txBody>
          </p:sp>
        </mc:Choice>
        <mc:Fallback xmlns="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700BAD9C-599C-0E3E-BC58-8AF7DB0EA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317" y="3200556"/>
                <a:ext cx="428387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77818908-EB62-1D1D-8476-2C5CA91FDB9E}"/>
                  </a:ext>
                </a:extLst>
              </p:cNvPr>
              <p:cNvSpPr txBox="1"/>
              <p:nvPr/>
            </p:nvSpPr>
            <p:spPr>
              <a:xfrm>
                <a:off x="3461966" y="3673641"/>
                <a:ext cx="98418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−1)∆</m:t>
                      </m:r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kumimoji="1" lang="ja-JP" altLang="en-US" sz="1400"/>
              </a:p>
            </p:txBody>
          </p:sp>
        </mc:Choice>
        <mc:Fallback xmlns="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77818908-EB62-1D1D-8476-2C5CA91FD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1966" y="3673641"/>
                <a:ext cx="984180" cy="307777"/>
              </a:xfrm>
              <a:prstGeom prst="rect">
                <a:avLst/>
              </a:prstGeom>
              <a:blipFill>
                <a:blip r:embed="rId10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F2E48188-2AE0-AAA0-32F3-CB7B08D13177}"/>
              </a:ext>
            </a:extLst>
          </p:cNvPr>
          <p:cNvCxnSpPr>
            <a:cxnSpLocks/>
          </p:cNvCxnSpPr>
          <p:nvPr/>
        </p:nvCxnSpPr>
        <p:spPr>
          <a:xfrm>
            <a:off x="4593223" y="3503546"/>
            <a:ext cx="681790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51588205-D1FA-0AA0-329E-42E590322330}"/>
              </a:ext>
            </a:extLst>
          </p:cNvPr>
          <p:cNvCxnSpPr/>
          <p:nvPr/>
        </p:nvCxnSpPr>
        <p:spPr>
          <a:xfrm>
            <a:off x="5275013" y="3336778"/>
            <a:ext cx="0" cy="33688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4A49E77A-592B-CA49-5986-3AD2745E1B6C}"/>
                  </a:ext>
                </a:extLst>
              </p:cNvPr>
              <p:cNvSpPr txBox="1"/>
              <p:nvPr/>
            </p:nvSpPr>
            <p:spPr>
              <a:xfrm>
                <a:off x="4770003" y="3666849"/>
                <a:ext cx="101002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−1)∆</m:t>
                      </m:r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kumimoji="1" lang="ja-JP" altLang="en-US" sz="1400"/>
              </a:p>
            </p:txBody>
          </p:sp>
        </mc:Choice>
        <mc:Fallback xmlns="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4A49E77A-592B-CA49-5986-3AD2745E1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0003" y="3666849"/>
                <a:ext cx="1010020" cy="307777"/>
              </a:xfrm>
              <a:prstGeom prst="rect">
                <a:avLst/>
              </a:prstGeom>
              <a:blipFill>
                <a:blip r:embed="rId11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2FC0BDE9-DA4A-EBB4-2963-8151CC62726F}"/>
              </a:ext>
            </a:extLst>
          </p:cNvPr>
          <p:cNvCxnSpPr>
            <a:cxnSpLocks/>
          </p:cNvCxnSpPr>
          <p:nvPr/>
        </p:nvCxnSpPr>
        <p:spPr>
          <a:xfrm>
            <a:off x="5259948" y="3503546"/>
            <a:ext cx="68179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6D3CC46C-6766-F0C7-9D6E-F8F63CFCA7CA}"/>
              </a:ext>
            </a:extLst>
          </p:cNvPr>
          <p:cNvCxnSpPr/>
          <p:nvPr/>
        </p:nvCxnSpPr>
        <p:spPr>
          <a:xfrm>
            <a:off x="5941738" y="3336778"/>
            <a:ext cx="0" cy="33688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13371487-075E-BB99-E128-3FF08EE7FE33}"/>
                  </a:ext>
                </a:extLst>
              </p:cNvPr>
              <p:cNvSpPr txBox="1"/>
              <p:nvPr/>
            </p:nvSpPr>
            <p:spPr>
              <a:xfrm>
                <a:off x="5391220" y="3199719"/>
                <a:ext cx="44454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kumimoji="1" lang="ja-JP" altLang="en-US" sz="1400"/>
              </a:p>
            </p:txBody>
          </p:sp>
        </mc:Choice>
        <mc:Fallback xmlns="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13371487-075E-BB99-E128-3FF08EE7FE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1220" y="3199719"/>
                <a:ext cx="444544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2B59DAD4-FEA9-D0F6-3DC0-EE28758F2DE2}"/>
                  </a:ext>
                </a:extLst>
              </p:cNvPr>
              <p:cNvSpPr txBox="1"/>
              <p:nvPr/>
            </p:nvSpPr>
            <p:spPr>
              <a:xfrm>
                <a:off x="5682917" y="3670315"/>
                <a:ext cx="5487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kumimoji="1" lang="ja-JP" altLang="en-US" sz="1400"/>
              </a:p>
            </p:txBody>
          </p:sp>
        </mc:Choice>
        <mc:Fallback xmlns=""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2B59DAD4-FEA9-D0F6-3DC0-EE28758F2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2917" y="3670315"/>
                <a:ext cx="548740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094AFCB8-42A1-9104-8933-1F8052390A2C}"/>
                  </a:ext>
                </a:extLst>
              </p:cNvPr>
              <p:cNvSpPr txBox="1"/>
              <p:nvPr/>
            </p:nvSpPr>
            <p:spPr>
              <a:xfrm>
                <a:off x="1753002" y="3670632"/>
                <a:ext cx="3353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ja-JP" altLang="en-US" sz="1400"/>
              </a:p>
            </p:txBody>
          </p:sp>
        </mc:Choice>
        <mc:Fallback xmlns=""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094AFCB8-42A1-9104-8933-1F8052390A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3002" y="3670632"/>
                <a:ext cx="335348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BAEEF106-EDEF-7C50-ACBF-5F04A049FC4F}"/>
              </a:ext>
            </a:extLst>
          </p:cNvPr>
          <p:cNvCxnSpPr>
            <a:cxnSpLocks/>
          </p:cNvCxnSpPr>
          <p:nvPr/>
        </p:nvCxnSpPr>
        <p:spPr>
          <a:xfrm>
            <a:off x="5941738" y="3503546"/>
            <a:ext cx="39979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テキスト ボックス 53">
                <a:extLst>
                  <a:ext uri="{FF2B5EF4-FFF2-40B4-BE49-F238E27FC236}">
                    <a16:creationId xmlns:a16="http://schemas.microsoft.com/office/drawing/2014/main" id="{C345B78E-06DB-AF39-F831-02EB5DFC5BB1}"/>
                  </a:ext>
                </a:extLst>
              </p:cNvPr>
              <p:cNvSpPr txBox="1"/>
              <p:nvPr/>
            </p:nvSpPr>
            <p:spPr>
              <a:xfrm>
                <a:off x="6310003" y="3339147"/>
                <a:ext cx="31085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kumimoji="1" lang="ja-JP" altLang="en-US" sz="1400"/>
              </a:p>
            </p:txBody>
          </p:sp>
        </mc:Choice>
        <mc:Fallback xmlns="">
          <p:sp>
            <p:nvSpPr>
              <p:cNvPr id="54" name="テキスト ボックス 53">
                <a:extLst>
                  <a:ext uri="{FF2B5EF4-FFF2-40B4-BE49-F238E27FC236}">
                    <a16:creationId xmlns:a16="http://schemas.microsoft.com/office/drawing/2014/main" id="{C345B78E-06DB-AF39-F831-02EB5DFC5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0003" y="3339147"/>
                <a:ext cx="310854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テキスト ボックス 57">
                <a:extLst>
                  <a:ext uri="{FF2B5EF4-FFF2-40B4-BE49-F238E27FC236}">
                    <a16:creationId xmlns:a16="http://schemas.microsoft.com/office/drawing/2014/main" id="{8B28991C-AFA9-3D63-88D8-0427D91FB12C}"/>
                  </a:ext>
                </a:extLst>
              </p:cNvPr>
              <p:cNvSpPr txBox="1"/>
              <p:nvPr/>
            </p:nvSpPr>
            <p:spPr>
              <a:xfrm>
                <a:off x="1730641" y="3013668"/>
                <a:ext cx="4054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58" name="テキスト ボックス 57">
                <a:extLst>
                  <a:ext uri="{FF2B5EF4-FFF2-40B4-BE49-F238E27FC236}">
                    <a16:creationId xmlns:a16="http://schemas.microsoft.com/office/drawing/2014/main" id="{8B28991C-AFA9-3D63-88D8-0427D91FB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0641" y="3013668"/>
                <a:ext cx="405431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テキスト ボックス 58">
                <a:extLst>
                  <a:ext uri="{FF2B5EF4-FFF2-40B4-BE49-F238E27FC236}">
                    <a16:creationId xmlns:a16="http://schemas.microsoft.com/office/drawing/2014/main" id="{7429D6F5-00D1-B88C-0396-1480A68082D7}"/>
                  </a:ext>
                </a:extLst>
              </p:cNvPr>
              <p:cNvSpPr txBox="1"/>
              <p:nvPr/>
            </p:nvSpPr>
            <p:spPr>
              <a:xfrm>
                <a:off x="2410393" y="3013818"/>
                <a:ext cx="4012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ja-JP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59" name="テキスト ボックス 58">
                <a:extLst>
                  <a:ext uri="{FF2B5EF4-FFF2-40B4-BE49-F238E27FC236}">
                    <a16:creationId xmlns:a16="http://schemas.microsoft.com/office/drawing/2014/main" id="{7429D6F5-00D1-B88C-0396-1480A6808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0393" y="3013818"/>
                <a:ext cx="401264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テキスト ボックス 60">
                <a:extLst>
                  <a:ext uri="{FF2B5EF4-FFF2-40B4-BE49-F238E27FC236}">
                    <a16:creationId xmlns:a16="http://schemas.microsoft.com/office/drawing/2014/main" id="{7D84DEC9-2783-B79C-A6A3-A24381989C70}"/>
                  </a:ext>
                </a:extLst>
              </p:cNvPr>
              <p:cNvSpPr txBox="1"/>
              <p:nvPr/>
            </p:nvSpPr>
            <p:spPr>
              <a:xfrm>
                <a:off x="3088740" y="3019574"/>
                <a:ext cx="4054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ja-JP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61" name="テキスト ボックス 60">
                <a:extLst>
                  <a:ext uri="{FF2B5EF4-FFF2-40B4-BE49-F238E27FC236}">
                    <a16:creationId xmlns:a16="http://schemas.microsoft.com/office/drawing/2014/main" id="{7D84DEC9-2783-B79C-A6A3-A24381989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8740" y="3019574"/>
                <a:ext cx="405431" cy="3077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テキスト ボックス 61">
                <a:extLst>
                  <a:ext uri="{FF2B5EF4-FFF2-40B4-BE49-F238E27FC236}">
                    <a16:creationId xmlns:a16="http://schemas.microsoft.com/office/drawing/2014/main" id="{D2E68586-5B1D-2E79-49E0-2C29D57686A8}"/>
                  </a:ext>
                </a:extLst>
              </p:cNvPr>
              <p:cNvSpPr txBox="1"/>
              <p:nvPr/>
            </p:nvSpPr>
            <p:spPr>
              <a:xfrm>
                <a:off x="3655829" y="3013668"/>
                <a:ext cx="58240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62" name="テキスト ボックス 61">
                <a:extLst>
                  <a:ext uri="{FF2B5EF4-FFF2-40B4-BE49-F238E27FC236}">
                    <a16:creationId xmlns:a16="http://schemas.microsoft.com/office/drawing/2014/main" id="{D2E68586-5B1D-2E79-49E0-2C29D5768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5829" y="3013668"/>
                <a:ext cx="582404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テキスト ボックス 62">
                <a:extLst>
                  <a:ext uri="{FF2B5EF4-FFF2-40B4-BE49-F238E27FC236}">
                    <a16:creationId xmlns:a16="http://schemas.microsoft.com/office/drawing/2014/main" id="{6FA9D0E8-D2B3-B5C5-6F34-8E01F3C588BB}"/>
                  </a:ext>
                </a:extLst>
              </p:cNvPr>
              <p:cNvSpPr txBox="1"/>
              <p:nvPr/>
            </p:nvSpPr>
            <p:spPr>
              <a:xfrm>
                <a:off x="4401115" y="3013818"/>
                <a:ext cx="41248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63" name="テキスト ボックス 62">
                <a:extLst>
                  <a:ext uri="{FF2B5EF4-FFF2-40B4-BE49-F238E27FC236}">
                    <a16:creationId xmlns:a16="http://schemas.microsoft.com/office/drawing/2014/main" id="{6FA9D0E8-D2B3-B5C5-6F34-8E01F3C58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1115" y="3013818"/>
                <a:ext cx="412485" cy="30777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テキスト ボックス 63">
                <a:extLst>
                  <a:ext uri="{FF2B5EF4-FFF2-40B4-BE49-F238E27FC236}">
                    <a16:creationId xmlns:a16="http://schemas.microsoft.com/office/drawing/2014/main" id="{4A049F5B-EC75-DC01-413C-2DDBAA618CC9}"/>
                  </a:ext>
                </a:extLst>
              </p:cNvPr>
              <p:cNvSpPr txBox="1"/>
              <p:nvPr/>
            </p:nvSpPr>
            <p:spPr>
              <a:xfrm>
                <a:off x="4975315" y="3016121"/>
                <a:ext cx="5985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64" name="テキスト ボックス 63">
                <a:extLst>
                  <a:ext uri="{FF2B5EF4-FFF2-40B4-BE49-F238E27FC236}">
                    <a16:creationId xmlns:a16="http://schemas.microsoft.com/office/drawing/2014/main" id="{4A049F5B-EC75-DC01-413C-2DDBAA618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5315" y="3016121"/>
                <a:ext cx="598562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テキスト ボックス 64">
                <a:extLst>
                  <a:ext uri="{FF2B5EF4-FFF2-40B4-BE49-F238E27FC236}">
                    <a16:creationId xmlns:a16="http://schemas.microsoft.com/office/drawing/2014/main" id="{C5982958-BE54-48DE-76B9-C22112B3ABB0}"/>
                  </a:ext>
                </a:extLst>
              </p:cNvPr>
              <p:cNvSpPr txBox="1"/>
              <p:nvPr/>
            </p:nvSpPr>
            <p:spPr>
              <a:xfrm>
                <a:off x="5739012" y="3029001"/>
                <a:ext cx="4286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65" name="テキスト ボックス 64">
                <a:extLst>
                  <a:ext uri="{FF2B5EF4-FFF2-40B4-BE49-F238E27FC236}">
                    <a16:creationId xmlns:a16="http://schemas.microsoft.com/office/drawing/2014/main" id="{C5982958-BE54-48DE-76B9-C22112B3A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9012" y="3029001"/>
                <a:ext cx="428642" cy="30777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テキスト ボックス 65">
                <a:extLst>
                  <a:ext uri="{FF2B5EF4-FFF2-40B4-BE49-F238E27FC236}">
                    <a16:creationId xmlns:a16="http://schemas.microsoft.com/office/drawing/2014/main" id="{DCED0CCF-1A96-9874-5090-2AEC579DB56C}"/>
                  </a:ext>
                </a:extLst>
              </p:cNvPr>
              <p:cNvSpPr txBox="1"/>
              <p:nvPr/>
            </p:nvSpPr>
            <p:spPr>
              <a:xfrm>
                <a:off x="4344717" y="3681754"/>
                <a:ext cx="52290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kumimoji="1" lang="ja-JP" altLang="en-US" sz="1400"/>
              </a:p>
            </p:txBody>
          </p:sp>
        </mc:Choice>
        <mc:Fallback xmlns="">
          <p:sp>
            <p:nvSpPr>
              <p:cNvPr id="66" name="テキスト ボックス 65">
                <a:extLst>
                  <a:ext uri="{FF2B5EF4-FFF2-40B4-BE49-F238E27FC236}">
                    <a16:creationId xmlns:a16="http://schemas.microsoft.com/office/drawing/2014/main" id="{DCED0CCF-1A96-9874-5090-2AEC579DB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4717" y="3681754"/>
                <a:ext cx="522900" cy="30777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9986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2874DB6-A94B-FA1A-4224-F1F06585E43A}"/>
              </a:ext>
            </a:extLst>
          </p:cNvPr>
          <p:cNvCxnSpPr>
            <a:cxnSpLocks/>
          </p:cNvCxnSpPr>
          <p:nvPr/>
        </p:nvCxnSpPr>
        <p:spPr>
          <a:xfrm>
            <a:off x="3096937" y="661361"/>
            <a:ext cx="0" cy="49025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46B661F-09B1-ACE4-8AF3-87BE8D8AA5C7}"/>
              </a:ext>
            </a:extLst>
          </p:cNvPr>
          <p:cNvSpPr/>
          <p:nvPr/>
        </p:nvSpPr>
        <p:spPr>
          <a:xfrm>
            <a:off x="2726271" y="191897"/>
            <a:ext cx="798532" cy="530534"/>
          </a:xfrm>
          <a:prstGeom prst="rect">
            <a:avLst/>
          </a:prstGeom>
          <a:solidFill>
            <a:srgbClr val="FFC0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PV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16E6247-7A66-534C-0CC7-E2BB5A4BD417}"/>
              </a:ext>
            </a:extLst>
          </p:cNvPr>
          <p:cNvSpPr/>
          <p:nvPr/>
        </p:nvSpPr>
        <p:spPr>
          <a:xfrm>
            <a:off x="2726271" y="1151620"/>
            <a:ext cx="798532" cy="530534"/>
          </a:xfrm>
          <a:prstGeom prst="rect">
            <a:avLst/>
          </a:prstGeom>
          <a:solidFill>
            <a:srgbClr val="C0C0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PCS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0D599D87-8B2E-E47D-B777-EBE62FDCA29B}"/>
              </a:ext>
            </a:extLst>
          </p:cNvPr>
          <p:cNvCxnSpPr>
            <a:cxnSpLocks/>
          </p:cNvCxnSpPr>
          <p:nvPr/>
        </p:nvCxnSpPr>
        <p:spPr>
          <a:xfrm>
            <a:off x="4390892" y="661361"/>
            <a:ext cx="0" cy="49025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9CFE42C-C615-5C35-9EEA-F147EFB8718F}"/>
              </a:ext>
            </a:extLst>
          </p:cNvPr>
          <p:cNvSpPr/>
          <p:nvPr/>
        </p:nvSpPr>
        <p:spPr>
          <a:xfrm>
            <a:off x="4020226" y="191897"/>
            <a:ext cx="798532" cy="530534"/>
          </a:xfrm>
          <a:prstGeom prst="rect">
            <a:avLst/>
          </a:prstGeom>
          <a:solidFill>
            <a:srgbClr val="FFC0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PV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ABA2CB6-296D-1CE8-8527-071B50D00500}"/>
              </a:ext>
            </a:extLst>
          </p:cNvPr>
          <p:cNvSpPr/>
          <p:nvPr/>
        </p:nvSpPr>
        <p:spPr>
          <a:xfrm>
            <a:off x="4020226" y="1151620"/>
            <a:ext cx="798532" cy="530534"/>
          </a:xfrm>
          <a:prstGeom prst="rect">
            <a:avLst/>
          </a:prstGeom>
          <a:solidFill>
            <a:srgbClr val="C0C0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PCS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A1ADB60C-EF39-FB01-0BD4-637A8CCC8C61}"/>
              </a:ext>
            </a:extLst>
          </p:cNvPr>
          <p:cNvGrpSpPr/>
          <p:nvPr/>
        </p:nvGrpSpPr>
        <p:grpSpPr>
          <a:xfrm>
            <a:off x="3084121" y="1682154"/>
            <a:ext cx="1306767" cy="259714"/>
            <a:chOff x="2220383" y="2089166"/>
            <a:chExt cx="1169198" cy="318368"/>
          </a:xfrm>
        </p:grpSpPr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9072A19A-2538-B5D8-83DC-02511114E2FC}"/>
                </a:ext>
              </a:extLst>
            </p:cNvPr>
            <p:cNvCxnSpPr>
              <a:cxnSpLocks/>
            </p:cNvCxnSpPr>
            <p:nvPr/>
          </p:nvCxnSpPr>
          <p:spPr>
            <a:xfrm>
              <a:off x="2223877" y="2089166"/>
              <a:ext cx="0" cy="31836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358BEEE6-D31A-F328-FC7B-2A637F3040FB}"/>
                </a:ext>
              </a:extLst>
            </p:cNvPr>
            <p:cNvCxnSpPr>
              <a:cxnSpLocks/>
            </p:cNvCxnSpPr>
            <p:nvPr/>
          </p:nvCxnSpPr>
          <p:spPr>
            <a:xfrm>
              <a:off x="3389581" y="2089166"/>
              <a:ext cx="0" cy="31836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EB760843-0769-5ADE-0C1D-C23951E785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0383" y="2404742"/>
              <a:ext cx="1169198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FC436F8D-1D69-3149-7F2D-ECF78ECF80E2}"/>
              </a:ext>
            </a:extLst>
          </p:cNvPr>
          <p:cNvCxnSpPr>
            <a:cxnSpLocks/>
          </p:cNvCxnSpPr>
          <p:nvPr/>
        </p:nvCxnSpPr>
        <p:spPr>
          <a:xfrm>
            <a:off x="3804202" y="1939590"/>
            <a:ext cx="0" cy="29031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E50096B-8D23-D0F8-4ACB-7379C0A12DC8}"/>
              </a:ext>
            </a:extLst>
          </p:cNvPr>
          <p:cNvSpPr/>
          <p:nvPr/>
        </p:nvSpPr>
        <p:spPr>
          <a:xfrm>
            <a:off x="3404936" y="2229900"/>
            <a:ext cx="798532" cy="530534"/>
          </a:xfrm>
          <a:prstGeom prst="rect">
            <a:avLst/>
          </a:prstGeom>
          <a:solidFill>
            <a:srgbClr val="C0C0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23D86DA4-00B1-00D3-FD76-4E11AFD6BFA1}"/>
              </a:ext>
            </a:extLst>
          </p:cNvPr>
          <p:cNvCxnSpPr>
            <a:cxnSpLocks/>
          </p:cNvCxnSpPr>
          <p:nvPr/>
        </p:nvCxnSpPr>
        <p:spPr>
          <a:xfrm>
            <a:off x="3794755" y="2757177"/>
            <a:ext cx="0" cy="29031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61563C0D-66AB-33AA-9655-C592EB042185}"/>
              </a:ext>
            </a:extLst>
          </p:cNvPr>
          <p:cNvCxnSpPr>
            <a:cxnSpLocks/>
          </p:cNvCxnSpPr>
          <p:nvPr/>
        </p:nvCxnSpPr>
        <p:spPr>
          <a:xfrm>
            <a:off x="695400" y="3043678"/>
            <a:ext cx="11844943" cy="2264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CB01B18D-742E-ADF3-867F-70064E09D424}"/>
              </a:ext>
            </a:extLst>
          </p:cNvPr>
          <p:cNvCxnSpPr>
            <a:cxnSpLocks/>
          </p:cNvCxnSpPr>
          <p:nvPr/>
        </p:nvCxnSpPr>
        <p:spPr>
          <a:xfrm>
            <a:off x="1952080" y="3865067"/>
            <a:ext cx="0" cy="29031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94C445CB-EDD9-B586-B08D-5EA5A3A13DF3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1952080" y="3043678"/>
            <a:ext cx="0" cy="28650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91B630E6-9958-6FA7-FBA5-65617E440519}"/>
              </a:ext>
            </a:extLst>
          </p:cNvPr>
          <p:cNvCxnSpPr>
            <a:cxnSpLocks/>
          </p:cNvCxnSpPr>
          <p:nvPr/>
        </p:nvCxnSpPr>
        <p:spPr>
          <a:xfrm flipH="1">
            <a:off x="825066" y="4155378"/>
            <a:ext cx="235735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10136704-D930-2590-093D-ED4372DF1011}"/>
              </a:ext>
            </a:extLst>
          </p:cNvPr>
          <p:cNvCxnSpPr>
            <a:cxnSpLocks/>
          </p:cNvCxnSpPr>
          <p:nvPr/>
        </p:nvCxnSpPr>
        <p:spPr>
          <a:xfrm flipH="1">
            <a:off x="825066" y="4156754"/>
            <a:ext cx="1058" cy="35236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4CAE4805-639D-D4FE-806B-76255AFFF25B}"/>
              </a:ext>
            </a:extLst>
          </p:cNvPr>
          <p:cNvSpPr/>
          <p:nvPr/>
        </p:nvSpPr>
        <p:spPr>
          <a:xfrm>
            <a:off x="1552814" y="3330180"/>
            <a:ext cx="798532" cy="530534"/>
          </a:xfrm>
          <a:prstGeom prst="rect">
            <a:avLst/>
          </a:prstGeom>
          <a:solidFill>
            <a:srgbClr val="C0C0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8A779AB6-2056-4588-D215-958993C16B38}"/>
              </a:ext>
            </a:extLst>
          </p:cNvPr>
          <p:cNvSpPr/>
          <p:nvPr/>
        </p:nvSpPr>
        <p:spPr>
          <a:xfrm>
            <a:off x="366232" y="4438300"/>
            <a:ext cx="917667" cy="530534"/>
          </a:xfrm>
          <a:prstGeom prst="rect">
            <a:avLst/>
          </a:prstGeom>
          <a:solidFill>
            <a:srgbClr val="FFFF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HVAC</a:t>
            </a:r>
            <a:endParaRPr kumimoji="1" lang="ja-JP" altLang="en-US" sz="24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A8E28015-65CA-5094-BC4A-FDDE2D5D89EE}"/>
              </a:ext>
            </a:extLst>
          </p:cNvPr>
          <p:cNvCxnSpPr>
            <a:cxnSpLocks/>
          </p:cNvCxnSpPr>
          <p:nvPr/>
        </p:nvCxnSpPr>
        <p:spPr>
          <a:xfrm>
            <a:off x="1952080" y="4155377"/>
            <a:ext cx="3417" cy="39501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6B352744-6212-0DD7-2BDC-DDEFC90EB12D}"/>
              </a:ext>
            </a:extLst>
          </p:cNvPr>
          <p:cNvSpPr/>
          <p:nvPr/>
        </p:nvSpPr>
        <p:spPr>
          <a:xfrm>
            <a:off x="1383330" y="4438300"/>
            <a:ext cx="1137500" cy="530529"/>
          </a:xfrm>
          <a:prstGeom prst="rect">
            <a:avLst/>
          </a:prstGeom>
          <a:solidFill>
            <a:srgbClr val="FFFF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Lighting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303F5B51-483F-E446-4401-0EA0EB827534}"/>
              </a:ext>
            </a:extLst>
          </p:cNvPr>
          <p:cNvSpPr/>
          <p:nvPr/>
        </p:nvSpPr>
        <p:spPr>
          <a:xfrm>
            <a:off x="2613669" y="4437112"/>
            <a:ext cx="1137500" cy="530506"/>
          </a:xfrm>
          <a:prstGeom prst="rect">
            <a:avLst/>
          </a:prstGeom>
          <a:solidFill>
            <a:srgbClr val="FFFF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Machine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2214CA71-0BC4-FC52-6B07-A083ADDE45DC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3182419" y="4155377"/>
            <a:ext cx="0" cy="28173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円/楕円 27">
            <a:extLst>
              <a:ext uri="{FF2B5EF4-FFF2-40B4-BE49-F238E27FC236}">
                <a16:creationId xmlns:a16="http://schemas.microsoft.com/office/drawing/2014/main" id="{A4160C2D-A882-C2C8-C340-AC2FF40C3914}"/>
              </a:ext>
            </a:extLst>
          </p:cNvPr>
          <p:cNvSpPr/>
          <p:nvPr/>
        </p:nvSpPr>
        <p:spPr>
          <a:xfrm>
            <a:off x="3750202" y="1886355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円/楕円 28">
            <a:extLst>
              <a:ext uri="{FF2B5EF4-FFF2-40B4-BE49-F238E27FC236}">
                <a16:creationId xmlns:a16="http://schemas.microsoft.com/office/drawing/2014/main" id="{491334AB-9CE5-3309-A808-8AA982ECFC78}"/>
              </a:ext>
            </a:extLst>
          </p:cNvPr>
          <p:cNvSpPr/>
          <p:nvPr/>
        </p:nvSpPr>
        <p:spPr>
          <a:xfrm>
            <a:off x="1895742" y="4105730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円/楕円 29">
            <a:extLst>
              <a:ext uri="{FF2B5EF4-FFF2-40B4-BE49-F238E27FC236}">
                <a16:creationId xmlns:a16="http://schemas.microsoft.com/office/drawing/2014/main" id="{696FF6C7-5EAE-5952-6AC2-2BFC68DE9E87}"/>
              </a:ext>
            </a:extLst>
          </p:cNvPr>
          <p:cNvSpPr/>
          <p:nvPr/>
        </p:nvSpPr>
        <p:spPr>
          <a:xfrm>
            <a:off x="1895742" y="2981516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359C7BA5-328C-CC30-DFEB-88365376D085}"/>
              </a:ext>
            </a:extLst>
          </p:cNvPr>
          <p:cNvCxnSpPr>
            <a:cxnSpLocks/>
          </p:cNvCxnSpPr>
          <p:nvPr/>
        </p:nvCxnSpPr>
        <p:spPr>
          <a:xfrm>
            <a:off x="5546506" y="3865067"/>
            <a:ext cx="0" cy="29031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30EC5848-5161-E16C-3E71-BE7AE06CA286}"/>
              </a:ext>
            </a:extLst>
          </p:cNvPr>
          <p:cNvCxnSpPr>
            <a:cxnSpLocks/>
          </p:cNvCxnSpPr>
          <p:nvPr/>
        </p:nvCxnSpPr>
        <p:spPr>
          <a:xfrm flipH="1">
            <a:off x="4419492" y="4155378"/>
            <a:ext cx="235735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19A26A9D-1778-5A51-4DBD-B2F973862576}"/>
              </a:ext>
            </a:extLst>
          </p:cNvPr>
          <p:cNvCxnSpPr>
            <a:cxnSpLocks/>
          </p:cNvCxnSpPr>
          <p:nvPr/>
        </p:nvCxnSpPr>
        <p:spPr>
          <a:xfrm flipH="1">
            <a:off x="4419492" y="4156754"/>
            <a:ext cx="1058" cy="35236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7DAC2E17-2815-DCEE-00DD-8EB6871DD040}"/>
              </a:ext>
            </a:extLst>
          </p:cNvPr>
          <p:cNvSpPr/>
          <p:nvPr/>
        </p:nvSpPr>
        <p:spPr>
          <a:xfrm>
            <a:off x="5147240" y="3330180"/>
            <a:ext cx="798532" cy="530534"/>
          </a:xfrm>
          <a:prstGeom prst="rect">
            <a:avLst/>
          </a:prstGeom>
          <a:solidFill>
            <a:srgbClr val="C0C0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F1C35AFC-E16A-7048-9170-D681A9E4FFB6}"/>
              </a:ext>
            </a:extLst>
          </p:cNvPr>
          <p:cNvSpPr/>
          <p:nvPr/>
        </p:nvSpPr>
        <p:spPr>
          <a:xfrm>
            <a:off x="3960658" y="4438300"/>
            <a:ext cx="917667" cy="530534"/>
          </a:xfrm>
          <a:prstGeom prst="rect">
            <a:avLst/>
          </a:prstGeom>
          <a:solidFill>
            <a:srgbClr val="FFFF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HVAC</a:t>
            </a:r>
            <a:endParaRPr kumimoji="1" lang="ja-JP" altLang="en-US" sz="24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7D201A72-1E0E-59E1-3BCB-DCF34CE113C8}"/>
              </a:ext>
            </a:extLst>
          </p:cNvPr>
          <p:cNvCxnSpPr>
            <a:cxnSpLocks/>
          </p:cNvCxnSpPr>
          <p:nvPr/>
        </p:nvCxnSpPr>
        <p:spPr>
          <a:xfrm>
            <a:off x="5546506" y="4155377"/>
            <a:ext cx="3417" cy="39501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808C3BCC-04A0-4BB4-F372-FA9E76D835E8}"/>
              </a:ext>
            </a:extLst>
          </p:cNvPr>
          <p:cNvSpPr/>
          <p:nvPr/>
        </p:nvSpPr>
        <p:spPr>
          <a:xfrm>
            <a:off x="4977756" y="4438300"/>
            <a:ext cx="1137500" cy="530529"/>
          </a:xfrm>
          <a:prstGeom prst="rect">
            <a:avLst/>
          </a:prstGeom>
          <a:solidFill>
            <a:srgbClr val="FFFF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Lighting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9B87775A-2E79-E421-862A-B91BE52DAD16}"/>
              </a:ext>
            </a:extLst>
          </p:cNvPr>
          <p:cNvSpPr/>
          <p:nvPr/>
        </p:nvSpPr>
        <p:spPr>
          <a:xfrm>
            <a:off x="6208095" y="4437112"/>
            <a:ext cx="1137500" cy="530506"/>
          </a:xfrm>
          <a:prstGeom prst="rect">
            <a:avLst/>
          </a:prstGeom>
          <a:solidFill>
            <a:srgbClr val="FFFF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Machine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BDFEDAE9-0ECD-A630-B565-93A146852DFE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6776845" y="4155377"/>
            <a:ext cx="0" cy="28173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円/楕円 39">
            <a:extLst>
              <a:ext uri="{FF2B5EF4-FFF2-40B4-BE49-F238E27FC236}">
                <a16:creationId xmlns:a16="http://schemas.microsoft.com/office/drawing/2014/main" id="{9268CDBE-68F9-5DC1-A043-E45E3F0FDABB}"/>
              </a:ext>
            </a:extLst>
          </p:cNvPr>
          <p:cNvSpPr/>
          <p:nvPr/>
        </p:nvSpPr>
        <p:spPr>
          <a:xfrm>
            <a:off x="5490168" y="4105730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6AEC6770-31E2-4872-5E1B-8CC278669094}"/>
              </a:ext>
            </a:extLst>
          </p:cNvPr>
          <p:cNvCxnSpPr>
            <a:cxnSpLocks/>
          </p:cNvCxnSpPr>
          <p:nvPr/>
        </p:nvCxnSpPr>
        <p:spPr>
          <a:xfrm>
            <a:off x="5546506" y="3046442"/>
            <a:ext cx="0" cy="28650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円/楕円 41">
            <a:extLst>
              <a:ext uri="{FF2B5EF4-FFF2-40B4-BE49-F238E27FC236}">
                <a16:creationId xmlns:a16="http://schemas.microsoft.com/office/drawing/2014/main" id="{AF5EE66B-0F16-8840-CD5F-D9BDE9441C86}"/>
              </a:ext>
            </a:extLst>
          </p:cNvPr>
          <p:cNvSpPr/>
          <p:nvPr/>
        </p:nvSpPr>
        <p:spPr>
          <a:xfrm>
            <a:off x="5490168" y="2984280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CC178266-F07C-B432-07C5-6D5A1BFB6F18}"/>
              </a:ext>
            </a:extLst>
          </p:cNvPr>
          <p:cNvCxnSpPr>
            <a:cxnSpLocks/>
          </p:cNvCxnSpPr>
          <p:nvPr/>
        </p:nvCxnSpPr>
        <p:spPr>
          <a:xfrm flipH="1">
            <a:off x="7470246" y="1554092"/>
            <a:ext cx="2338" cy="148028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F741736E-79C3-D0B4-C1AB-5D0B4FCCD27F}"/>
              </a:ext>
            </a:extLst>
          </p:cNvPr>
          <p:cNvSpPr/>
          <p:nvPr/>
        </p:nvSpPr>
        <p:spPr>
          <a:xfrm>
            <a:off x="6561249" y="733773"/>
            <a:ext cx="1756854" cy="842463"/>
          </a:xfrm>
          <a:prstGeom prst="rect">
            <a:avLst/>
          </a:prstGeom>
          <a:solidFill>
            <a:srgbClr val="C0FF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Commercial power system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081E8473-E346-B595-B5AB-C821F96266A9}"/>
              </a:ext>
            </a:extLst>
          </p:cNvPr>
          <p:cNvCxnSpPr>
            <a:cxnSpLocks/>
          </p:cNvCxnSpPr>
          <p:nvPr/>
        </p:nvCxnSpPr>
        <p:spPr>
          <a:xfrm>
            <a:off x="11706234" y="1936333"/>
            <a:ext cx="0" cy="29031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051D635B-34B6-AA78-5DA5-20C94C2A071A}"/>
              </a:ext>
            </a:extLst>
          </p:cNvPr>
          <p:cNvSpPr/>
          <p:nvPr/>
        </p:nvSpPr>
        <p:spPr>
          <a:xfrm>
            <a:off x="11306968" y="2226643"/>
            <a:ext cx="798532" cy="530534"/>
          </a:xfrm>
          <a:prstGeom prst="rect">
            <a:avLst/>
          </a:prstGeom>
          <a:solidFill>
            <a:srgbClr val="C0C0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2F92B216-269A-2ADB-E6F7-247F0DBED3C7}"/>
              </a:ext>
            </a:extLst>
          </p:cNvPr>
          <p:cNvCxnSpPr>
            <a:cxnSpLocks/>
          </p:cNvCxnSpPr>
          <p:nvPr/>
        </p:nvCxnSpPr>
        <p:spPr>
          <a:xfrm>
            <a:off x="11706234" y="2753368"/>
            <a:ext cx="0" cy="29031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円/楕円 53">
            <a:extLst>
              <a:ext uri="{FF2B5EF4-FFF2-40B4-BE49-F238E27FC236}">
                <a16:creationId xmlns:a16="http://schemas.microsoft.com/office/drawing/2014/main" id="{AD281E0F-6467-06A9-D924-851ED0A86F8B}"/>
              </a:ext>
            </a:extLst>
          </p:cNvPr>
          <p:cNvSpPr/>
          <p:nvPr/>
        </p:nvSpPr>
        <p:spPr>
          <a:xfrm>
            <a:off x="11652234" y="2989679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DA503385-CE70-D5D5-18F0-76B5FC6CCAF0}"/>
              </a:ext>
            </a:extLst>
          </p:cNvPr>
          <p:cNvCxnSpPr>
            <a:cxnSpLocks/>
          </p:cNvCxnSpPr>
          <p:nvPr/>
        </p:nvCxnSpPr>
        <p:spPr>
          <a:xfrm>
            <a:off x="11709595" y="1592788"/>
            <a:ext cx="0" cy="39831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C595210D-81A4-DAF2-5CC9-ADDEC15A72CE}"/>
              </a:ext>
            </a:extLst>
          </p:cNvPr>
          <p:cNvSpPr/>
          <p:nvPr/>
        </p:nvSpPr>
        <p:spPr>
          <a:xfrm>
            <a:off x="11306968" y="1140147"/>
            <a:ext cx="798532" cy="530534"/>
          </a:xfrm>
          <a:prstGeom prst="rect">
            <a:avLst/>
          </a:prstGeom>
          <a:solidFill>
            <a:srgbClr val="C0C0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PCS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E5D9A442-D35E-2BD7-8CAA-2BEAE4395982}"/>
              </a:ext>
            </a:extLst>
          </p:cNvPr>
          <p:cNvSpPr/>
          <p:nvPr/>
        </p:nvSpPr>
        <p:spPr>
          <a:xfrm>
            <a:off x="11127890" y="199241"/>
            <a:ext cx="1151068" cy="530534"/>
          </a:xfrm>
          <a:prstGeom prst="rect">
            <a:avLst/>
          </a:prstGeom>
          <a:solidFill>
            <a:srgbClr val="C0FF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Battery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2C585E9F-1C89-531C-05B4-1D30208BEEF3}"/>
              </a:ext>
            </a:extLst>
          </p:cNvPr>
          <p:cNvCxnSpPr>
            <a:cxnSpLocks/>
            <a:stCxn id="64" idx="2"/>
            <a:endCxn id="60" idx="0"/>
          </p:cNvCxnSpPr>
          <p:nvPr/>
        </p:nvCxnSpPr>
        <p:spPr>
          <a:xfrm>
            <a:off x="11703424" y="729775"/>
            <a:ext cx="2810" cy="41037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円/楕円 71">
            <a:extLst>
              <a:ext uri="{FF2B5EF4-FFF2-40B4-BE49-F238E27FC236}">
                <a16:creationId xmlns:a16="http://schemas.microsoft.com/office/drawing/2014/main" id="{EC7812C3-4DE3-E444-BBAE-6A65D9EEA0F4}"/>
              </a:ext>
            </a:extLst>
          </p:cNvPr>
          <p:cNvSpPr/>
          <p:nvPr/>
        </p:nvSpPr>
        <p:spPr>
          <a:xfrm>
            <a:off x="3740755" y="2980378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552355EF-BCF1-13FB-059F-1D4BE5D989AD}"/>
              </a:ext>
            </a:extLst>
          </p:cNvPr>
          <p:cNvCxnSpPr>
            <a:cxnSpLocks/>
            <a:endCxn id="81" idx="0"/>
          </p:cNvCxnSpPr>
          <p:nvPr/>
        </p:nvCxnSpPr>
        <p:spPr>
          <a:xfrm>
            <a:off x="9866883" y="3798153"/>
            <a:ext cx="0" cy="63226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線コネクタ 74">
            <a:extLst>
              <a:ext uri="{FF2B5EF4-FFF2-40B4-BE49-F238E27FC236}">
                <a16:creationId xmlns:a16="http://schemas.microsoft.com/office/drawing/2014/main" id="{11A7670D-11EA-D78A-5625-E2029D585BFE}"/>
              </a:ext>
            </a:extLst>
          </p:cNvPr>
          <p:cNvCxnSpPr>
            <a:cxnSpLocks/>
          </p:cNvCxnSpPr>
          <p:nvPr/>
        </p:nvCxnSpPr>
        <p:spPr>
          <a:xfrm flipH="1">
            <a:off x="8381330" y="4114285"/>
            <a:ext cx="3006068" cy="1464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D3D2DF7D-6396-7101-3AB4-3AF3AA5D81A3}"/>
              </a:ext>
            </a:extLst>
          </p:cNvPr>
          <p:cNvSpPr/>
          <p:nvPr/>
        </p:nvSpPr>
        <p:spPr>
          <a:xfrm>
            <a:off x="9469955" y="3282141"/>
            <a:ext cx="798532" cy="530534"/>
          </a:xfrm>
          <a:prstGeom prst="rect">
            <a:avLst/>
          </a:prstGeom>
          <a:solidFill>
            <a:srgbClr val="C0C0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6F9FD9C6-5EEA-10B6-8A59-666CBF050C9E}"/>
              </a:ext>
            </a:extLst>
          </p:cNvPr>
          <p:cNvSpPr/>
          <p:nvPr/>
        </p:nvSpPr>
        <p:spPr>
          <a:xfrm>
            <a:off x="7582239" y="4430318"/>
            <a:ext cx="1598183" cy="719415"/>
          </a:xfrm>
          <a:prstGeom prst="rect">
            <a:avLst/>
          </a:prstGeom>
          <a:solidFill>
            <a:srgbClr val="FFFF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Emergency </a:t>
            </a:r>
            <a:r>
              <a:rPr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r>
              <a:rPr kumimoji="1"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pecific load</a:t>
            </a:r>
            <a:endParaRPr kumimoji="1" lang="ja-JP" altLang="en-US" sz="24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3ACDBDF3-7E30-E8AE-766E-A535DB905C96}"/>
              </a:ext>
            </a:extLst>
          </p:cNvPr>
          <p:cNvCxnSpPr>
            <a:cxnSpLocks/>
          </p:cNvCxnSpPr>
          <p:nvPr/>
        </p:nvCxnSpPr>
        <p:spPr>
          <a:xfrm>
            <a:off x="8387392" y="4114285"/>
            <a:ext cx="0" cy="31591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353E5086-0669-72D0-B3B9-8D8DFCBF588B}"/>
              </a:ext>
            </a:extLst>
          </p:cNvPr>
          <p:cNvSpPr/>
          <p:nvPr/>
        </p:nvSpPr>
        <p:spPr>
          <a:xfrm>
            <a:off x="10553764" y="4429607"/>
            <a:ext cx="1669879" cy="969136"/>
          </a:xfrm>
          <a:prstGeom prst="rect">
            <a:avLst/>
          </a:prstGeom>
          <a:solidFill>
            <a:srgbClr val="FFFF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HC </a:t>
            </a:r>
            <a:r>
              <a:rPr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air conditioning power supply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EEA80F3B-79C0-6D2D-CD13-4D9B768663FB}"/>
              </a:ext>
            </a:extLst>
          </p:cNvPr>
          <p:cNvSpPr/>
          <p:nvPr/>
        </p:nvSpPr>
        <p:spPr>
          <a:xfrm>
            <a:off x="9298133" y="4430417"/>
            <a:ext cx="1137500" cy="1252615"/>
          </a:xfrm>
          <a:prstGeom prst="rect">
            <a:avLst/>
          </a:prstGeom>
          <a:solidFill>
            <a:srgbClr val="FFFF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Battery auxiliary power panel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655944B3-9BDD-D5C1-A987-3383563404AF}"/>
              </a:ext>
            </a:extLst>
          </p:cNvPr>
          <p:cNvCxnSpPr>
            <a:cxnSpLocks/>
          </p:cNvCxnSpPr>
          <p:nvPr/>
        </p:nvCxnSpPr>
        <p:spPr>
          <a:xfrm>
            <a:off x="11387398" y="4105730"/>
            <a:ext cx="0" cy="32387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直線コネクタ 83">
            <a:extLst>
              <a:ext uri="{FF2B5EF4-FFF2-40B4-BE49-F238E27FC236}">
                <a16:creationId xmlns:a16="http://schemas.microsoft.com/office/drawing/2014/main" id="{DEA7C711-61B9-D40E-7335-F647D978AA19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9866883" y="3066326"/>
            <a:ext cx="2338" cy="21581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円/楕円 82">
            <a:extLst>
              <a:ext uri="{FF2B5EF4-FFF2-40B4-BE49-F238E27FC236}">
                <a16:creationId xmlns:a16="http://schemas.microsoft.com/office/drawing/2014/main" id="{1371C4CB-215B-A518-0FA0-C68A5C77761C}"/>
              </a:ext>
            </a:extLst>
          </p:cNvPr>
          <p:cNvSpPr/>
          <p:nvPr/>
        </p:nvSpPr>
        <p:spPr>
          <a:xfrm>
            <a:off x="9812883" y="4066179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円/楕円 84">
            <a:extLst>
              <a:ext uri="{FF2B5EF4-FFF2-40B4-BE49-F238E27FC236}">
                <a16:creationId xmlns:a16="http://schemas.microsoft.com/office/drawing/2014/main" id="{734AA914-0C3A-5FF1-A751-B3BBF7FF246D}"/>
              </a:ext>
            </a:extLst>
          </p:cNvPr>
          <p:cNvSpPr/>
          <p:nvPr/>
        </p:nvSpPr>
        <p:spPr>
          <a:xfrm>
            <a:off x="9812883" y="2980517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9" name="円/楕円 118">
            <a:extLst>
              <a:ext uri="{FF2B5EF4-FFF2-40B4-BE49-F238E27FC236}">
                <a16:creationId xmlns:a16="http://schemas.microsoft.com/office/drawing/2014/main" id="{8CDB8AA1-A433-956B-9566-90F6F360F172}"/>
              </a:ext>
            </a:extLst>
          </p:cNvPr>
          <p:cNvSpPr/>
          <p:nvPr/>
        </p:nvSpPr>
        <p:spPr>
          <a:xfrm>
            <a:off x="7417046" y="2991828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9040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9829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2874DB6-A94B-FA1A-4224-F1F06585E43A}"/>
              </a:ext>
            </a:extLst>
          </p:cNvPr>
          <p:cNvCxnSpPr>
            <a:cxnSpLocks/>
          </p:cNvCxnSpPr>
          <p:nvPr/>
        </p:nvCxnSpPr>
        <p:spPr>
          <a:xfrm>
            <a:off x="3096937" y="661361"/>
            <a:ext cx="0" cy="49025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46B661F-09B1-ACE4-8AF3-87BE8D8AA5C7}"/>
              </a:ext>
            </a:extLst>
          </p:cNvPr>
          <p:cNvSpPr/>
          <p:nvPr/>
        </p:nvSpPr>
        <p:spPr>
          <a:xfrm>
            <a:off x="2726271" y="191897"/>
            <a:ext cx="798532" cy="530534"/>
          </a:xfrm>
          <a:prstGeom prst="rect">
            <a:avLst/>
          </a:prstGeom>
          <a:solidFill>
            <a:srgbClr val="FFC0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PV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16E6247-7A66-534C-0CC7-E2BB5A4BD417}"/>
              </a:ext>
            </a:extLst>
          </p:cNvPr>
          <p:cNvSpPr/>
          <p:nvPr/>
        </p:nvSpPr>
        <p:spPr>
          <a:xfrm>
            <a:off x="2726271" y="1151620"/>
            <a:ext cx="798532" cy="530534"/>
          </a:xfrm>
          <a:prstGeom prst="rect">
            <a:avLst/>
          </a:prstGeom>
          <a:solidFill>
            <a:srgbClr val="C0C0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PCS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0D599D87-8B2E-E47D-B777-EBE62FDCA29B}"/>
              </a:ext>
            </a:extLst>
          </p:cNvPr>
          <p:cNvCxnSpPr>
            <a:cxnSpLocks/>
          </p:cNvCxnSpPr>
          <p:nvPr/>
        </p:nvCxnSpPr>
        <p:spPr>
          <a:xfrm>
            <a:off x="4390892" y="661361"/>
            <a:ext cx="0" cy="49025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9CFE42C-C615-5C35-9EEA-F147EFB8718F}"/>
              </a:ext>
            </a:extLst>
          </p:cNvPr>
          <p:cNvSpPr/>
          <p:nvPr/>
        </p:nvSpPr>
        <p:spPr>
          <a:xfrm>
            <a:off x="4020226" y="191897"/>
            <a:ext cx="798532" cy="530534"/>
          </a:xfrm>
          <a:prstGeom prst="rect">
            <a:avLst/>
          </a:prstGeom>
          <a:solidFill>
            <a:srgbClr val="FFC0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PV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ABA2CB6-296D-1CE8-8527-071B50D00500}"/>
              </a:ext>
            </a:extLst>
          </p:cNvPr>
          <p:cNvSpPr/>
          <p:nvPr/>
        </p:nvSpPr>
        <p:spPr>
          <a:xfrm>
            <a:off x="4020226" y="1151620"/>
            <a:ext cx="798532" cy="530534"/>
          </a:xfrm>
          <a:prstGeom prst="rect">
            <a:avLst/>
          </a:prstGeom>
          <a:solidFill>
            <a:srgbClr val="C0C0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PCS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A1ADB60C-EF39-FB01-0BD4-637A8CCC8C61}"/>
              </a:ext>
            </a:extLst>
          </p:cNvPr>
          <p:cNvGrpSpPr/>
          <p:nvPr/>
        </p:nvGrpSpPr>
        <p:grpSpPr>
          <a:xfrm>
            <a:off x="3084121" y="1682154"/>
            <a:ext cx="1306767" cy="259714"/>
            <a:chOff x="2220383" y="2089166"/>
            <a:chExt cx="1169198" cy="318368"/>
          </a:xfrm>
        </p:grpSpPr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9072A19A-2538-B5D8-83DC-02511114E2FC}"/>
                </a:ext>
              </a:extLst>
            </p:cNvPr>
            <p:cNvCxnSpPr>
              <a:cxnSpLocks/>
            </p:cNvCxnSpPr>
            <p:nvPr/>
          </p:nvCxnSpPr>
          <p:spPr>
            <a:xfrm>
              <a:off x="2223877" y="2089166"/>
              <a:ext cx="0" cy="31836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358BEEE6-D31A-F328-FC7B-2A637F3040FB}"/>
                </a:ext>
              </a:extLst>
            </p:cNvPr>
            <p:cNvCxnSpPr>
              <a:cxnSpLocks/>
            </p:cNvCxnSpPr>
            <p:nvPr/>
          </p:nvCxnSpPr>
          <p:spPr>
            <a:xfrm>
              <a:off x="3389581" y="2089166"/>
              <a:ext cx="0" cy="31836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EB760843-0769-5ADE-0C1D-C23951E785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0383" y="2404742"/>
              <a:ext cx="1169198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FC436F8D-1D69-3149-7F2D-ECF78ECF80E2}"/>
              </a:ext>
            </a:extLst>
          </p:cNvPr>
          <p:cNvCxnSpPr>
            <a:cxnSpLocks/>
          </p:cNvCxnSpPr>
          <p:nvPr/>
        </p:nvCxnSpPr>
        <p:spPr>
          <a:xfrm>
            <a:off x="3804202" y="1939590"/>
            <a:ext cx="0" cy="29031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E50096B-8D23-D0F8-4ACB-7379C0A12DC8}"/>
              </a:ext>
            </a:extLst>
          </p:cNvPr>
          <p:cNvSpPr/>
          <p:nvPr/>
        </p:nvSpPr>
        <p:spPr>
          <a:xfrm>
            <a:off x="3404936" y="2229900"/>
            <a:ext cx="798532" cy="530534"/>
          </a:xfrm>
          <a:prstGeom prst="rect">
            <a:avLst/>
          </a:prstGeom>
          <a:solidFill>
            <a:srgbClr val="C0C0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23D86DA4-00B1-00D3-FD76-4E11AFD6BFA1}"/>
              </a:ext>
            </a:extLst>
          </p:cNvPr>
          <p:cNvCxnSpPr>
            <a:cxnSpLocks/>
          </p:cNvCxnSpPr>
          <p:nvPr/>
        </p:nvCxnSpPr>
        <p:spPr>
          <a:xfrm>
            <a:off x="3794755" y="2757177"/>
            <a:ext cx="0" cy="29031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61563C0D-66AB-33AA-9655-C592EB042185}"/>
              </a:ext>
            </a:extLst>
          </p:cNvPr>
          <p:cNvCxnSpPr>
            <a:cxnSpLocks/>
          </p:cNvCxnSpPr>
          <p:nvPr/>
        </p:nvCxnSpPr>
        <p:spPr>
          <a:xfrm flipV="1">
            <a:off x="-1463040" y="3009812"/>
            <a:ext cx="15970610" cy="5400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CB01B18D-742E-ADF3-867F-70064E09D424}"/>
              </a:ext>
            </a:extLst>
          </p:cNvPr>
          <p:cNvCxnSpPr>
            <a:cxnSpLocks/>
          </p:cNvCxnSpPr>
          <p:nvPr/>
        </p:nvCxnSpPr>
        <p:spPr>
          <a:xfrm>
            <a:off x="1952080" y="3865067"/>
            <a:ext cx="0" cy="29031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94C445CB-EDD9-B586-B08D-5EA5A3A13DF3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1952080" y="3043678"/>
            <a:ext cx="0" cy="28650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91B630E6-9958-6FA7-FBA5-65617E440519}"/>
              </a:ext>
            </a:extLst>
          </p:cNvPr>
          <p:cNvCxnSpPr>
            <a:cxnSpLocks/>
          </p:cNvCxnSpPr>
          <p:nvPr/>
        </p:nvCxnSpPr>
        <p:spPr>
          <a:xfrm flipH="1">
            <a:off x="825066" y="4155378"/>
            <a:ext cx="235735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10136704-D930-2590-093D-ED4372DF1011}"/>
              </a:ext>
            </a:extLst>
          </p:cNvPr>
          <p:cNvCxnSpPr>
            <a:cxnSpLocks/>
          </p:cNvCxnSpPr>
          <p:nvPr/>
        </p:nvCxnSpPr>
        <p:spPr>
          <a:xfrm flipH="1">
            <a:off x="825066" y="4156754"/>
            <a:ext cx="1058" cy="35236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4CAE4805-639D-D4FE-806B-76255AFFF25B}"/>
              </a:ext>
            </a:extLst>
          </p:cNvPr>
          <p:cNvSpPr/>
          <p:nvPr/>
        </p:nvSpPr>
        <p:spPr>
          <a:xfrm>
            <a:off x="1552814" y="3330180"/>
            <a:ext cx="798532" cy="530534"/>
          </a:xfrm>
          <a:prstGeom prst="rect">
            <a:avLst/>
          </a:prstGeom>
          <a:solidFill>
            <a:srgbClr val="C0C0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8A779AB6-2056-4588-D215-958993C16B38}"/>
              </a:ext>
            </a:extLst>
          </p:cNvPr>
          <p:cNvSpPr/>
          <p:nvPr/>
        </p:nvSpPr>
        <p:spPr>
          <a:xfrm>
            <a:off x="366232" y="4438300"/>
            <a:ext cx="917667" cy="530534"/>
          </a:xfrm>
          <a:prstGeom prst="rect">
            <a:avLst/>
          </a:prstGeom>
          <a:solidFill>
            <a:srgbClr val="FFFF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HVAC</a:t>
            </a:r>
            <a:endParaRPr kumimoji="1" lang="ja-JP" altLang="en-US" sz="24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A8E28015-65CA-5094-BC4A-FDDE2D5D89EE}"/>
              </a:ext>
            </a:extLst>
          </p:cNvPr>
          <p:cNvCxnSpPr>
            <a:cxnSpLocks/>
          </p:cNvCxnSpPr>
          <p:nvPr/>
        </p:nvCxnSpPr>
        <p:spPr>
          <a:xfrm>
            <a:off x="1952080" y="4155377"/>
            <a:ext cx="3417" cy="39501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6B352744-6212-0DD7-2BDC-DDEFC90EB12D}"/>
              </a:ext>
            </a:extLst>
          </p:cNvPr>
          <p:cNvSpPr/>
          <p:nvPr/>
        </p:nvSpPr>
        <p:spPr>
          <a:xfrm>
            <a:off x="1383330" y="4438300"/>
            <a:ext cx="1137500" cy="530529"/>
          </a:xfrm>
          <a:prstGeom prst="rect">
            <a:avLst/>
          </a:prstGeom>
          <a:solidFill>
            <a:srgbClr val="FFFF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Lighting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303F5B51-483F-E446-4401-0EA0EB827534}"/>
              </a:ext>
            </a:extLst>
          </p:cNvPr>
          <p:cNvSpPr/>
          <p:nvPr/>
        </p:nvSpPr>
        <p:spPr>
          <a:xfrm>
            <a:off x="2613669" y="4437112"/>
            <a:ext cx="1137500" cy="530506"/>
          </a:xfrm>
          <a:prstGeom prst="rect">
            <a:avLst/>
          </a:prstGeom>
          <a:solidFill>
            <a:srgbClr val="FFFF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Machine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2214CA71-0BC4-FC52-6B07-A083ADDE45DC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3182419" y="4155377"/>
            <a:ext cx="0" cy="28173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円/楕円 27">
            <a:extLst>
              <a:ext uri="{FF2B5EF4-FFF2-40B4-BE49-F238E27FC236}">
                <a16:creationId xmlns:a16="http://schemas.microsoft.com/office/drawing/2014/main" id="{A4160C2D-A882-C2C8-C340-AC2FF40C3914}"/>
              </a:ext>
            </a:extLst>
          </p:cNvPr>
          <p:cNvSpPr/>
          <p:nvPr/>
        </p:nvSpPr>
        <p:spPr>
          <a:xfrm>
            <a:off x="3750202" y="1886355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円/楕円 28">
            <a:extLst>
              <a:ext uri="{FF2B5EF4-FFF2-40B4-BE49-F238E27FC236}">
                <a16:creationId xmlns:a16="http://schemas.microsoft.com/office/drawing/2014/main" id="{491334AB-9CE5-3309-A808-8AA982ECFC78}"/>
              </a:ext>
            </a:extLst>
          </p:cNvPr>
          <p:cNvSpPr/>
          <p:nvPr/>
        </p:nvSpPr>
        <p:spPr>
          <a:xfrm>
            <a:off x="1895742" y="4105730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円/楕円 29">
            <a:extLst>
              <a:ext uri="{FF2B5EF4-FFF2-40B4-BE49-F238E27FC236}">
                <a16:creationId xmlns:a16="http://schemas.microsoft.com/office/drawing/2014/main" id="{696FF6C7-5EAE-5952-6AC2-2BFC68DE9E87}"/>
              </a:ext>
            </a:extLst>
          </p:cNvPr>
          <p:cNvSpPr/>
          <p:nvPr/>
        </p:nvSpPr>
        <p:spPr>
          <a:xfrm>
            <a:off x="1895742" y="2981516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359C7BA5-328C-CC30-DFEB-88365376D085}"/>
              </a:ext>
            </a:extLst>
          </p:cNvPr>
          <p:cNvCxnSpPr>
            <a:cxnSpLocks/>
          </p:cNvCxnSpPr>
          <p:nvPr/>
        </p:nvCxnSpPr>
        <p:spPr>
          <a:xfrm>
            <a:off x="5546506" y="3865067"/>
            <a:ext cx="0" cy="29031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30EC5848-5161-E16C-3E71-BE7AE06CA286}"/>
              </a:ext>
            </a:extLst>
          </p:cNvPr>
          <p:cNvCxnSpPr>
            <a:cxnSpLocks/>
          </p:cNvCxnSpPr>
          <p:nvPr/>
        </p:nvCxnSpPr>
        <p:spPr>
          <a:xfrm flipH="1">
            <a:off x="4419492" y="4155378"/>
            <a:ext cx="235735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19A26A9D-1778-5A51-4DBD-B2F973862576}"/>
              </a:ext>
            </a:extLst>
          </p:cNvPr>
          <p:cNvCxnSpPr>
            <a:cxnSpLocks/>
          </p:cNvCxnSpPr>
          <p:nvPr/>
        </p:nvCxnSpPr>
        <p:spPr>
          <a:xfrm flipH="1">
            <a:off x="4419492" y="4156754"/>
            <a:ext cx="1058" cy="35236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7DAC2E17-2815-DCEE-00DD-8EB6871DD040}"/>
              </a:ext>
            </a:extLst>
          </p:cNvPr>
          <p:cNvSpPr/>
          <p:nvPr/>
        </p:nvSpPr>
        <p:spPr>
          <a:xfrm>
            <a:off x="5147240" y="3330180"/>
            <a:ext cx="798532" cy="530534"/>
          </a:xfrm>
          <a:prstGeom prst="rect">
            <a:avLst/>
          </a:prstGeom>
          <a:solidFill>
            <a:srgbClr val="C0C0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F1C35AFC-E16A-7048-9170-D681A9E4FFB6}"/>
              </a:ext>
            </a:extLst>
          </p:cNvPr>
          <p:cNvSpPr/>
          <p:nvPr/>
        </p:nvSpPr>
        <p:spPr>
          <a:xfrm>
            <a:off x="3960658" y="4438300"/>
            <a:ext cx="917667" cy="530534"/>
          </a:xfrm>
          <a:prstGeom prst="rect">
            <a:avLst/>
          </a:prstGeom>
          <a:solidFill>
            <a:srgbClr val="FFFF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HVAC</a:t>
            </a:r>
            <a:endParaRPr kumimoji="1" lang="ja-JP" altLang="en-US" sz="24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7D201A72-1E0E-59E1-3BCB-DCF34CE113C8}"/>
              </a:ext>
            </a:extLst>
          </p:cNvPr>
          <p:cNvCxnSpPr>
            <a:cxnSpLocks/>
          </p:cNvCxnSpPr>
          <p:nvPr/>
        </p:nvCxnSpPr>
        <p:spPr>
          <a:xfrm>
            <a:off x="5546506" y="4155377"/>
            <a:ext cx="3417" cy="39501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808C3BCC-04A0-4BB4-F372-FA9E76D835E8}"/>
              </a:ext>
            </a:extLst>
          </p:cNvPr>
          <p:cNvSpPr/>
          <p:nvPr/>
        </p:nvSpPr>
        <p:spPr>
          <a:xfrm>
            <a:off x="4977756" y="4438300"/>
            <a:ext cx="1137500" cy="530529"/>
          </a:xfrm>
          <a:prstGeom prst="rect">
            <a:avLst/>
          </a:prstGeom>
          <a:solidFill>
            <a:srgbClr val="FFFF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Lighting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9B87775A-2E79-E421-862A-B91BE52DAD16}"/>
              </a:ext>
            </a:extLst>
          </p:cNvPr>
          <p:cNvSpPr/>
          <p:nvPr/>
        </p:nvSpPr>
        <p:spPr>
          <a:xfrm>
            <a:off x="6208095" y="4437112"/>
            <a:ext cx="1137500" cy="530506"/>
          </a:xfrm>
          <a:prstGeom prst="rect">
            <a:avLst/>
          </a:prstGeom>
          <a:solidFill>
            <a:srgbClr val="FFFF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Machine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BDFEDAE9-0ECD-A630-B565-93A146852DFE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6776845" y="4155377"/>
            <a:ext cx="0" cy="28173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円/楕円 39">
            <a:extLst>
              <a:ext uri="{FF2B5EF4-FFF2-40B4-BE49-F238E27FC236}">
                <a16:creationId xmlns:a16="http://schemas.microsoft.com/office/drawing/2014/main" id="{9268CDBE-68F9-5DC1-A043-E45E3F0FDABB}"/>
              </a:ext>
            </a:extLst>
          </p:cNvPr>
          <p:cNvSpPr/>
          <p:nvPr/>
        </p:nvSpPr>
        <p:spPr>
          <a:xfrm>
            <a:off x="5490168" y="4105730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6AEC6770-31E2-4872-5E1B-8CC278669094}"/>
              </a:ext>
            </a:extLst>
          </p:cNvPr>
          <p:cNvCxnSpPr>
            <a:cxnSpLocks/>
          </p:cNvCxnSpPr>
          <p:nvPr/>
        </p:nvCxnSpPr>
        <p:spPr>
          <a:xfrm>
            <a:off x="5546506" y="3046442"/>
            <a:ext cx="0" cy="28650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円/楕円 41">
            <a:extLst>
              <a:ext uri="{FF2B5EF4-FFF2-40B4-BE49-F238E27FC236}">
                <a16:creationId xmlns:a16="http://schemas.microsoft.com/office/drawing/2014/main" id="{AF5EE66B-0F16-8840-CD5F-D9BDE9441C86}"/>
              </a:ext>
            </a:extLst>
          </p:cNvPr>
          <p:cNvSpPr/>
          <p:nvPr/>
        </p:nvSpPr>
        <p:spPr>
          <a:xfrm>
            <a:off x="5490168" y="2984280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CC178266-F07C-B432-07C5-6D5A1BFB6F18}"/>
              </a:ext>
            </a:extLst>
          </p:cNvPr>
          <p:cNvCxnSpPr>
            <a:cxnSpLocks/>
          </p:cNvCxnSpPr>
          <p:nvPr/>
        </p:nvCxnSpPr>
        <p:spPr>
          <a:xfrm flipH="1">
            <a:off x="7470246" y="1554092"/>
            <a:ext cx="2338" cy="148028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F741736E-79C3-D0B4-C1AB-5D0B4FCCD27F}"/>
              </a:ext>
            </a:extLst>
          </p:cNvPr>
          <p:cNvSpPr/>
          <p:nvPr/>
        </p:nvSpPr>
        <p:spPr>
          <a:xfrm>
            <a:off x="6561249" y="733773"/>
            <a:ext cx="1756854" cy="842463"/>
          </a:xfrm>
          <a:prstGeom prst="rect">
            <a:avLst/>
          </a:prstGeom>
          <a:solidFill>
            <a:srgbClr val="C0FF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Commercial power system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081E8473-E346-B595-B5AB-C821F96266A9}"/>
              </a:ext>
            </a:extLst>
          </p:cNvPr>
          <p:cNvCxnSpPr>
            <a:cxnSpLocks/>
          </p:cNvCxnSpPr>
          <p:nvPr/>
        </p:nvCxnSpPr>
        <p:spPr>
          <a:xfrm>
            <a:off x="11706234" y="1936333"/>
            <a:ext cx="0" cy="29031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051D635B-34B6-AA78-5DA5-20C94C2A071A}"/>
              </a:ext>
            </a:extLst>
          </p:cNvPr>
          <p:cNvSpPr/>
          <p:nvPr/>
        </p:nvSpPr>
        <p:spPr>
          <a:xfrm>
            <a:off x="11306968" y="2226643"/>
            <a:ext cx="798532" cy="530534"/>
          </a:xfrm>
          <a:prstGeom prst="rect">
            <a:avLst/>
          </a:prstGeom>
          <a:solidFill>
            <a:srgbClr val="C0C0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2F92B216-269A-2ADB-E6F7-247F0DBED3C7}"/>
              </a:ext>
            </a:extLst>
          </p:cNvPr>
          <p:cNvCxnSpPr>
            <a:cxnSpLocks/>
          </p:cNvCxnSpPr>
          <p:nvPr/>
        </p:nvCxnSpPr>
        <p:spPr>
          <a:xfrm>
            <a:off x="11706234" y="2753368"/>
            <a:ext cx="0" cy="29031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円/楕円 53">
            <a:extLst>
              <a:ext uri="{FF2B5EF4-FFF2-40B4-BE49-F238E27FC236}">
                <a16:creationId xmlns:a16="http://schemas.microsoft.com/office/drawing/2014/main" id="{AD281E0F-6467-06A9-D924-851ED0A86F8B}"/>
              </a:ext>
            </a:extLst>
          </p:cNvPr>
          <p:cNvSpPr/>
          <p:nvPr/>
        </p:nvSpPr>
        <p:spPr>
          <a:xfrm>
            <a:off x="11652234" y="2972746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DA503385-CE70-D5D5-18F0-76B5FC6CCAF0}"/>
              </a:ext>
            </a:extLst>
          </p:cNvPr>
          <p:cNvCxnSpPr>
            <a:cxnSpLocks/>
          </p:cNvCxnSpPr>
          <p:nvPr/>
        </p:nvCxnSpPr>
        <p:spPr>
          <a:xfrm>
            <a:off x="11709595" y="1592788"/>
            <a:ext cx="0" cy="39831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C595210D-81A4-DAF2-5CC9-ADDEC15A72CE}"/>
              </a:ext>
            </a:extLst>
          </p:cNvPr>
          <p:cNvSpPr/>
          <p:nvPr/>
        </p:nvSpPr>
        <p:spPr>
          <a:xfrm>
            <a:off x="11306968" y="1140147"/>
            <a:ext cx="798532" cy="530534"/>
          </a:xfrm>
          <a:prstGeom prst="rect">
            <a:avLst/>
          </a:prstGeom>
          <a:solidFill>
            <a:srgbClr val="C0C0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PCS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E5D9A442-D35E-2BD7-8CAA-2BEAE4395982}"/>
              </a:ext>
            </a:extLst>
          </p:cNvPr>
          <p:cNvSpPr/>
          <p:nvPr/>
        </p:nvSpPr>
        <p:spPr>
          <a:xfrm>
            <a:off x="11127890" y="199241"/>
            <a:ext cx="1151068" cy="530534"/>
          </a:xfrm>
          <a:prstGeom prst="rect">
            <a:avLst/>
          </a:prstGeom>
          <a:solidFill>
            <a:srgbClr val="C0FF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Battery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2C585E9F-1C89-531C-05B4-1D30208BEEF3}"/>
              </a:ext>
            </a:extLst>
          </p:cNvPr>
          <p:cNvCxnSpPr>
            <a:cxnSpLocks/>
            <a:stCxn id="64" idx="2"/>
            <a:endCxn id="60" idx="0"/>
          </p:cNvCxnSpPr>
          <p:nvPr/>
        </p:nvCxnSpPr>
        <p:spPr>
          <a:xfrm>
            <a:off x="11703424" y="729775"/>
            <a:ext cx="2810" cy="41037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円/楕円 71">
            <a:extLst>
              <a:ext uri="{FF2B5EF4-FFF2-40B4-BE49-F238E27FC236}">
                <a16:creationId xmlns:a16="http://schemas.microsoft.com/office/drawing/2014/main" id="{EC7812C3-4DE3-E444-BBAE-6A65D9EEA0F4}"/>
              </a:ext>
            </a:extLst>
          </p:cNvPr>
          <p:cNvSpPr/>
          <p:nvPr/>
        </p:nvSpPr>
        <p:spPr>
          <a:xfrm>
            <a:off x="3740755" y="2980378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552355EF-BCF1-13FB-059F-1D4BE5D989AD}"/>
              </a:ext>
            </a:extLst>
          </p:cNvPr>
          <p:cNvCxnSpPr>
            <a:cxnSpLocks/>
            <a:endCxn id="81" idx="0"/>
          </p:cNvCxnSpPr>
          <p:nvPr/>
        </p:nvCxnSpPr>
        <p:spPr>
          <a:xfrm>
            <a:off x="9866883" y="3798153"/>
            <a:ext cx="0" cy="63226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線コネクタ 74">
            <a:extLst>
              <a:ext uri="{FF2B5EF4-FFF2-40B4-BE49-F238E27FC236}">
                <a16:creationId xmlns:a16="http://schemas.microsoft.com/office/drawing/2014/main" id="{11A7670D-11EA-D78A-5625-E2029D585BFE}"/>
              </a:ext>
            </a:extLst>
          </p:cNvPr>
          <p:cNvCxnSpPr>
            <a:cxnSpLocks/>
          </p:cNvCxnSpPr>
          <p:nvPr/>
        </p:nvCxnSpPr>
        <p:spPr>
          <a:xfrm flipH="1">
            <a:off x="8381330" y="4114285"/>
            <a:ext cx="3006068" cy="1464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D3D2DF7D-6396-7101-3AB4-3AF3AA5D81A3}"/>
              </a:ext>
            </a:extLst>
          </p:cNvPr>
          <p:cNvSpPr/>
          <p:nvPr/>
        </p:nvSpPr>
        <p:spPr>
          <a:xfrm>
            <a:off x="9469955" y="3282141"/>
            <a:ext cx="798532" cy="530534"/>
          </a:xfrm>
          <a:prstGeom prst="rect">
            <a:avLst/>
          </a:prstGeom>
          <a:solidFill>
            <a:srgbClr val="C0C0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6F9FD9C6-5EEA-10B6-8A59-666CBF050C9E}"/>
              </a:ext>
            </a:extLst>
          </p:cNvPr>
          <p:cNvSpPr/>
          <p:nvPr/>
        </p:nvSpPr>
        <p:spPr>
          <a:xfrm>
            <a:off x="7582239" y="4430318"/>
            <a:ext cx="1598183" cy="719415"/>
          </a:xfrm>
          <a:prstGeom prst="rect">
            <a:avLst/>
          </a:prstGeom>
          <a:solidFill>
            <a:srgbClr val="FFFF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Emergency </a:t>
            </a:r>
            <a:r>
              <a:rPr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r>
              <a:rPr kumimoji="1"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pecific load</a:t>
            </a:r>
            <a:endParaRPr kumimoji="1" lang="ja-JP" altLang="en-US" sz="24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3ACDBDF3-7E30-E8AE-766E-A535DB905C96}"/>
              </a:ext>
            </a:extLst>
          </p:cNvPr>
          <p:cNvCxnSpPr>
            <a:cxnSpLocks/>
          </p:cNvCxnSpPr>
          <p:nvPr/>
        </p:nvCxnSpPr>
        <p:spPr>
          <a:xfrm>
            <a:off x="8387392" y="4114285"/>
            <a:ext cx="0" cy="31591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353E5086-0669-72D0-B3B9-8D8DFCBF588B}"/>
              </a:ext>
            </a:extLst>
          </p:cNvPr>
          <p:cNvSpPr/>
          <p:nvPr/>
        </p:nvSpPr>
        <p:spPr>
          <a:xfrm>
            <a:off x="10553764" y="4429607"/>
            <a:ext cx="1669879" cy="969136"/>
          </a:xfrm>
          <a:prstGeom prst="rect">
            <a:avLst/>
          </a:prstGeom>
          <a:solidFill>
            <a:srgbClr val="FFFF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HC </a:t>
            </a:r>
            <a:r>
              <a:rPr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air conditioning power supply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EEA80F3B-79C0-6D2D-CD13-4D9B768663FB}"/>
              </a:ext>
            </a:extLst>
          </p:cNvPr>
          <p:cNvSpPr/>
          <p:nvPr/>
        </p:nvSpPr>
        <p:spPr>
          <a:xfrm>
            <a:off x="9298133" y="4430417"/>
            <a:ext cx="1137500" cy="1252615"/>
          </a:xfrm>
          <a:prstGeom prst="rect">
            <a:avLst/>
          </a:prstGeom>
          <a:solidFill>
            <a:srgbClr val="FFFF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Battery auxiliary power panel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655944B3-9BDD-D5C1-A987-3383563404AF}"/>
              </a:ext>
            </a:extLst>
          </p:cNvPr>
          <p:cNvCxnSpPr>
            <a:cxnSpLocks/>
          </p:cNvCxnSpPr>
          <p:nvPr/>
        </p:nvCxnSpPr>
        <p:spPr>
          <a:xfrm>
            <a:off x="11387398" y="4105730"/>
            <a:ext cx="0" cy="32387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直線コネクタ 83">
            <a:extLst>
              <a:ext uri="{FF2B5EF4-FFF2-40B4-BE49-F238E27FC236}">
                <a16:creationId xmlns:a16="http://schemas.microsoft.com/office/drawing/2014/main" id="{DEA7C711-61B9-D40E-7335-F647D978AA19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9866883" y="3066326"/>
            <a:ext cx="2338" cy="21581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円/楕円 82">
            <a:extLst>
              <a:ext uri="{FF2B5EF4-FFF2-40B4-BE49-F238E27FC236}">
                <a16:creationId xmlns:a16="http://schemas.microsoft.com/office/drawing/2014/main" id="{1371C4CB-215B-A518-0FA0-C68A5C77761C}"/>
              </a:ext>
            </a:extLst>
          </p:cNvPr>
          <p:cNvSpPr/>
          <p:nvPr/>
        </p:nvSpPr>
        <p:spPr>
          <a:xfrm>
            <a:off x="9812883" y="4066179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円/楕円 84">
            <a:extLst>
              <a:ext uri="{FF2B5EF4-FFF2-40B4-BE49-F238E27FC236}">
                <a16:creationId xmlns:a16="http://schemas.microsoft.com/office/drawing/2014/main" id="{734AA914-0C3A-5FF1-A751-B3BBF7FF246D}"/>
              </a:ext>
            </a:extLst>
          </p:cNvPr>
          <p:cNvSpPr/>
          <p:nvPr/>
        </p:nvSpPr>
        <p:spPr>
          <a:xfrm>
            <a:off x="9812883" y="2980517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8" name="直線コネクタ 87">
            <a:extLst>
              <a:ext uri="{FF2B5EF4-FFF2-40B4-BE49-F238E27FC236}">
                <a16:creationId xmlns:a16="http://schemas.microsoft.com/office/drawing/2014/main" id="{938BF671-528C-00A6-3D41-E103EAB9002A}"/>
              </a:ext>
            </a:extLst>
          </p:cNvPr>
          <p:cNvCxnSpPr>
            <a:cxnSpLocks/>
            <a:endCxn id="98" idx="0"/>
          </p:cNvCxnSpPr>
          <p:nvPr/>
        </p:nvCxnSpPr>
        <p:spPr>
          <a:xfrm flipH="1">
            <a:off x="13584666" y="3880404"/>
            <a:ext cx="528" cy="53627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ED895FE8-A495-DA18-0529-F844EB4BB735}"/>
              </a:ext>
            </a:extLst>
          </p:cNvPr>
          <p:cNvSpPr/>
          <p:nvPr/>
        </p:nvSpPr>
        <p:spPr>
          <a:xfrm>
            <a:off x="13160507" y="3339344"/>
            <a:ext cx="798532" cy="530534"/>
          </a:xfrm>
          <a:prstGeom prst="rect">
            <a:avLst/>
          </a:prstGeom>
          <a:solidFill>
            <a:srgbClr val="C0C0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9EE2FE1B-993D-29B0-E873-1754ACEF361B}"/>
              </a:ext>
            </a:extLst>
          </p:cNvPr>
          <p:cNvCxnSpPr>
            <a:cxnSpLocks/>
          </p:cNvCxnSpPr>
          <p:nvPr/>
        </p:nvCxnSpPr>
        <p:spPr>
          <a:xfrm>
            <a:off x="13584666" y="3043678"/>
            <a:ext cx="0" cy="28173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円/楕円 95">
            <a:extLst>
              <a:ext uri="{FF2B5EF4-FFF2-40B4-BE49-F238E27FC236}">
                <a16:creationId xmlns:a16="http://schemas.microsoft.com/office/drawing/2014/main" id="{9FE4186C-0FF9-F9CA-EB76-A5FEBC3210BF}"/>
              </a:ext>
            </a:extLst>
          </p:cNvPr>
          <p:cNvSpPr/>
          <p:nvPr/>
        </p:nvSpPr>
        <p:spPr>
          <a:xfrm>
            <a:off x="13530666" y="2963445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77F2D943-3E54-D27F-F242-B8E85FFD801F}"/>
              </a:ext>
            </a:extLst>
          </p:cNvPr>
          <p:cNvSpPr/>
          <p:nvPr/>
        </p:nvSpPr>
        <p:spPr>
          <a:xfrm>
            <a:off x="12604521" y="4416676"/>
            <a:ext cx="1960290" cy="983787"/>
          </a:xfrm>
          <a:prstGeom prst="rect">
            <a:avLst/>
          </a:prstGeom>
          <a:solidFill>
            <a:srgbClr val="FFC0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Self-consignment destination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119" name="円/楕円 118">
            <a:extLst>
              <a:ext uri="{FF2B5EF4-FFF2-40B4-BE49-F238E27FC236}">
                <a16:creationId xmlns:a16="http://schemas.microsoft.com/office/drawing/2014/main" id="{8CDB8AA1-A433-956B-9566-90F6F360F172}"/>
              </a:ext>
            </a:extLst>
          </p:cNvPr>
          <p:cNvSpPr/>
          <p:nvPr/>
        </p:nvSpPr>
        <p:spPr>
          <a:xfrm>
            <a:off x="7417046" y="2991828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円/楕円 2">
            <a:extLst>
              <a:ext uri="{FF2B5EF4-FFF2-40B4-BE49-F238E27FC236}">
                <a16:creationId xmlns:a16="http://schemas.microsoft.com/office/drawing/2014/main" id="{CD5368B7-2C46-C000-1BCD-3D58C0FECAEC}"/>
              </a:ext>
            </a:extLst>
          </p:cNvPr>
          <p:cNvSpPr/>
          <p:nvPr/>
        </p:nvSpPr>
        <p:spPr>
          <a:xfrm>
            <a:off x="-643560" y="2998450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4DFA49AF-25AF-0446-A670-87F0D6320DE9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-589196" y="3052450"/>
            <a:ext cx="0" cy="136422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6A9F50A0-949C-0AAF-1CBF-F5BE9E46329E}"/>
              </a:ext>
            </a:extLst>
          </p:cNvPr>
          <p:cNvSpPr/>
          <p:nvPr/>
        </p:nvSpPr>
        <p:spPr>
          <a:xfrm>
            <a:off x="-1344600" y="4416676"/>
            <a:ext cx="1510808" cy="606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Power sink</a:t>
            </a:r>
            <a:endParaRPr kumimoji="1" lang="ja-JP" altLang="en-US" sz="200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034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1934</TotalTime>
  <Words>351</Words>
  <Application>Microsoft Macintosh PowerPoint</Application>
  <PresentationFormat>ワイド画面</PresentationFormat>
  <Paragraphs>225</Paragraphs>
  <Slides>7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奥村　侑真</dc:creator>
  <cp:lastModifiedBy>奥村　侑真</cp:lastModifiedBy>
  <cp:revision>35</cp:revision>
  <dcterms:created xsi:type="dcterms:W3CDTF">2025-06-04T07:56:47Z</dcterms:created>
  <dcterms:modified xsi:type="dcterms:W3CDTF">2026-02-09T09:29:55Z</dcterms:modified>
</cp:coreProperties>
</file>