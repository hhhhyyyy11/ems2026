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5"/>
  </p:notesMasterIdLst>
  <p:sldIdLst>
    <p:sldId id="256" r:id="rId2"/>
    <p:sldId id="259" r:id="rId3"/>
    <p:sldId id="258" r:id="rId4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770"/>
    <p:restoredTop sz="94667"/>
  </p:normalViewPr>
  <p:slideViewPr>
    <p:cSldViewPr snapToGrid="0">
      <p:cViewPr>
        <p:scale>
          <a:sx n="113" d="100"/>
          <a:sy n="113" d="100"/>
        </p:scale>
        <p:origin x="-920" y="-7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91B768A-65A4-2441-B753-76C9FE6A9B79}" type="datetimeFigureOut">
              <a:rPr kumimoji="1" lang="ja-JP" altLang="en-US" smtClean="0"/>
              <a:t>2026/1/30</a:t>
            </a:fld>
            <a:endParaRPr kumimoji="1" lang="ja-JP" altLang="en-US"/>
          </a:p>
        </p:txBody>
      </p:sp>
      <p:sp>
        <p:nvSpPr>
          <p:cNvPr id="4" name="スライド イメージ プレースホルダー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ja-JP" altLang="en-US"/>
          </a:p>
        </p:txBody>
      </p:sp>
      <p:sp>
        <p:nvSpPr>
          <p:cNvPr id="5" name="ノー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6FCE7A7-F715-8344-8ED4-CE2758D445C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00890654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6FCE7A7-F715-8344-8ED4-CE2758D445CE}" type="slidenum">
              <a:rPr kumimoji="1" lang="ja-JP" altLang="en-US" smtClean="0"/>
              <a:t>1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87711191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6FCE7A7-F715-8344-8ED4-CE2758D445CE}" type="slidenum">
              <a:rPr kumimoji="1" lang="ja-JP" altLang="en-US" smtClean="0"/>
              <a:t>2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60540732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4FDE09A1-0265-0538-D6D9-EA27063BC93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46E1DBFF-A766-E7EF-5E87-7D70381D53E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8547AE00-FED1-E742-2028-A41F8C55CF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6649EB-07A5-5645-8AEE-7CEC4D027D06}" type="datetimeFigureOut">
              <a:rPr kumimoji="1" lang="ja-JP" altLang="en-US" smtClean="0"/>
              <a:t>2026/1/30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F4F7C181-8FB2-A744-CDBB-6F66ECE018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9F928EB4-260F-090B-339F-0673C4D732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823005-CB4B-404C-B1AA-98C1D03A013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05816291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9098D1E4-ADF2-EE55-CE6E-CC1F72868B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34EA7035-D136-EB47-09D3-AA06CC5F8D3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4D775DA9-BA15-8018-530A-49EBD38CF2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6649EB-07A5-5645-8AEE-7CEC4D027D06}" type="datetimeFigureOut">
              <a:rPr kumimoji="1" lang="ja-JP" altLang="en-US" smtClean="0"/>
              <a:t>2026/1/30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95647B9C-9D55-8438-0F2C-1D62B68BC7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B548FAB0-94F7-45F4-61CD-CC4B644E0D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823005-CB4B-404C-B1AA-98C1D03A013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7473120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15E967F2-9B84-8A9D-D706-091A844070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FEA02259-0126-53A7-809E-CAE9D6AFA18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2FD603EB-4AA1-BE10-8D4A-8AA7B98CA9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6649EB-07A5-5645-8AEE-7CEC4D027D06}" type="datetimeFigureOut">
              <a:rPr kumimoji="1" lang="ja-JP" altLang="en-US" smtClean="0"/>
              <a:t>2026/1/30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AB3383AC-1A0E-F192-3F9A-F38189781C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FC3662B0-9094-27C2-2F9E-5A786B48B7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823005-CB4B-404C-B1AA-98C1D03A013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0825261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C451969E-AD42-FA1E-FD32-B828D19EB0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7B4C0C49-FD0F-E592-2C74-AF284708654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6C46200B-5975-5862-2FB0-BA783691665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E8F36031-B43C-2CA4-15E7-EB00DF202E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6649EB-07A5-5645-8AEE-7CEC4D027D06}" type="datetimeFigureOut">
              <a:rPr kumimoji="1" lang="ja-JP" altLang="en-US" smtClean="0"/>
              <a:t>2026/1/30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51ACA40B-D0DF-197B-BB46-3F7BBDC6CB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96F33C5C-59DF-DC30-F4AD-F13BC84FDB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823005-CB4B-404C-B1AA-98C1D03A013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5763649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4DE3A281-8BE2-AC1D-EE72-C12F926AC8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0493C6C7-716B-4ABB-25E2-20DF5906DBA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21EF84B9-B890-C1F2-DDAD-335103B63DA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86909F14-ECF1-CC9C-451C-8AB49A36D9C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0DC3EBF7-8E38-B7A3-8E2E-53E67BF9477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EB590B2A-CFD7-F061-A364-8512FE035B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6649EB-07A5-5645-8AEE-7CEC4D027D06}" type="datetimeFigureOut">
              <a:rPr kumimoji="1" lang="ja-JP" altLang="en-US" smtClean="0"/>
              <a:t>2026/1/30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51E2726F-101C-5AD5-E33D-F764119276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0E463D03-FBC8-EC6F-2091-39FB7C029D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823005-CB4B-404C-B1AA-98C1D03A013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79002472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AFD4141A-DAFE-16ED-5A1E-B692338D8B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5BA45C07-E7DF-596D-1342-FBEC201DC5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6649EB-07A5-5645-8AEE-7CEC4D027D06}" type="datetimeFigureOut">
              <a:rPr kumimoji="1" lang="ja-JP" altLang="en-US" smtClean="0"/>
              <a:t>2026/1/30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17FC33C7-73C7-AC52-69D8-1712342D51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DF6AF252-7B51-765E-AFFC-4FF3456E4A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823005-CB4B-404C-B1AA-98C1D03A013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70712802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CAED58F6-C033-23A6-35A4-375DB3F95C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6649EB-07A5-5645-8AEE-7CEC4D027D06}" type="datetimeFigureOut">
              <a:rPr kumimoji="1" lang="ja-JP" altLang="en-US" smtClean="0"/>
              <a:t>2026/1/30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0BD2F04E-BA23-A101-B6D3-D5688088F5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00EB1FBE-4D88-7BB8-2E63-47CF160500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823005-CB4B-404C-B1AA-98C1D03A013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6310017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A43BA380-C896-90A5-414F-C69CC3A1D8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59181BF9-E822-89E1-D8C7-3E3CBDF27E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3277FFFA-9982-D7E2-A4F8-C211B5D3716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56D58DA0-D212-4507-2400-0322FCB918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6649EB-07A5-5645-8AEE-7CEC4D027D06}" type="datetimeFigureOut">
              <a:rPr kumimoji="1" lang="ja-JP" altLang="en-US" smtClean="0"/>
              <a:t>2026/1/30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796BA47A-E099-219F-E5C2-F1FDC92747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0D9F8718-3E40-29AF-18D7-427489B4B5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823005-CB4B-404C-B1AA-98C1D03A013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26524781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BBFF5305-DC01-B8EF-97D6-5A8F0C2E7F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67B79F74-FDF6-B169-7D12-41F28E2C000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2D89001B-0A11-02AA-C2C9-CA2075E1597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A81D563D-BF57-1040-90F9-00672466B6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6649EB-07A5-5645-8AEE-7CEC4D027D06}" type="datetimeFigureOut">
              <a:rPr kumimoji="1" lang="ja-JP" altLang="en-US" smtClean="0"/>
              <a:t>2026/1/30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0D99BD84-4E16-7B19-911D-50F2F6F8D8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2AF60872-6501-A2AF-F5F7-2977406F05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823005-CB4B-404C-B1AA-98C1D03A013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45499585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C68107A6-7C6E-C59F-CC9D-626159ACC4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0C480E22-A3D9-F75E-7666-C2482A8CFDA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60E11E96-B820-BFE0-52B2-69B9599EA4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6649EB-07A5-5645-8AEE-7CEC4D027D06}" type="datetimeFigureOut">
              <a:rPr kumimoji="1" lang="ja-JP" altLang="en-US" smtClean="0"/>
              <a:t>2026/1/30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BFEA7F6F-38B4-F1D5-692A-7348ADB192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3C366015-D39B-F3BE-6E1D-7E2BDDFEB5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823005-CB4B-404C-B1AA-98C1D03A013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80346255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5863E8D6-E48B-32FA-634A-08974CF05DA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CBBD2CD6-7E1C-0593-5430-85B06C57D50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43078ACA-D72E-5391-5BDA-8615B4D938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6649EB-07A5-5645-8AEE-7CEC4D027D06}" type="datetimeFigureOut">
              <a:rPr kumimoji="1" lang="ja-JP" altLang="en-US" smtClean="0"/>
              <a:t>2026/1/30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E6CAB798-2955-DC9C-11B6-3710044923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BABEE924-31A1-7663-6CBE-F0110C4976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823005-CB4B-404C-B1AA-98C1D03A013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58683129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0750B34D-29DE-24E9-A54F-1E3D573D74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A0A6BD42-90F8-E0D9-72A5-C915FDB069F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46F250C5-842C-0025-CCAC-EC079592F66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B6649EB-07A5-5645-8AEE-7CEC4D027D06}" type="datetimeFigureOut">
              <a:rPr kumimoji="1" lang="ja-JP" altLang="en-US" smtClean="0"/>
              <a:t>2026/1/30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9D7D7CF1-C53E-A708-46A1-DCA3FA52AC4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E27BB482-6FD5-7250-27BE-2FAC339070F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6823005-CB4B-404C-B1AA-98C1D03A013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19901736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13" Type="http://schemas.openxmlformats.org/officeDocument/2006/relationships/image" Target="../media/image11.png"/><Relationship Id="rId18" Type="http://schemas.openxmlformats.org/officeDocument/2006/relationships/image" Target="../media/image16.png"/><Relationship Id="rId3" Type="http://schemas.openxmlformats.org/officeDocument/2006/relationships/image" Target="../media/image1.png"/><Relationship Id="rId21" Type="http://schemas.openxmlformats.org/officeDocument/2006/relationships/image" Target="../media/image19.png"/><Relationship Id="rId7" Type="http://schemas.openxmlformats.org/officeDocument/2006/relationships/image" Target="../media/image5.png"/><Relationship Id="rId12" Type="http://schemas.openxmlformats.org/officeDocument/2006/relationships/image" Target="../media/image10.png"/><Relationship Id="rId17" Type="http://schemas.openxmlformats.org/officeDocument/2006/relationships/image" Target="../media/image15.png"/><Relationship Id="rId25" Type="http://schemas.openxmlformats.org/officeDocument/2006/relationships/image" Target="../media/image23.png"/><Relationship Id="rId2" Type="http://schemas.openxmlformats.org/officeDocument/2006/relationships/notesSlide" Target="../notesSlides/notesSlide1.xml"/><Relationship Id="rId16" Type="http://schemas.openxmlformats.org/officeDocument/2006/relationships/image" Target="../media/image14.png"/><Relationship Id="rId20" Type="http://schemas.openxmlformats.org/officeDocument/2006/relationships/image" Target="../media/image18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11" Type="http://schemas.openxmlformats.org/officeDocument/2006/relationships/image" Target="../media/image9.png"/><Relationship Id="rId24" Type="http://schemas.openxmlformats.org/officeDocument/2006/relationships/image" Target="../media/image22.png"/><Relationship Id="rId5" Type="http://schemas.openxmlformats.org/officeDocument/2006/relationships/image" Target="../media/image3.png"/><Relationship Id="rId15" Type="http://schemas.openxmlformats.org/officeDocument/2006/relationships/image" Target="../media/image13.png"/><Relationship Id="rId23" Type="http://schemas.openxmlformats.org/officeDocument/2006/relationships/image" Target="../media/image21.png"/><Relationship Id="rId10" Type="http://schemas.openxmlformats.org/officeDocument/2006/relationships/image" Target="../media/image8.png"/><Relationship Id="rId19" Type="http://schemas.openxmlformats.org/officeDocument/2006/relationships/image" Target="../media/image17.png"/><Relationship Id="rId4" Type="http://schemas.openxmlformats.org/officeDocument/2006/relationships/image" Target="../media/image2.png"/><Relationship Id="rId9" Type="http://schemas.openxmlformats.org/officeDocument/2006/relationships/image" Target="../media/image7.png"/><Relationship Id="rId14" Type="http://schemas.openxmlformats.org/officeDocument/2006/relationships/image" Target="../media/image12.png"/><Relationship Id="rId22" Type="http://schemas.openxmlformats.org/officeDocument/2006/relationships/image" Target="../media/image20.png"/></Relationships>
</file>

<file path=ppt/slides/_rels/slide2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1.png"/><Relationship Id="rId18" Type="http://schemas.openxmlformats.org/officeDocument/2006/relationships/image" Target="../media/image30.png"/><Relationship Id="rId26" Type="http://schemas.openxmlformats.org/officeDocument/2006/relationships/image" Target="../media/image32.png"/><Relationship Id="rId3" Type="http://schemas.openxmlformats.org/officeDocument/2006/relationships/image" Target="../media/image24.png"/><Relationship Id="rId21" Type="http://schemas.openxmlformats.org/officeDocument/2006/relationships/image" Target="../media/image18.png"/><Relationship Id="rId7" Type="http://schemas.openxmlformats.org/officeDocument/2006/relationships/image" Target="../media/image28.png"/><Relationship Id="rId12" Type="http://schemas.openxmlformats.org/officeDocument/2006/relationships/image" Target="../media/image10.png"/><Relationship Id="rId17" Type="http://schemas.openxmlformats.org/officeDocument/2006/relationships/image" Target="../media/image29.png"/><Relationship Id="rId25" Type="http://schemas.openxmlformats.org/officeDocument/2006/relationships/image" Target="../media/image31.png"/><Relationship Id="rId2" Type="http://schemas.openxmlformats.org/officeDocument/2006/relationships/notesSlide" Target="../notesSlides/notesSlide2.xml"/><Relationship Id="rId16" Type="http://schemas.openxmlformats.org/officeDocument/2006/relationships/image" Target="../media/image14.png"/><Relationship Id="rId20" Type="http://schemas.openxmlformats.org/officeDocument/2006/relationships/image" Target="../media/image17.png"/><Relationship Id="rId29" Type="http://schemas.openxmlformats.org/officeDocument/2006/relationships/image" Target="../media/image35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7.png"/><Relationship Id="rId11" Type="http://schemas.openxmlformats.org/officeDocument/2006/relationships/image" Target="../media/image9.png"/><Relationship Id="rId24" Type="http://schemas.openxmlformats.org/officeDocument/2006/relationships/image" Target="../media/image21.png"/><Relationship Id="rId5" Type="http://schemas.openxmlformats.org/officeDocument/2006/relationships/image" Target="../media/image26.png"/><Relationship Id="rId15" Type="http://schemas.openxmlformats.org/officeDocument/2006/relationships/image" Target="../media/image13.png"/><Relationship Id="rId23" Type="http://schemas.openxmlformats.org/officeDocument/2006/relationships/image" Target="../media/image20.png"/><Relationship Id="rId28" Type="http://schemas.openxmlformats.org/officeDocument/2006/relationships/image" Target="../media/image34.png"/><Relationship Id="rId19" Type="http://schemas.openxmlformats.org/officeDocument/2006/relationships/image" Target="../media/image16.png"/><Relationship Id="rId31" Type="http://schemas.openxmlformats.org/officeDocument/2006/relationships/image" Target="../media/image37.png"/><Relationship Id="rId4" Type="http://schemas.openxmlformats.org/officeDocument/2006/relationships/image" Target="../media/image25.png"/><Relationship Id="rId14" Type="http://schemas.openxmlformats.org/officeDocument/2006/relationships/image" Target="../media/image12.png"/><Relationship Id="rId22" Type="http://schemas.openxmlformats.org/officeDocument/2006/relationships/image" Target="../media/image19.png"/><Relationship Id="rId27" Type="http://schemas.openxmlformats.org/officeDocument/2006/relationships/image" Target="../media/image33.png"/><Relationship Id="rId30" Type="http://schemas.openxmlformats.org/officeDocument/2006/relationships/image" Target="../media/image36.png"/></Relationships>
</file>

<file path=ppt/slides/_rels/slide3.xml.rels><?xml version="1.0" encoding="UTF-8" standalone="yes"?>
<Relationships xmlns="http://schemas.openxmlformats.org/package/2006/relationships"><Relationship Id="rId13" Type="http://schemas.openxmlformats.org/officeDocument/2006/relationships/image" Target="../media/image230.png"/><Relationship Id="rId18" Type="http://schemas.openxmlformats.org/officeDocument/2006/relationships/image" Target="../media/image280.png"/><Relationship Id="rId26" Type="http://schemas.openxmlformats.org/officeDocument/2006/relationships/image" Target="../media/image360.png"/><Relationship Id="rId39" Type="http://schemas.openxmlformats.org/officeDocument/2006/relationships/image" Target="../media/image49.png"/><Relationship Id="rId3" Type="http://schemas.openxmlformats.org/officeDocument/2006/relationships/image" Target="../media/image180.png"/><Relationship Id="rId21" Type="http://schemas.openxmlformats.org/officeDocument/2006/relationships/image" Target="../media/image310.png"/><Relationship Id="rId34" Type="http://schemas.openxmlformats.org/officeDocument/2006/relationships/image" Target="../media/image44.png"/><Relationship Id="rId12" Type="http://schemas.openxmlformats.org/officeDocument/2006/relationships/image" Target="../media/image220.png"/><Relationship Id="rId17" Type="http://schemas.openxmlformats.org/officeDocument/2006/relationships/image" Target="../media/image410.png"/><Relationship Id="rId25" Type="http://schemas.openxmlformats.org/officeDocument/2006/relationships/image" Target="../media/image350.png"/><Relationship Id="rId33" Type="http://schemas.openxmlformats.org/officeDocument/2006/relationships/image" Target="../media/image43.png"/><Relationship Id="rId38" Type="http://schemas.openxmlformats.org/officeDocument/2006/relationships/image" Target="../media/image48.png"/><Relationship Id="rId2" Type="http://schemas.openxmlformats.org/officeDocument/2006/relationships/image" Target="../media/image170.png"/><Relationship Id="rId16" Type="http://schemas.openxmlformats.org/officeDocument/2006/relationships/image" Target="../media/image260.png"/><Relationship Id="rId20" Type="http://schemas.openxmlformats.org/officeDocument/2006/relationships/image" Target="../media/image300.png"/><Relationship Id="rId29" Type="http://schemas.openxmlformats.org/officeDocument/2006/relationships/image" Target="../media/image39.png"/><Relationship Id="rId1" Type="http://schemas.openxmlformats.org/officeDocument/2006/relationships/slideLayout" Target="../slideLayouts/slideLayout1.xml"/><Relationship Id="rId11" Type="http://schemas.openxmlformats.org/officeDocument/2006/relationships/image" Target="../media/image210.png"/><Relationship Id="rId24" Type="http://schemas.openxmlformats.org/officeDocument/2006/relationships/image" Target="../media/image340.png"/><Relationship Id="rId32" Type="http://schemas.openxmlformats.org/officeDocument/2006/relationships/image" Target="../media/image42.png"/><Relationship Id="rId37" Type="http://schemas.openxmlformats.org/officeDocument/2006/relationships/image" Target="../media/image47.png"/><Relationship Id="rId5" Type="http://schemas.openxmlformats.org/officeDocument/2006/relationships/image" Target="../media/image200.png"/><Relationship Id="rId15" Type="http://schemas.openxmlformats.org/officeDocument/2006/relationships/image" Target="../media/image250.png"/><Relationship Id="rId23" Type="http://schemas.openxmlformats.org/officeDocument/2006/relationships/image" Target="../media/image330.png"/><Relationship Id="rId28" Type="http://schemas.openxmlformats.org/officeDocument/2006/relationships/image" Target="../media/image38.png"/><Relationship Id="rId36" Type="http://schemas.openxmlformats.org/officeDocument/2006/relationships/image" Target="../media/image46.png"/><Relationship Id="rId10" Type="http://schemas.openxmlformats.org/officeDocument/2006/relationships/image" Target="../media/image90.png"/><Relationship Id="rId19" Type="http://schemas.openxmlformats.org/officeDocument/2006/relationships/image" Target="../media/image50.png"/><Relationship Id="rId31" Type="http://schemas.openxmlformats.org/officeDocument/2006/relationships/image" Target="../media/image41.png"/><Relationship Id="rId4" Type="http://schemas.openxmlformats.org/officeDocument/2006/relationships/image" Target="../media/image190.png"/><Relationship Id="rId14" Type="http://schemas.openxmlformats.org/officeDocument/2006/relationships/image" Target="../media/image240.png"/><Relationship Id="rId22" Type="http://schemas.openxmlformats.org/officeDocument/2006/relationships/image" Target="../media/image320.png"/><Relationship Id="rId27" Type="http://schemas.openxmlformats.org/officeDocument/2006/relationships/image" Target="../media/image370.png"/><Relationship Id="rId30" Type="http://schemas.openxmlformats.org/officeDocument/2006/relationships/image" Target="../media/image40.png"/><Relationship Id="rId35" Type="http://schemas.openxmlformats.org/officeDocument/2006/relationships/image" Target="../media/image4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円/楕円 7">
            <a:extLst>
              <a:ext uri="{FF2B5EF4-FFF2-40B4-BE49-F238E27FC236}">
                <a16:creationId xmlns:a16="http://schemas.microsoft.com/office/drawing/2014/main" id="{A0C68C5F-A61D-FC29-432F-D3EA805457A0}"/>
              </a:ext>
            </a:extLst>
          </p:cNvPr>
          <p:cNvSpPr/>
          <p:nvPr/>
        </p:nvSpPr>
        <p:spPr>
          <a:xfrm>
            <a:off x="3255068" y="1541770"/>
            <a:ext cx="360000" cy="360000"/>
          </a:xfrm>
          <a:prstGeom prst="ellipse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9" name="円/楕円 8">
            <a:extLst>
              <a:ext uri="{FF2B5EF4-FFF2-40B4-BE49-F238E27FC236}">
                <a16:creationId xmlns:a16="http://schemas.microsoft.com/office/drawing/2014/main" id="{0AADEE73-C44B-5CC2-D072-FFB2EB8C533D}"/>
              </a:ext>
            </a:extLst>
          </p:cNvPr>
          <p:cNvSpPr/>
          <p:nvPr/>
        </p:nvSpPr>
        <p:spPr>
          <a:xfrm>
            <a:off x="3255068" y="1992384"/>
            <a:ext cx="360000" cy="360000"/>
          </a:xfrm>
          <a:prstGeom prst="ellipse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1" name="円/楕円 10">
            <a:extLst>
              <a:ext uri="{FF2B5EF4-FFF2-40B4-BE49-F238E27FC236}">
                <a16:creationId xmlns:a16="http://schemas.microsoft.com/office/drawing/2014/main" id="{48ED8423-BE6D-B2F3-DE88-E9F1A4B8973D}"/>
              </a:ext>
            </a:extLst>
          </p:cNvPr>
          <p:cNvSpPr/>
          <p:nvPr/>
        </p:nvSpPr>
        <p:spPr>
          <a:xfrm>
            <a:off x="3255068" y="2893612"/>
            <a:ext cx="360000" cy="360000"/>
          </a:xfrm>
          <a:prstGeom prst="ellipse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2" name="円/楕円 11">
            <a:extLst>
              <a:ext uri="{FF2B5EF4-FFF2-40B4-BE49-F238E27FC236}">
                <a16:creationId xmlns:a16="http://schemas.microsoft.com/office/drawing/2014/main" id="{3346A2A4-0F4B-C151-82AE-5ED38A957585}"/>
              </a:ext>
            </a:extLst>
          </p:cNvPr>
          <p:cNvSpPr/>
          <p:nvPr/>
        </p:nvSpPr>
        <p:spPr>
          <a:xfrm>
            <a:off x="3255068" y="3344226"/>
            <a:ext cx="360000" cy="360000"/>
          </a:xfrm>
          <a:prstGeom prst="ellipse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5" name="円/楕円 14">
            <a:extLst>
              <a:ext uri="{FF2B5EF4-FFF2-40B4-BE49-F238E27FC236}">
                <a16:creationId xmlns:a16="http://schemas.microsoft.com/office/drawing/2014/main" id="{57FA4CB0-3D72-AB2C-4912-CD1C0DA61122}"/>
              </a:ext>
            </a:extLst>
          </p:cNvPr>
          <p:cNvSpPr/>
          <p:nvPr/>
        </p:nvSpPr>
        <p:spPr>
          <a:xfrm>
            <a:off x="1768886" y="2404350"/>
            <a:ext cx="360000" cy="360000"/>
          </a:xfrm>
          <a:prstGeom prst="ellipse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22" name="直線コネクタ 21">
            <a:extLst>
              <a:ext uri="{FF2B5EF4-FFF2-40B4-BE49-F238E27FC236}">
                <a16:creationId xmlns:a16="http://schemas.microsoft.com/office/drawing/2014/main" id="{04876BC1-1ED6-AC9E-3DF5-038BCFC4462B}"/>
              </a:ext>
            </a:extLst>
          </p:cNvPr>
          <p:cNvCxnSpPr>
            <a:cxnSpLocks/>
            <a:stCxn id="15" idx="6"/>
          </p:cNvCxnSpPr>
          <p:nvPr/>
        </p:nvCxnSpPr>
        <p:spPr>
          <a:xfrm flipV="1">
            <a:off x="2128886" y="2172384"/>
            <a:ext cx="1126182" cy="411966"/>
          </a:xfrm>
          <a:prstGeom prst="line">
            <a:avLst/>
          </a:prstGeom>
          <a:ln w="190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6" name="直線コネクタ 25">
            <a:extLst>
              <a:ext uri="{FF2B5EF4-FFF2-40B4-BE49-F238E27FC236}">
                <a16:creationId xmlns:a16="http://schemas.microsoft.com/office/drawing/2014/main" id="{1578185F-71BD-4A98-35F2-BD215CE15869}"/>
              </a:ext>
            </a:extLst>
          </p:cNvPr>
          <p:cNvCxnSpPr>
            <a:cxnSpLocks/>
            <a:stCxn id="15" idx="6"/>
            <a:endCxn id="11" idx="2"/>
          </p:cNvCxnSpPr>
          <p:nvPr/>
        </p:nvCxnSpPr>
        <p:spPr>
          <a:xfrm>
            <a:off x="2128886" y="2584350"/>
            <a:ext cx="1126182" cy="489262"/>
          </a:xfrm>
          <a:prstGeom prst="line">
            <a:avLst/>
          </a:prstGeom>
          <a:ln w="190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8" name="テキスト ボックス 37">
                <a:extLst>
                  <a:ext uri="{FF2B5EF4-FFF2-40B4-BE49-F238E27FC236}">
                    <a16:creationId xmlns:a16="http://schemas.microsoft.com/office/drawing/2014/main" id="{AA4C7FBD-E184-C2C6-74E0-C86D3B616FA8}"/>
                  </a:ext>
                </a:extLst>
              </p:cNvPr>
              <p:cNvSpPr txBox="1"/>
              <p:nvPr/>
            </p:nvSpPr>
            <p:spPr>
              <a:xfrm>
                <a:off x="1495929" y="6054350"/>
                <a:ext cx="915361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ja-JP" sz="1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ja-JP" sz="1400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  <m:sub>
                          <m:r>
                            <a:rPr kumimoji="1" lang="en-US" altLang="ja-JP" sz="1400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</m:oMath>
                  </m:oMathPara>
                </a14:m>
                <a:endParaRPr kumimoji="1" lang="ja-JP" altLang="en-US" sz="900"/>
              </a:p>
            </p:txBody>
          </p:sp>
        </mc:Choice>
        <mc:Fallback xmlns="">
          <p:sp>
            <p:nvSpPr>
              <p:cNvPr id="38" name="テキスト ボックス 37">
                <a:extLst>
                  <a:ext uri="{FF2B5EF4-FFF2-40B4-BE49-F238E27FC236}">
                    <a16:creationId xmlns:a16="http://schemas.microsoft.com/office/drawing/2014/main" id="{AA4C7FBD-E184-C2C6-74E0-C86D3B616FA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95929" y="6054350"/>
                <a:ext cx="915361" cy="307777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0" name="円/楕円 39">
            <a:extLst>
              <a:ext uri="{FF2B5EF4-FFF2-40B4-BE49-F238E27FC236}">
                <a16:creationId xmlns:a16="http://schemas.microsoft.com/office/drawing/2014/main" id="{E5EAF60C-27AA-90EF-85B4-BD76662CEC9F}"/>
              </a:ext>
            </a:extLst>
          </p:cNvPr>
          <p:cNvSpPr/>
          <p:nvPr/>
        </p:nvSpPr>
        <p:spPr>
          <a:xfrm>
            <a:off x="5327767" y="370320"/>
            <a:ext cx="360000" cy="360000"/>
          </a:xfrm>
          <a:prstGeom prst="ellipse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2" name="円/楕円 41">
            <a:extLst>
              <a:ext uri="{FF2B5EF4-FFF2-40B4-BE49-F238E27FC236}">
                <a16:creationId xmlns:a16="http://schemas.microsoft.com/office/drawing/2014/main" id="{47EDF2CD-8834-86C9-1F63-BEF687197FC1}"/>
              </a:ext>
            </a:extLst>
          </p:cNvPr>
          <p:cNvSpPr/>
          <p:nvPr/>
        </p:nvSpPr>
        <p:spPr>
          <a:xfrm>
            <a:off x="5339804" y="2395081"/>
            <a:ext cx="360000" cy="360000"/>
          </a:xfrm>
          <a:prstGeom prst="ellipse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8" name="テキスト ボックス 47">
            <a:extLst>
              <a:ext uri="{FF2B5EF4-FFF2-40B4-BE49-F238E27FC236}">
                <a16:creationId xmlns:a16="http://schemas.microsoft.com/office/drawing/2014/main" id="{663F7EBE-7B06-9876-A90C-006E157026EA}"/>
              </a:ext>
            </a:extLst>
          </p:cNvPr>
          <p:cNvSpPr txBox="1"/>
          <p:nvPr/>
        </p:nvSpPr>
        <p:spPr>
          <a:xfrm rot="5400000">
            <a:off x="5295082" y="1294239"/>
            <a:ext cx="4154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dirty="0"/>
              <a:t>…</a:t>
            </a:r>
            <a:endParaRPr kumimoji="1" lang="ja-JP" altLang="en-US"/>
          </a:p>
        </p:txBody>
      </p:sp>
      <p:sp>
        <p:nvSpPr>
          <p:cNvPr id="49" name="円/楕円 48">
            <a:extLst>
              <a:ext uri="{FF2B5EF4-FFF2-40B4-BE49-F238E27FC236}">
                <a16:creationId xmlns:a16="http://schemas.microsoft.com/office/drawing/2014/main" id="{A141F207-78AD-04A2-3537-61DAC24BC392}"/>
              </a:ext>
            </a:extLst>
          </p:cNvPr>
          <p:cNvSpPr/>
          <p:nvPr/>
        </p:nvSpPr>
        <p:spPr>
          <a:xfrm>
            <a:off x="5327497" y="4590716"/>
            <a:ext cx="360000" cy="360000"/>
          </a:xfrm>
          <a:prstGeom prst="ellipse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62" name="テキスト ボックス 61">
            <a:extLst>
              <a:ext uri="{FF2B5EF4-FFF2-40B4-BE49-F238E27FC236}">
                <a16:creationId xmlns:a16="http://schemas.microsoft.com/office/drawing/2014/main" id="{CB1F7C78-210A-2B0A-146A-D56D1D108C11}"/>
              </a:ext>
            </a:extLst>
          </p:cNvPr>
          <p:cNvSpPr txBox="1"/>
          <p:nvPr/>
        </p:nvSpPr>
        <p:spPr>
          <a:xfrm rot="10800000">
            <a:off x="7778965" y="2418931"/>
            <a:ext cx="50076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dirty="0"/>
              <a:t>…</a:t>
            </a:r>
            <a:endParaRPr kumimoji="1" lang="ja-JP" altLang="en-US"/>
          </a:p>
        </p:txBody>
      </p:sp>
      <p:sp>
        <p:nvSpPr>
          <p:cNvPr id="63" name="円/楕円 62">
            <a:extLst>
              <a:ext uri="{FF2B5EF4-FFF2-40B4-BE49-F238E27FC236}">
                <a16:creationId xmlns:a16="http://schemas.microsoft.com/office/drawing/2014/main" id="{0A22E68C-689B-DC92-79D3-393B77B3A0D0}"/>
              </a:ext>
            </a:extLst>
          </p:cNvPr>
          <p:cNvSpPr/>
          <p:nvPr/>
        </p:nvSpPr>
        <p:spPr>
          <a:xfrm>
            <a:off x="6823588" y="348647"/>
            <a:ext cx="360000" cy="360000"/>
          </a:xfrm>
          <a:prstGeom prst="ellipse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64" name="円/楕円 63">
            <a:extLst>
              <a:ext uri="{FF2B5EF4-FFF2-40B4-BE49-F238E27FC236}">
                <a16:creationId xmlns:a16="http://schemas.microsoft.com/office/drawing/2014/main" id="{A890A070-42CB-4E41-C048-D8411B596164}"/>
              </a:ext>
            </a:extLst>
          </p:cNvPr>
          <p:cNvSpPr/>
          <p:nvPr/>
        </p:nvSpPr>
        <p:spPr>
          <a:xfrm>
            <a:off x="6823588" y="1071371"/>
            <a:ext cx="360000" cy="360000"/>
          </a:xfrm>
          <a:prstGeom prst="ellipse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70" name="円/楕円 69">
            <a:extLst>
              <a:ext uri="{FF2B5EF4-FFF2-40B4-BE49-F238E27FC236}">
                <a16:creationId xmlns:a16="http://schemas.microsoft.com/office/drawing/2014/main" id="{A1EB7E59-D62E-9307-E4E9-E6393C3FF2C9}"/>
              </a:ext>
            </a:extLst>
          </p:cNvPr>
          <p:cNvSpPr/>
          <p:nvPr/>
        </p:nvSpPr>
        <p:spPr>
          <a:xfrm>
            <a:off x="6852068" y="3838304"/>
            <a:ext cx="360000" cy="360000"/>
          </a:xfrm>
          <a:prstGeom prst="ellipse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71" name="テキスト ボックス 70">
            <a:extLst>
              <a:ext uri="{FF2B5EF4-FFF2-40B4-BE49-F238E27FC236}">
                <a16:creationId xmlns:a16="http://schemas.microsoft.com/office/drawing/2014/main" id="{5E70487E-A2BA-7BC8-26CE-BAD7D1255E5B}"/>
              </a:ext>
            </a:extLst>
          </p:cNvPr>
          <p:cNvSpPr txBox="1"/>
          <p:nvPr/>
        </p:nvSpPr>
        <p:spPr>
          <a:xfrm rot="5400000">
            <a:off x="6800505" y="704025"/>
            <a:ext cx="4154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dirty="0"/>
              <a:t>…</a:t>
            </a:r>
            <a:endParaRPr kumimoji="1" lang="ja-JP" altLang="en-US"/>
          </a:p>
        </p:txBody>
      </p:sp>
      <p:sp>
        <p:nvSpPr>
          <p:cNvPr id="72" name="円/楕円 71">
            <a:extLst>
              <a:ext uri="{FF2B5EF4-FFF2-40B4-BE49-F238E27FC236}">
                <a16:creationId xmlns:a16="http://schemas.microsoft.com/office/drawing/2014/main" id="{634602EF-CBBA-C496-7B82-372ED2A00032}"/>
              </a:ext>
            </a:extLst>
          </p:cNvPr>
          <p:cNvSpPr/>
          <p:nvPr/>
        </p:nvSpPr>
        <p:spPr>
          <a:xfrm>
            <a:off x="6852068" y="4590716"/>
            <a:ext cx="360000" cy="360000"/>
          </a:xfrm>
          <a:prstGeom prst="ellipse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73" name="テキスト ボックス 72">
            <a:extLst>
              <a:ext uri="{FF2B5EF4-FFF2-40B4-BE49-F238E27FC236}">
                <a16:creationId xmlns:a16="http://schemas.microsoft.com/office/drawing/2014/main" id="{06DBFA7C-5C45-3729-5F54-6509833A01ED}"/>
              </a:ext>
            </a:extLst>
          </p:cNvPr>
          <p:cNvSpPr txBox="1"/>
          <p:nvPr/>
        </p:nvSpPr>
        <p:spPr>
          <a:xfrm rot="5400000">
            <a:off x="6828985" y="4223370"/>
            <a:ext cx="4154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dirty="0"/>
              <a:t>…</a:t>
            </a:r>
            <a:endParaRPr kumimoji="1" lang="ja-JP" altLang="en-US"/>
          </a:p>
        </p:txBody>
      </p:sp>
      <p:sp>
        <p:nvSpPr>
          <p:cNvPr id="110" name="テキスト ボックス 109">
            <a:extLst>
              <a:ext uri="{FF2B5EF4-FFF2-40B4-BE49-F238E27FC236}">
                <a16:creationId xmlns:a16="http://schemas.microsoft.com/office/drawing/2014/main" id="{DEA01E2E-69E5-07BE-26AD-06FD385EBF79}"/>
              </a:ext>
            </a:extLst>
          </p:cNvPr>
          <p:cNvSpPr txBox="1"/>
          <p:nvPr/>
        </p:nvSpPr>
        <p:spPr>
          <a:xfrm rot="5400000">
            <a:off x="3213321" y="2426799"/>
            <a:ext cx="4154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dirty="0"/>
              <a:t>…</a:t>
            </a:r>
            <a:endParaRPr kumimoji="1" lang="ja-JP" altLang="en-US"/>
          </a:p>
        </p:txBody>
      </p:sp>
      <p:sp>
        <p:nvSpPr>
          <p:cNvPr id="116" name="テキスト ボックス 115">
            <a:extLst>
              <a:ext uri="{FF2B5EF4-FFF2-40B4-BE49-F238E27FC236}">
                <a16:creationId xmlns:a16="http://schemas.microsoft.com/office/drawing/2014/main" id="{5B1A6B2C-11F9-8819-EADB-6C2D45D17A72}"/>
              </a:ext>
            </a:extLst>
          </p:cNvPr>
          <p:cNvSpPr txBox="1"/>
          <p:nvPr/>
        </p:nvSpPr>
        <p:spPr>
          <a:xfrm rot="5400000">
            <a:off x="5278141" y="3381323"/>
            <a:ext cx="4154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dirty="0"/>
              <a:t>…</a:t>
            </a:r>
            <a:endParaRPr kumimoji="1" lang="ja-JP" altLang="en-US"/>
          </a:p>
        </p:txBody>
      </p:sp>
      <p:cxnSp>
        <p:nvCxnSpPr>
          <p:cNvPr id="117" name="直線コネクタ 116">
            <a:extLst>
              <a:ext uri="{FF2B5EF4-FFF2-40B4-BE49-F238E27FC236}">
                <a16:creationId xmlns:a16="http://schemas.microsoft.com/office/drawing/2014/main" id="{6B46BE10-5651-6841-326D-08DC83B42A64}"/>
              </a:ext>
            </a:extLst>
          </p:cNvPr>
          <p:cNvCxnSpPr>
            <a:cxnSpLocks/>
            <a:endCxn id="8" idx="2"/>
          </p:cNvCxnSpPr>
          <p:nvPr/>
        </p:nvCxnSpPr>
        <p:spPr>
          <a:xfrm flipV="1">
            <a:off x="2128886" y="1721770"/>
            <a:ext cx="1126182" cy="874591"/>
          </a:xfrm>
          <a:prstGeom prst="line">
            <a:avLst/>
          </a:prstGeom>
          <a:ln w="190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19" name="直線コネクタ 118">
            <a:extLst>
              <a:ext uri="{FF2B5EF4-FFF2-40B4-BE49-F238E27FC236}">
                <a16:creationId xmlns:a16="http://schemas.microsoft.com/office/drawing/2014/main" id="{64AF5131-4B28-F9BD-7186-C8947C370C55}"/>
              </a:ext>
            </a:extLst>
          </p:cNvPr>
          <p:cNvCxnSpPr>
            <a:cxnSpLocks/>
            <a:endCxn id="12" idx="2"/>
          </p:cNvCxnSpPr>
          <p:nvPr/>
        </p:nvCxnSpPr>
        <p:spPr>
          <a:xfrm>
            <a:off x="2128886" y="2593619"/>
            <a:ext cx="1126182" cy="930607"/>
          </a:xfrm>
          <a:prstGeom prst="line">
            <a:avLst/>
          </a:prstGeom>
          <a:ln w="190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52" name="直線コネクタ 151">
            <a:extLst>
              <a:ext uri="{FF2B5EF4-FFF2-40B4-BE49-F238E27FC236}">
                <a16:creationId xmlns:a16="http://schemas.microsoft.com/office/drawing/2014/main" id="{173128E4-FEC7-75C2-5F82-6CCE33C696F1}"/>
              </a:ext>
            </a:extLst>
          </p:cNvPr>
          <p:cNvCxnSpPr>
            <a:cxnSpLocks/>
          </p:cNvCxnSpPr>
          <p:nvPr/>
        </p:nvCxnSpPr>
        <p:spPr>
          <a:xfrm>
            <a:off x="3615469" y="1697238"/>
            <a:ext cx="195694" cy="0"/>
          </a:xfrm>
          <a:prstGeom prst="line">
            <a:avLst/>
          </a:prstGeom>
          <a:ln w="190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53" name="直線コネクタ 152">
            <a:extLst>
              <a:ext uri="{FF2B5EF4-FFF2-40B4-BE49-F238E27FC236}">
                <a16:creationId xmlns:a16="http://schemas.microsoft.com/office/drawing/2014/main" id="{29417263-329D-1265-428A-B75A62BEDB98}"/>
              </a:ext>
            </a:extLst>
          </p:cNvPr>
          <p:cNvCxnSpPr>
            <a:cxnSpLocks/>
          </p:cNvCxnSpPr>
          <p:nvPr/>
        </p:nvCxnSpPr>
        <p:spPr>
          <a:xfrm>
            <a:off x="3612435" y="1697238"/>
            <a:ext cx="198728" cy="80681"/>
          </a:xfrm>
          <a:prstGeom prst="line">
            <a:avLst/>
          </a:prstGeom>
          <a:ln w="190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54" name="直線コネクタ 153">
            <a:extLst>
              <a:ext uri="{FF2B5EF4-FFF2-40B4-BE49-F238E27FC236}">
                <a16:creationId xmlns:a16="http://schemas.microsoft.com/office/drawing/2014/main" id="{C24138DD-EA64-85C1-120B-B14E70087992}"/>
              </a:ext>
            </a:extLst>
          </p:cNvPr>
          <p:cNvCxnSpPr>
            <a:cxnSpLocks/>
          </p:cNvCxnSpPr>
          <p:nvPr/>
        </p:nvCxnSpPr>
        <p:spPr>
          <a:xfrm>
            <a:off x="3615469" y="1706256"/>
            <a:ext cx="195694" cy="146186"/>
          </a:xfrm>
          <a:prstGeom prst="line">
            <a:avLst/>
          </a:prstGeom>
          <a:ln w="190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55" name="直線コネクタ 154">
            <a:extLst>
              <a:ext uri="{FF2B5EF4-FFF2-40B4-BE49-F238E27FC236}">
                <a16:creationId xmlns:a16="http://schemas.microsoft.com/office/drawing/2014/main" id="{AD9D9D33-BF20-A29F-00C8-F096AA277087}"/>
              </a:ext>
            </a:extLst>
          </p:cNvPr>
          <p:cNvCxnSpPr>
            <a:cxnSpLocks/>
          </p:cNvCxnSpPr>
          <p:nvPr/>
        </p:nvCxnSpPr>
        <p:spPr>
          <a:xfrm flipV="1">
            <a:off x="3621767" y="1601297"/>
            <a:ext cx="189396" cy="95941"/>
          </a:xfrm>
          <a:prstGeom prst="line">
            <a:avLst/>
          </a:prstGeom>
          <a:ln w="190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56" name="直線コネクタ 155">
            <a:extLst>
              <a:ext uri="{FF2B5EF4-FFF2-40B4-BE49-F238E27FC236}">
                <a16:creationId xmlns:a16="http://schemas.microsoft.com/office/drawing/2014/main" id="{3DA8CDC6-57F1-177D-79FF-55645457A865}"/>
              </a:ext>
            </a:extLst>
          </p:cNvPr>
          <p:cNvCxnSpPr>
            <a:cxnSpLocks/>
          </p:cNvCxnSpPr>
          <p:nvPr/>
        </p:nvCxnSpPr>
        <p:spPr>
          <a:xfrm flipV="1">
            <a:off x="3615469" y="1510683"/>
            <a:ext cx="195694" cy="186321"/>
          </a:xfrm>
          <a:prstGeom prst="line">
            <a:avLst/>
          </a:prstGeom>
          <a:ln w="190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57" name="直線コネクタ 156">
            <a:extLst>
              <a:ext uri="{FF2B5EF4-FFF2-40B4-BE49-F238E27FC236}">
                <a16:creationId xmlns:a16="http://schemas.microsoft.com/office/drawing/2014/main" id="{6B2520C1-C550-B074-2278-6F79C2EB6F84}"/>
              </a:ext>
            </a:extLst>
          </p:cNvPr>
          <p:cNvCxnSpPr>
            <a:cxnSpLocks/>
          </p:cNvCxnSpPr>
          <p:nvPr/>
        </p:nvCxnSpPr>
        <p:spPr>
          <a:xfrm>
            <a:off x="3616178" y="2157133"/>
            <a:ext cx="195694" cy="0"/>
          </a:xfrm>
          <a:prstGeom prst="line">
            <a:avLst/>
          </a:prstGeom>
          <a:ln w="190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58" name="直線コネクタ 157">
            <a:extLst>
              <a:ext uri="{FF2B5EF4-FFF2-40B4-BE49-F238E27FC236}">
                <a16:creationId xmlns:a16="http://schemas.microsoft.com/office/drawing/2014/main" id="{FA937C8F-C130-E6B5-0523-408045743030}"/>
              </a:ext>
            </a:extLst>
          </p:cNvPr>
          <p:cNvCxnSpPr>
            <a:cxnSpLocks/>
          </p:cNvCxnSpPr>
          <p:nvPr/>
        </p:nvCxnSpPr>
        <p:spPr>
          <a:xfrm>
            <a:off x="3613144" y="2157133"/>
            <a:ext cx="198728" cy="80681"/>
          </a:xfrm>
          <a:prstGeom prst="line">
            <a:avLst/>
          </a:prstGeom>
          <a:ln w="190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59" name="直線コネクタ 158">
            <a:extLst>
              <a:ext uri="{FF2B5EF4-FFF2-40B4-BE49-F238E27FC236}">
                <a16:creationId xmlns:a16="http://schemas.microsoft.com/office/drawing/2014/main" id="{84B4B2C0-F0EA-8AAE-63B0-1F07E4EF56CE}"/>
              </a:ext>
            </a:extLst>
          </p:cNvPr>
          <p:cNvCxnSpPr>
            <a:cxnSpLocks/>
          </p:cNvCxnSpPr>
          <p:nvPr/>
        </p:nvCxnSpPr>
        <p:spPr>
          <a:xfrm>
            <a:off x="3616178" y="2166151"/>
            <a:ext cx="195694" cy="146186"/>
          </a:xfrm>
          <a:prstGeom prst="line">
            <a:avLst/>
          </a:prstGeom>
          <a:ln w="190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60" name="直線コネクタ 159">
            <a:extLst>
              <a:ext uri="{FF2B5EF4-FFF2-40B4-BE49-F238E27FC236}">
                <a16:creationId xmlns:a16="http://schemas.microsoft.com/office/drawing/2014/main" id="{19333165-A627-BFAF-00DD-5D7B3F88786E}"/>
              </a:ext>
            </a:extLst>
          </p:cNvPr>
          <p:cNvCxnSpPr>
            <a:cxnSpLocks/>
          </p:cNvCxnSpPr>
          <p:nvPr/>
        </p:nvCxnSpPr>
        <p:spPr>
          <a:xfrm flipV="1">
            <a:off x="3622476" y="2061192"/>
            <a:ext cx="189396" cy="95941"/>
          </a:xfrm>
          <a:prstGeom prst="line">
            <a:avLst/>
          </a:prstGeom>
          <a:ln w="190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61" name="直線コネクタ 160">
            <a:extLst>
              <a:ext uri="{FF2B5EF4-FFF2-40B4-BE49-F238E27FC236}">
                <a16:creationId xmlns:a16="http://schemas.microsoft.com/office/drawing/2014/main" id="{79B57AE9-A4FE-DE8A-D489-4FBA005AE607}"/>
              </a:ext>
            </a:extLst>
          </p:cNvPr>
          <p:cNvCxnSpPr>
            <a:cxnSpLocks/>
          </p:cNvCxnSpPr>
          <p:nvPr/>
        </p:nvCxnSpPr>
        <p:spPr>
          <a:xfrm flipV="1">
            <a:off x="3616178" y="1970578"/>
            <a:ext cx="195694" cy="186321"/>
          </a:xfrm>
          <a:prstGeom prst="line">
            <a:avLst/>
          </a:prstGeom>
          <a:ln w="190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62" name="直線コネクタ 161">
            <a:extLst>
              <a:ext uri="{FF2B5EF4-FFF2-40B4-BE49-F238E27FC236}">
                <a16:creationId xmlns:a16="http://schemas.microsoft.com/office/drawing/2014/main" id="{0FB7A730-F786-BBF2-A66B-C5B0E988E6FB}"/>
              </a:ext>
            </a:extLst>
          </p:cNvPr>
          <p:cNvCxnSpPr>
            <a:cxnSpLocks/>
          </p:cNvCxnSpPr>
          <p:nvPr/>
        </p:nvCxnSpPr>
        <p:spPr>
          <a:xfrm>
            <a:off x="3615469" y="3076479"/>
            <a:ext cx="195694" cy="0"/>
          </a:xfrm>
          <a:prstGeom prst="line">
            <a:avLst/>
          </a:prstGeom>
          <a:ln w="190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63" name="直線コネクタ 162">
            <a:extLst>
              <a:ext uri="{FF2B5EF4-FFF2-40B4-BE49-F238E27FC236}">
                <a16:creationId xmlns:a16="http://schemas.microsoft.com/office/drawing/2014/main" id="{8847B438-5705-845C-1B28-AA362AD50D1B}"/>
              </a:ext>
            </a:extLst>
          </p:cNvPr>
          <p:cNvCxnSpPr>
            <a:cxnSpLocks/>
          </p:cNvCxnSpPr>
          <p:nvPr/>
        </p:nvCxnSpPr>
        <p:spPr>
          <a:xfrm>
            <a:off x="3612435" y="3076479"/>
            <a:ext cx="198728" cy="80681"/>
          </a:xfrm>
          <a:prstGeom prst="line">
            <a:avLst/>
          </a:prstGeom>
          <a:ln w="190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64" name="直線コネクタ 163">
            <a:extLst>
              <a:ext uri="{FF2B5EF4-FFF2-40B4-BE49-F238E27FC236}">
                <a16:creationId xmlns:a16="http://schemas.microsoft.com/office/drawing/2014/main" id="{33868127-0166-1E31-9B8B-43106C661C68}"/>
              </a:ext>
            </a:extLst>
          </p:cNvPr>
          <p:cNvCxnSpPr>
            <a:cxnSpLocks/>
          </p:cNvCxnSpPr>
          <p:nvPr/>
        </p:nvCxnSpPr>
        <p:spPr>
          <a:xfrm>
            <a:off x="3615469" y="3085497"/>
            <a:ext cx="195694" cy="146186"/>
          </a:xfrm>
          <a:prstGeom prst="line">
            <a:avLst/>
          </a:prstGeom>
          <a:ln w="190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65" name="直線コネクタ 164">
            <a:extLst>
              <a:ext uri="{FF2B5EF4-FFF2-40B4-BE49-F238E27FC236}">
                <a16:creationId xmlns:a16="http://schemas.microsoft.com/office/drawing/2014/main" id="{251A2930-C992-DE51-A22C-C6EBC666EFE3}"/>
              </a:ext>
            </a:extLst>
          </p:cNvPr>
          <p:cNvCxnSpPr>
            <a:cxnSpLocks/>
          </p:cNvCxnSpPr>
          <p:nvPr/>
        </p:nvCxnSpPr>
        <p:spPr>
          <a:xfrm flipV="1">
            <a:off x="3621767" y="2980538"/>
            <a:ext cx="189396" cy="95941"/>
          </a:xfrm>
          <a:prstGeom prst="line">
            <a:avLst/>
          </a:prstGeom>
          <a:ln w="190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66" name="直線コネクタ 165">
            <a:extLst>
              <a:ext uri="{FF2B5EF4-FFF2-40B4-BE49-F238E27FC236}">
                <a16:creationId xmlns:a16="http://schemas.microsoft.com/office/drawing/2014/main" id="{7C83256A-E3BA-B70D-3B3D-BEF31017EEA2}"/>
              </a:ext>
            </a:extLst>
          </p:cNvPr>
          <p:cNvCxnSpPr>
            <a:cxnSpLocks/>
          </p:cNvCxnSpPr>
          <p:nvPr/>
        </p:nvCxnSpPr>
        <p:spPr>
          <a:xfrm flipV="1">
            <a:off x="3615469" y="2889924"/>
            <a:ext cx="195694" cy="186321"/>
          </a:xfrm>
          <a:prstGeom prst="line">
            <a:avLst/>
          </a:prstGeom>
          <a:ln w="190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67" name="直線コネクタ 166">
            <a:extLst>
              <a:ext uri="{FF2B5EF4-FFF2-40B4-BE49-F238E27FC236}">
                <a16:creationId xmlns:a16="http://schemas.microsoft.com/office/drawing/2014/main" id="{AFF20636-6E02-FF1B-7A54-37B542359843}"/>
              </a:ext>
            </a:extLst>
          </p:cNvPr>
          <p:cNvCxnSpPr>
            <a:cxnSpLocks/>
          </p:cNvCxnSpPr>
          <p:nvPr/>
        </p:nvCxnSpPr>
        <p:spPr>
          <a:xfrm>
            <a:off x="3615469" y="3522140"/>
            <a:ext cx="195694" cy="0"/>
          </a:xfrm>
          <a:prstGeom prst="line">
            <a:avLst/>
          </a:prstGeom>
          <a:ln w="190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68" name="直線コネクタ 167">
            <a:extLst>
              <a:ext uri="{FF2B5EF4-FFF2-40B4-BE49-F238E27FC236}">
                <a16:creationId xmlns:a16="http://schemas.microsoft.com/office/drawing/2014/main" id="{5BEBE148-7F86-77E3-4F9E-755A984F76D9}"/>
              </a:ext>
            </a:extLst>
          </p:cNvPr>
          <p:cNvCxnSpPr>
            <a:cxnSpLocks/>
          </p:cNvCxnSpPr>
          <p:nvPr/>
        </p:nvCxnSpPr>
        <p:spPr>
          <a:xfrm>
            <a:off x="3612435" y="3522140"/>
            <a:ext cx="198728" cy="80681"/>
          </a:xfrm>
          <a:prstGeom prst="line">
            <a:avLst/>
          </a:prstGeom>
          <a:ln w="190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69" name="直線コネクタ 168">
            <a:extLst>
              <a:ext uri="{FF2B5EF4-FFF2-40B4-BE49-F238E27FC236}">
                <a16:creationId xmlns:a16="http://schemas.microsoft.com/office/drawing/2014/main" id="{F5ECE237-5402-E360-3083-4841A4EA5493}"/>
              </a:ext>
            </a:extLst>
          </p:cNvPr>
          <p:cNvCxnSpPr>
            <a:cxnSpLocks/>
          </p:cNvCxnSpPr>
          <p:nvPr/>
        </p:nvCxnSpPr>
        <p:spPr>
          <a:xfrm>
            <a:off x="3615469" y="3531158"/>
            <a:ext cx="195694" cy="146186"/>
          </a:xfrm>
          <a:prstGeom prst="line">
            <a:avLst/>
          </a:prstGeom>
          <a:ln w="190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70" name="直線コネクタ 169">
            <a:extLst>
              <a:ext uri="{FF2B5EF4-FFF2-40B4-BE49-F238E27FC236}">
                <a16:creationId xmlns:a16="http://schemas.microsoft.com/office/drawing/2014/main" id="{06F219DF-9D25-116B-57C6-09F44B15E285}"/>
              </a:ext>
            </a:extLst>
          </p:cNvPr>
          <p:cNvCxnSpPr>
            <a:cxnSpLocks/>
          </p:cNvCxnSpPr>
          <p:nvPr/>
        </p:nvCxnSpPr>
        <p:spPr>
          <a:xfrm flipV="1">
            <a:off x="3621767" y="3426199"/>
            <a:ext cx="189396" cy="95941"/>
          </a:xfrm>
          <a:prstGeom prst="line">
            <a:avLst/>
          </a:prstGeom>
          <a:ln w="190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71" name="直線コネクタ 170">
            <a:extLst>
              <a:ext uri="{FF2B5EF4-FFF2-40B4-BE49-F238E27FC236}">
                <a16:creationId xmlns:a16="http://schemas.microsoft.com/office/drawing/2014/main" id="{10D5F9A6-1F91-1FC4-7157-AA341950B854}"/>
              </a:ext>
            </a:extLst>
          </p:cNvPr>
          <p:cNvCxnSpPr>
            <a:cxnSpLocks/>
          </p:cNvCxnSpPr>
          <p:nvPr/>
        </p:nvCxnSpPr>
        <p:spPr>
          <a:xfrm flipV="1">
            <a:off x="3615469" y="3335585"/>
            <a:ext cx="195694" cy="186321"/>
          </a:xfrm>
          <a:prstGeom prst="line">
            <a:avLst/>
          </a:prstGeom>
          <a:ln w="190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83" name="直線コネクタ 182">
            <a:extLst>
              <a:ext uri="{FF2B5EF4-FFF2-40B4-BE49-F238E27FC236}">
                <a16:creationId xmlns:a16="http://schemas.microsoft.com/office/drawing/2014/main" id="{2C57F134-8ED9-773A-2EA7-1F1DAF8F4400}"/>
              </a:ext>
            </a:extLst>
          </p:cNvPr>
          <p:cNvCxnSpPr>
            <a:cxnSpLocks/>
          </p:cNvCxnSpPr>
          <p:nvPr/>
        </p:nvCxnSpPr>
        <p:spPr>
          <a:xfrm rot="10800000">
            <a:off x="5131494" y="2593385"/>
            <a:ext cx="195694" cy="0"/>
          </a:xfrm>
          <a:prstGeom prst="line">
            <a:avLst/>
          </a:prstGeom>
          <a:ln w="190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84" name="直線コネクタ 183">
            <a:extLst>
              <a:ext uri="{FF2B5EF4-FFF2-40B4-BE49-F238E27FC236}">
                <a16:creationId xmlns:a16="http://schemas.microsoft.com/office/drawing/2014/main" id="{17BB6BAF-C6BA-208E-CF2F-03586EC3B649}"/>
              </a:ext>
            </a:extLst>
          </p:cNvPr>
          <p:cNvCxnSpPr>
            <a:cxnSpLocks/>
          </p:cNvCxnSpPr>
          <p:nvPr/>
        </p:nvCxnSpPr>
        <p:spPr>
          <a:xfrm rot="10800000">
            <a:off x="5131494" y="2512704"/>
            <a:ext cx="198728" cy="80681"/>
          </a:xfrm>
          <a:prstGeom prst="line">
            <a:avLst/>
          </a:prstGeom>
          <a:ln w="190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85" name="直線コネクタ 184">
            <a:extLst>
              <a:ext uri="{FF2B5EF4-FFF2-40B4-BE49-F238E27FC236}">
                <a16:creationId xmlns:a16="http://schemas.microsoft.com/office/drawing/2014/main" id="{766D2342-A8F0-E628-FD07-E9B7F890B728}"/>
              </a:ext>
            </a:extLst>
          </p:cNvPr>
          <p:cNvCxnSpPr>
            <a:cxnSpLocks/>
          </p:cNvCxnSpPr>
          <p:nvPr/>
        </p:nvCxnSpPr>
        <p:spPr>
          <a:xfrm rot="10800000">
            <a:off x="5131494" y="2438181"/>
            <a:ext cx="195694" cy="146186"/>
          </a:xfrm>
          <a:prstGeom prst="line">
            <a:avLst/>
          </a:prstGeom>
          <a:ln w="190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86" name="直線コネクタ 185">
            <a:extLst>
              <a:ext uri="{FF2B5EF4-FFF2-40B4-BE49-F238E27FC236}">
                <a16:creationId xmlns:a16="http://schemas.microsoft.com/office/drawing/2014/main" id="{0ED83314-9166-B602-8669-CF1CA6EE51DD}"/>
              </a:ext>
            </a:extLst>
          </p:cNvPr>
          <p:cNvCxnSpPr>
            <a:cxnSpLocks/>
          </p:cNvCxnSpPr>
          <p:nvPr/>
        </p:nvCxnSpPr>
        <p:spPr>
          <a:xfrm rot="10800000" flipV="1">
            <a:off x="5131494" y="2593385"/>
            <a:ext cx="189396" cy="95941"/>
          </a:xfrm>
          <a:prstGeom prst="line">
            <a:avLst/>
          </a:prstGeom>
          <a:ln w="190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87" name="直線コネクタ 186">
            <a:extLst>
              <a:ext uri="{FF2B5EF4-FFF2-40B4-BE49-F238E27FC236}">
                <a16:creationId xmlns:a16="http://schemas.microsoft.com/office/drawing/2014/main" id="{DE3A34EE-0D4B-86A6-F7E4-98E782FEA4AD}"/>
              </a:ext>
            </a:extLst>
          </p:cNvPr>
          <p:cNvCxnSpPr>
            <a:cxnSpLocks/>
          </p:cNvCxnSpPr>
          <p:nvPr/>
        </p:nvCxnSpPr>
        <p:spPr>
          <a:xfrm rot="10800000" flipV="1">
            <a:off x="5131494" y="2593619"/>
            <a:ext cx="195694" cy="186321"/>
          </a:xfrm>
          <a:prstGeom prst="line">
            <a:avLst/>
          </a:prstGeom>
          <a:ln w="190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88" name="直線コネクタ 187">
            <a:extLst>
              <a:ext uri="{FF2B5EF4-FFF2-40B4-BE49-F238E27FC236}">
                <a16:creationId xmlns:a16="http://schemas.microsoft.com/office/drawing/2014/main" id="{29C5AFB2-E473-8476-8131-43DB40DAB2C6}"/>
              </a:ext>
            </a:extLst>
          </p:cNvPr>
          <p:cNvCxnSpPr>
            <a:cxnSpLocks/>
          </p:cNvCxnSpPr>
          <p:nvPr/>
        </p:nvCxnSpPr>
        <p:spPr>
          <a:xfrm rot="10800000">
            <a:off x="5114583" y="4791372"/>
            <a:ext cx="195694" cy="0"/>
          </a:xfrm>
          <a:prstGeom prst="line">
            <a:avLst/>
          </a:prstGeom>
          <a:ln w="190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89" name="直線コネクタ 188">
            <a:extLst>
              <a:ext uri="{FF2B5EF4-FFF2-40B4-BE49-F238E27FC236}">
                <a16:creationId xmlns:a16="http://schemas.microsoft.com/office/drawing/2014/main" id="{80A812C7-D017-FED1-6C8F-296128D6AFD9}"/>
              </a:ext>
            </a:extLst>
          </p:cNvPr>
          <p:cNvCxnSpPr>
            <a:cxnSpLocks/>
          </p:cNvCxnSpPr>
          <p:nvPr/>
        </p:nvCxnSpPr>
        <p:spPr>
          <a:xfrm rot="10800000">
            <a:off x="5114583" y="4710691"/>
            <a:ext cx="198728" cy="80681"/>
          </a:xfrm>
          <a:prstGeom prst="line">
            <a:avLst/>
          </a:prstGeom>
          <a:ln w="190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90" name="直線コネクタ 189">
            <a:extLst>
              <a:ext uri="{FF2B5EF4-FFF2-40B4-BE49-F238E27FC236}">
                <a16:creationId xmlns:a16="http://schemas.microsoft.com/office/drawing/2014/main" id="{76AC03E9-7BDC-8510-8B0D-7E8F9AA1033E}"/>
              </a:ext>
            </a:extLst>
          </p:cNvPr>
          <p:cNvCxnSpPr>
            <a:cxnSpLocks/>
          </p:cNvCxnSpPr>
          <p:nvPr/>
        </p:nvCxnSpPr>
        <p:spPr>
          <a:xfrm rot="10800000">
            <a:off x="5114583" y="4636168"/>
            <a:ext cx="195694" cy="146186"/>
          </a:xfrm>
          <a:prstGeom prst="line">
            <a:avLst/>
          </a:prstGeom>
          <a:ln w="190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91" name="直線コネクタ 190">
            <a:extLst>
              <a:ext uri="{FF2B5EF4-FFF2-40B4-BE49-F238E27FC236}">
                <a16:creationId xmlns:a16="http://schemas.microsoft.com/office/drawing/2014/main" id="{1C049C3E-78B4-8545-47C2-D62ADAB35ED4}"/>
              </a:ext>
            </a:extLst>
          </p:cNvPr>
          <p:cNvCxnSpPr>
            <a:cxnSpLocks/>
          </p:cNvCxnSpPr>
          <p:nvPr/>
        </p:nvCxnSpPr>
        <p:spPr>
          <a:xfrm rot="10800000">
            <a:off x="5122741" y="550846"/>
            <a:ext cx="195694" cy="0"/>
          </a:xfrm>
          <a:prstGeom prst="line">
            <a:avLst/>
          </a:prstGeom>
          <a:ln w="190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92" name="直線コネクタ 191">
            <a:extLst>
              <a:ext uri="{FF2B5EF4-FFF2-40B4-BE49-F238E27FC236}">
                <a16:creationId xmlns:a16="http://schemas.microsoft.com/office/drawing/2014/main" id="{7E450159-66A4-257C-DD3E-980829437D8D}"/>
              </a:ext>
            </a:extLst>
          </p:cNvPr>
          <p:cNvCxnSpPr>
            <a:cxnSpLocks/>
          </p:cNvCxnSpPr>
          <p:nvPr/>
        </p:nvCxnSpPr>
        <p:spPr>
          <a:xfrm rot="10800000" flipV="1">
            <a:off x="5122741" y="550846"/>
            <a:ext cx="189396" cy="95941"/>
          </a:xfrm>
          <a:prstGeom prst="line">
            <a:avLst/>
          </a:prstGeom>
          <a:ln w="190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93" name="直線コネクタ 192">
            <a:extLst>
              <a:ext uri="{FF2B5EF4-FFF2-40B4-BE49-F238E27FC236}">
                <a16:creationId xmlns:a16="http://schemas.microsoft.com/office/drawing/2014/main" id="{0636120C-4756-B803-A7EA-8CA848FC98DC}"/>
              </a:ext>
            </a:extLst>
          </p:cNvPr>
          <p:cNvCxnSpPr>
            <a:cxnSpLocks/>
          </p:cNvCxnSpPr>
          <p:nvPr/>
        </p:nvCxnSpPr>
        <p:spPr>
          <a:xfrm rot="10800000" flipV="1">
            <a:off x="5122741" y="551080"/>
            <a:ext cx="195694" cy="186321"/>
          </a:xfrm>
          <a:prstGeom prst="line">
            <a:avLst/>
          </a:prstGeom>
          <a:ln w="190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95" name="円/楕円 194">
            <a:extLst>
              <a:ext uri="{FF2B5EF4-FFF2-40B4-BE49-F238E27FC236}">
                <a16:creationId xmlns:a16="http://schemas.microsoft.com/office/drawing/2014/main" id="{F052E9E7-B4E5-00FB-175E-1F60EEA4E1C1}"/>
              </a:ext>
            </a:extLst>
          </p:cNvPr>
          <p:cNvSpPr/>
          <p:nvPr/>
        </p:nvSpPr>
        <p:spPr>
          <a:xfrm>
            <a:off x="6826221" y="1532935"/>
            <a:ext cx="360000" cy="360000"/>
          </a:xfrm>
          <a:prstGeom prst="ellipse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96" name="円/楕円 195">
            <a:extLst>
              <a:ext uri="{FF2B5EF4-FFF2-40B4-BE49-F238E27FC236}">
                <a16:creationId xmlns:a16="http://schemas.microsoft.com/office/drawing/2014/main" id="{7A1D11C2-2341-D604-A053-3B42C915648D}"/>
              </a:ext>
            </a:extLst>
          </p:cNvPr>
          <p:cNvSpPr/>
          <p:nvPr/>
        </p:nvSpPr>
        <p:spPr>
          <a:xfrm>
            <a:off x="6826221" y="1983549"/>
            <a:ext cx="360000" cy="360000"/>
          </a:xfrm>
          <a:prstGeom prst="ellipse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97" name="円/楕円 196">
            <a:extLst>
              <a:ext uri="{FF2B5EF4-FFF2-40B4-BE49-F238E27FC236}">
                <a16:creationId xmlns:a16="http://schemas.microsoft.com/office/drawing/2014/main" id="{7CCF30B9-D1BE-3D95-E117-8E43608096BD}"/>
              </a:ext>
            </a:extLst>
          </p:cNvPr>
          <p:cNvSpPr/>
          <p:nvPr/>
        </p:nvSpPr>
        <p:spPr>
          <a:xfrm>
            <a:off x="6826221" y="2884777"/>
            <a:ext cx="360000" cy="360000"/>
          </a:xfrm>
          <a:prstGeom prst="ellipse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199" name="直線コネクタ 198">
            <a:extLst>
              <a:ext uri="{FF2B5EF4-FFF2-40B4-BE49-F238E27FC236}">
                <a16:creationId xmlns:a16="http://schemas.microsoft.com/office/drawing/2014/main" id="{D78EB898-8CE3-3BDE-9936-67BCB472B59A}"/>
              </a:ext>
            </a:extLst>
          </p:cNvPr>
          <p:cNvCxnSpPr>
            <a:cxnSpLocks/>
          </p:cNvCxnSpPr>
          <p:nvPr/>
        </p:nvCxnSpPr>
        <p:spPr>
          <a:xfrm flipV="1">
            <a:off x="5700039" y="2163549"/>
            <a:ext cx="1126182" cy="411966"/>
          </a:xfrm>
          <a:prstGeom prst="line">
            <a:avLst/>
          </a:prstGeom>
          <a:ln w="190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00" name="直線コネクタ 199">
            <a:extLst>
              <a:ext uri="{FF2B5EF4-FFF2-40B4-BE49-F238E27FC236}">
                <a16:creationId xmlns:a16="http://schemas.microsoft.com/office/drawing/2014/main" id="{D8CFC9A8-D144-22D9-FAC2-86BD7333CAD4}"/>
              </a:ext>
            </a:extLst>
          </p:cNvPr>
          <p:cNvCxnSpPr>
            <a:cxnSpLocks/>
            <a:endCxn id="197" idx="2"/>
          </p:cNvCxnSpPr>
          <p:nvPr/>
        </p:nvCxnSpPr>
        <p:spPr>
          <a:xfrm>
            <a:off x="5700039" y="2575515"/>
            <a:ext cx="1126182" cy="489262"/>
          </a:xfrm>
          <a:prstGeom prst="line">
            <a:avLst/>
          </a:prstGeom>
          <a:ln w="190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01" name="テキスト ボックス 200">
            <a:extLst>
              <a:ext uri="{FF2B5EF4-FFF2-40B4-BE49-F238E27FC236}">
                <a16:creationId xmlns:a16="http://schemas.microsoft.com/office/drawing/2014/main" id="{F509F752-2796-1464-4CA5-FEDFB6A990FB}"/>
              </a:ext>
            </a:extLst>
          </p:cNvPr>
          <p:cNvSpPr txBox="1"/>
          <p:nvPr/>
        </p:nvSpPr>
        <p:spPr>
          <a:xfrm rot="5400000">
            <a:off x="6784474" y="2417964"/>
            <a:ext cx="4154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dirty="0"/>
              <a:t>…</a:t>
            </a:r>
            <a:endParaRPr kumimoji="1" lang="ja-JP" altLang="en-US"/>
          </a:p>
        </p:txBody>
      </p:sp>
      <p:cxnSp>
        <p:nvCxnSpPr>
          <p:cNvPr id="204" name="直線コネクタ 203">
            <a:extLst>
              <a:ext uri="{FF2B5EF4-FFF2-40B4-BE49-F238E27FC236}">
                <a16:creationId xmlns:a16="http://schemas.microsoft.com/office/drawing/2014/main" id="{889038AA-2C85-6C05-D9FB-749639C09EB8}"/>
              </a:ext>
            </a:extLst>
          </p:cNvPr>
          <p:cNvCxnSpPr>
            <a:cxnSpLocks/>
            <a:endCxn id="195" idx="2"/>
          </p:cNvCxnSpPr>
          <p:nvPr/>
        </p:nvCxnSpPr>
        <p:spPr>
          <a:xfrm flipV="1">
            <a:off x="5700039" y="1712935"/>
            <a:ext cx="1126182" cy="874591"/>
          </a:xfrm>
          <a:prstGeom prst="line">
            <a:avLst/>
          </a:prstGeom>
          <a:ln w="190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05" name="直線コネクタ 204">
            <a:extLst>
              <a:ext uri="{FF2B5EF4-FFF2-40B4-BE49-F238E27FC236}">
                <a16:creationId xmlns:a16="http://schemas.microsoft.com/office/drawing/2014/main" id="{9C285F1C-F6C4-9929-C8A4-DB55E30A1EC2}"/>
              </a:ext>
            </a:extLst>
          </p:cNvPr>
          <p:cNvCxnSpPr>
            <a:cxnSpLocks/>
            <a:endCxn id="70" idx="2"/>
          </p:cNvCxnSpPr>
          <p:nvPr/>
        </p:nvCxnSpPr>
        <p:spPr>
          <a:xfrm>
            <a:off x="5700039" y="2584784"/>
            <a:ext cx="1152029" cy="1433520"/>
          </a:xfrm>
          <a:prstGeom prst="line">
            <a:avLst/>
          </a:prstGeom>
          <a:ln w="190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06" name="直線コネクタ 205">
            <a:extLst>
              <a:ext uri="{FF2B5EF4-FFF2-40B4-BE49-F238E27FC236}">
                <a16:creationId xmlns:a16="http://schemas.microsoft.com/office/drawing/2014/main" id="{D16F5BC3-72B6-8EBB-EE2F-1433A85B0922}"/>
              </a:ext>
            </a:extLst>
          </p:cNvPr>
          <p:cNvCxnSpPr>
            <a:cxnSpLocks/>
          </p:cNvCxnSpPr>
          <p:nvPr/>
        </p:nvCxnSpPr>
        <p:spPr>
          <a:xfrm>
            <a:off x="7186622" y="1688403"/>
            <a:ext cx="195694" cy="0"/>
          </a:xfrm>
          <a:prstGeom prst="line">
            <a:avLst/>
          </a:prstGeom>
          <a:ln w="190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07" name="直線コネクタ 206">
            <a:extLst>
              <a:ext uri="{FF2B5EF4-FFF2-40B4-BE49-F238E27FC236}">
                <a16:creationId xmlns:a16="http://schemas.microsoft.com/office/drawing/2014/main" id="{420A89B7-B74B-0289-7799-34EBF3043BEE}"/>
              </a:ext>
            </a:extLst>
          </p:cNvPr>
          <p:cNvCxnSpPr>
            <a:cxnSpLocks/>
          </p:cNvCxnSpPr>
          <p:nvPr/>
        </p:nvCxnSpPr>
        <p:spPr>
          <a:xfrm>
            <a:off x="7183588" y="1688403"/>
            <a:ext cx="198728" cy="80681"/>
          </a:xfrm>
          <a:prstGeom prst="line">
            <a:avLst/>
          </a:prstGeom>
          <a:ln w="190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08" name="直線コネクタ 207">
            <a:extLst>
              <a:ext uri="{FF2B5EF4-FFF2-40B4-BE49-F238E27FC236}">
                <a16:creationId xmlns:a16="http://schemas.microsoft.com/office/drawing/2014/main" id="{A3E8553D-F1D0-8026-4EF2-B0522C92B4CE}"/>
              </a:ext>
            </a:extLst>
          </p:cNvPr>
          <p:cNvCxnSpPr>
            <a:cxnSpLocks/>
          </p:cNvCxnSpPr>
          <p:nvPr/>
        </p:nvCxnSpPr>
        <p:spPr>
          <a:xfrm>
            <a:off x="7186622" y="1697421"/>
            <a:ext cx="195694" cy="146186"/>
          </a:xfrm>
          <a:prstGeom prst="line">
            <a:avLst/>
          </a:prstGeom>
          <a:ln w="190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09" name="直線コネクタ 208">
            <a:extLst>
              <a:ext uri="{FF2B5EF4-FFF2-40B4-BE49-F238E27FC236}">
                <a16:creationId xmlns:a16="http://schemas.microsoft.com/office/drawing/2014/main" id="{BC9A9B8F-8E09-112D-1119-A39307558121}"/>
              </a:ext>
            </a:extLst>
          </p:cNvPr>
          <p:cNvCxnSpPr>
            <a:cxnSpLocks/>
          </p:cNvCxnSpPr>
          <p:nvPr/>
        </p:nvCxnSpPr>
        <p:spPr>
          <a:xfrm flipV="1">
            <a:off x="7192920" y="1592462"/>
            <a:ext cx="189396" cy="95941"/>
          </a:xfrm>
          <a:prstGeom prst="line">
            <a:avLst/>
          </a:prstGeom>
          <a:ln w="190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10" name="直線コネクタ 209">
            <a:extLst>
              <a:ext uri="{FF2B5EF4-FFF2-40B4-BE49-F238E27FC236}">
                <a16:creationId xmlns:a16="http://schemas.microsoft.com/office/drawing/2014/main" id="{2BDD2C92-61FB-5E7A-E5CD-A81CFCECB621}"/>
              </a:ext>
            </a:extLst>
          </p:cNvPr>
          <p:cNvCxnSpPr>
            <a:cxnSpLocks/>
          </p:cNvCxnSpPr>
          <p:nvPr/>
        </p:nvCxnSpPr>
        <p:spPr>
          <a:xfrm flipV="1">
            <a:off x="7186622" y="1501848"/>
            <a:ext cx="195694" cy="186321"/>
          </a:xfrm>
          <a:prstGeom prst="line">
            <a:avLst/>
          </a:prstGeom>
          <a:ln w="190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11" name="直線コネクタ 210">
            <a:extLst>
              <a:ext uri="{FF2B5EF4-FFF2-40B4-BE49-F238E27FC236}">
                <a16:creationId xmlns:a16="http://schemas.microsoft.com/office/drawing/2014/main" id="{FA6FDE02-6040-72FD-A3E1-C31144C8E80E}"/>
              </a:ext>
            </a:extLst>
          </p:cNvPr>
          <p:cNvCxnSpPr>
            <a:cxnSpLocks/>
          </p:cNvCxnSpPr>
          <p:nvPr/>
        </p:nvCxnSpPr>
        <p:spPr>
          <a:xfrm>
            <a:off x="7187331" y="2148298"/>
            <a:ext cx="195694" cy="0"/>
          </a:xfrm>
          <a:prstGeom prst="line">
            <a:avLst/>
          </a:prstGeom>
          <a:ln w="190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12" name="直線コネクタ 211">
            <a:extLst>
              <a:ext uri="{FF2B5EF4-FFF2-40B4-BE49-F238E27FC236}">
                <a16:creationId xmlns:a16="http://schemas.microsoft.com/office/drawing/2014/main" id="{4ED30E38-4C9F-D114-622A-30CD7176543C}"/>
              </a:ext>
            </a:extLst>
          </p:cNvPr>
          <p:cNvCxnSpPr>
            <a:cxnSpLocks/>
          </p:cNvCxnSpPr>
          <p:nvPr/>
        </p:nvCxnSpPr>
        <p:spPr>
          <a:xfrm>
            <a:off x="7184297" y="2148298"/>
            <a:ext cx="198728" cy="80681"/>
          </a:xfrm>
          <a:prstGeom prst="line">
            <a:avLst/>
          </a:prstGeom>
          <a:ln w="190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13" name="直線コネクタ 212">
            <a:extLst>
              <a:ext uri="{FF2B5EF4-FFF2-40B4-BE49-F238E27FC236}">
                <a16:creationId xmlns:a16="http://schemas.microsoft.com/office/drawing/2014/main" id="{9E84047B-191C-9BA9-E92C-7CC65691421A}"/>
              </a:ext>
            </a:extLst>
          </p:cNvPr>
          <p:cNvCxnSpPr>
            <a:cxnSpLocks/>
          </p:cNvCxnSpPr>
          <p:nvPr/>
        </p:nvCxnSpPr>
        <p:spPr>
          <a:xfrm>
            <a:off x="7187331" y="2157316"/>
            <a:ext cx="195694" cy="146186"/>
          </a:xfrm>
          <a:prstGeom prst="line">
            <a:avLst/>
          </a:prstGeom>
          <a:ln w="190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14" name="直線コネクタ 213">
            <a:extLst>
              <a:ext uri="{FF2B5EF4-FFF2-40B4-BE49-F238E27FC236}">
                <a16:creationId xmlns:a16="http://schemas.microsoft.com/office/drawing/2014/main" id="{492D033A-0B8A-AA26-D45C-B7BFDBFA205B}"/>
              </a:ext>
            </a:extLst>
          </p:cNvPr>
          <p:cNvCxnSpPr>
            <a:cxnSpLocks/>
          </p:cNvCxnSpPr>
          <p:nvPr/>
        </p:nvCxnSpPr>
        <p:spPr>
          <a:xfrm flipV="1">
            <a:off x="7193629" y="2052357"/>
            <a:ext cx="189396" cy="95941"/>
          </a:xfrm>
          <a:prstGeom prst="line">
            <a:avLst/>
          </a:prstGeom>
          <a:ln w="190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15" name="直線コネクタ 214">
            <a:extLst>
              <a:ext uri="{FF2B5EF4-FFF2-40B4-BE49-F238E27FC236}">
                <a16:creationId xmlns:a16="http://schemas.microsoft.com/office/drawing/2014/main" id="{03994D8F-4ADB-366A-B8B5-ECB0915D037D}"/>
              </a:ext>
            </a:extLst>
          </p:cNvPr>
          <p:cNvCxnSpPr>
            <a:cxnSpLocks/>
          </p:cNvCxnSpPr>
          <p:nvPr/>
        </p:nvCxnSpPr>
        <p:spPr>
          <a:xfrm flipV="1">
            <a:off x="7187331" y="1961743"/>
            <a:ext cx="195694" cy="186321"/>
          </a:xfrm>
          <a:prstGeom prst="line">
            <a:avLst/>
          </a:prstGeom>
          <a:ln w="190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16" name="直線コネクタ 215">
            <a:extLst>
              <a:ext uri="{FF2B5EF4-FFF2-40B4-BE49-F238E27FC236}">
                <a16:creationId xmlns:a16="http://schemas.microsoft.com/office/drawing/2014/main" id="{ACE3F082-25DE-2618-94BE-7BB1883B4133}"/>
              </a:ext>
            </a:extLst>
          </p:cNvPr>
          <p:cNvCxnSpPr>
            <a:cxnSpLocks/>
          </p:cNvCxnSpPr>
          <p:nvPr/>
        </p:nvCxnSpPr>
        <p:spPr>
          <a:xfrm>
            <a:off x="7186622" y="3067644"/>
            <a:ext cx="195694" cy="0"/>
          </a:xfrm>
          <a:prstGeom prst="line">
            <a:avLst/>
          </a:prstGeom>
          <a:ln w="190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17" name="直線コネクタ 216">
            <a:extLst>
              <a:ext uri="{FF2B5EF4-FFF2-40B4-BE49-F238E27FC236}">
                <a16:creationId xmlns:a16="http://schemas.microsoft.com/office/drawing/2014/main" id="{3ED3EB01-3FB2-D826-4F10-D238CBAD42A9}"/>
              </a:ext>
            </a:extLst>
          </p:cNvPr>
          <p:cNvCxnSpPr>
            <a:cxnSpLocks/>
          </p:cNvCxnSpPr>
          <p:nvPr/>
        </p:nvCxnSpPr>
        <p:spPr>
          <a:xfrm>
            <a:off x="7183588" y="3067644"/>
            <a:ext cx="198728" cy="80681"/>
          </a:xfrm>
          <a:prstGeom prst="line">
            <a:avLst/>
          </a:prstGeom>
          <a:ln w="190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18" name="直線コネクタ 217">
            <a:extLst>
              <a:ext uri="{FF2B5EF4-FFF2-40B4-BE49-F238E27FC236}">
                <a16:creationId xmlns:a16="http://schemas.microsoft.com/office/drawing/2014/main" id="{873EF49B-94FE-E38E-2DDC-70624FDF92DC}"/>
              </a:ext>
            </a:extLst>
          </p:cNvPr>
          <p:cNvCxnSpPr>
            <a:cxnSpLocks/>
          </p:cNvCxnSpPr>
          <p:nvPr/>
        </p:nvCxnSpPr>
        <p:spPr>
          <a:xfrm>
            <a:off x="7186622" y="3076662"/>
            <a:ext cx="195694" cy="146186"/>
          </a:xfrm>
          <a:prstGeom prst="line">
            <a:avLst/>
          </a:prstGeom>
          <a:ln w="190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19" name="直線コネクタ 218">
            <a:extLst>
              <a:ext uri="{FF2B5EF4-FFF2-40B4-BE49-F238E27FC236}">
                <a16:creationId xmlns:a16="http://schemas.microsoft.com/office/drawing/2014/main" id="{AD1FFD7B-069B-0A65-C6D4-B3E5B22BE4FB}"/>
              </a:ext>
            </a:extLst>
          </p:cNvPr>
          <p:cNvCxnSpPr>
            <a:cxnSpLocks/>
          </p:cNvCxnSpPr>
          <p:nvPr/>
        </p:nvCxnSpPr>
        <p:spPr>
          <a:xfrm flipV="1">
            <a:off x="7192920" y="2971703"/>
            <a:ext cx="189396" cy="95941"/>
          </a:xfrm>
          <a:prstGeom prst="line">
            <a:avLst/>
          </a:prstGeom>
          <a:ln w="190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20" name="直線コネクタ 219">
            <a:extLst>
              <a:ext uri="{FF2B5EF4-FFF2-40B4-BE49-F238E27FC236}">
                <a16:creationId xmlns:a16="http://schemas.microsoft.com/office/drawing/2014/main" id="{9F70724A-9649-D1A2-D4A1-4AFBAECB3C38}"/>
              </a:ext>
            </a:extLst>
          </p:cNvPr>
          <p:cNvCxnSpPr>
            <a:cxnSpLocks/>
          </p:cNvCxnSpPr>
          <p:nvPr/>
        </p:nvCxnSpPr>
        <p:spPr>
          <a:xfrm flipV="1">
            <a:off x="7186622" y="2881089"/>
            <a:ext cx="195694" cy="186321"/>
          </a:xfrm>
          <a:prstGeom prst="line">
            <a:avLst/>
          </a:prstGeom>
          <a:ln w="190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26" name="テキスト ボックス 225">
            <a:extLst>
              <a:ext uri="{FF2B5EF4-FFF2-40B4-BE49-F238E27FC236}">
                <a16:creationId xmlns:a16="http://schemas.microsoft.com/office/drawing/2014/main" id="{30EBE956-9926-F58D-F5BB-AE5920187874}"/>
              </a:ext>
            </a:extLst>
          </p:cNvPr>
          <p:cNvSpPr txBox="1"/>
          <p:nvPr/>
        </p:nvSpPr>
        <p:spPr>
          <a:xfrm rot="10800000">
            <a:off x="4187751" y="2420214"/>
            <a:ext cx="50076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dirty="0"/>
              <a:t>…</a:t>
            </a:r>
            <a:endParaRPr kumimoji="1" lang="ja-JP" altLang="en-US"/>
          </a:p>
        </p:txBody>
      </p:sp>
      <p:cxnSp>
        <p:nvCxnSpPr>
          <p:cNvPr id="227" name="直線コネクタ 226">
            <a:extLst>
              <a:ext uri="{FF2B5EF4-FFF2-40B4-BE49-F238E27FC236}">
                <a16:creationId xmlns:a16="http://schemas.microsoft.com/office/drawing/2014/main" id="{8F4B6012-65CB-86DD-6F18-04E0D958C2B0}"/>
              </a:ext>
            </a:extLst>
          </p:cNvPr>
          <p:cNvCxnSpPr>
            <a:cxnSpLocks/>
          </p:cNvCxnSpPr>
          <p:nvPr/>
        </p:nvCxnSpPr>
        <p:spPr>
          <a:xfrm rot="10800000">
            <a:off x="6611863" y="1278220"/>
            <a:ext cx="195694" cy="0"/>
          </a:xfrm>
          <a:prstGeom prst="line">
            <a:avLst/>
          </a:prstGeom>
          <a:ln w="190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28" name="直線コネクタ 227">
            <a:extLst>
              <a:ext uri="{FF2B5EF4-FFF2-40B4-BE49-F238E27FC236}">
                <a16:creationId xmlns:a16="http://schemas.microsoft.com/office/drawing/2014/main" id="{2351CDE9-E06F-FC62-C886-21E39F409A3D}"/>
              </a:ext>
            </a:extLst>
          </p:cNvPr>
          <p:cNvCxnSpPr>
            <a:cxnSpLocks/>
          </p:cNvCxnSpPr>
          <p:nvPr/>
        </p:nvCxnSpPr>
        <p:spPr>
          <a:xfrm rot="10800000">
            <a:off x="6611863" y="1197539"/>
            <a:ext cx="198728" cy="80681"/>
          </a:xfrm>
          <a:prstGeom prst="line">
            <a:avLst/>
          </a:prstGeom>
          <a:ln w="190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29" name="直線コネクタ 228">
            <a:extLst>
              <a:ext uri="{FF2B5EF4-FFF2-40B4-BE49-F238E27FC236}">
                <a16:creationId xmlns:a16="http://schemas.microsoft.com/office/drawing/2014/main" id="{16D7968C-3ACD-115C-78FE-D169A18D1D23}"/>
              </a:ext>
            </a:extLst>
          </p:cNvPr>
          <p:cNvCxnSpPr>
            <a:cxnSpLocks/>
          </p:cNvCxnSpPr>
          <p:nvPr/>
        </p:nvCxnSpPr>
        <p:spPr>
          <a:xfrm rot="10800000">
            <a:off x="6611863" y="1123016"/>
            <a:ext cx="195694" cy="146186"/>
          </a:xfrm>
          <a:prstGeom prst="line">
            <a:avLst/>
          </a:prstGeom>
          <a:ln w="190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30" name="直線コネクタ 229">
            <a:extLst>
              <a:ext uri="{FF2B5EF4-FFF2-40B4-BE49-F238E27FC236}">
                <a16:creationId xmlns:a16="http://schemas.microsoft.com/office/drawing/2014/main" id="{87E941F3-61E5-7143-CF62-0F4B6DB31DC4}"/>
              </a:ext>
            </a:extLst>
          </p:cNvPr>
          <p:cNvCxnSpPr>
            <a:cxnSpLocks/>
          </p:cNvCxnSpPr>
          <p:nvPr/>
        </p:nvCxnSpPr>
        <p:spPr>
          <a:xfrm rot="10800000" flipV="1">
            <a:off x="6611863" y="1278220"/>
            <a:ext cx="189396" cy="95941"/>
          </a:xfrm>
          <a:prstGeom prst="line">
            <a:avLst/>
          </a:prstGeom>
          <a:ln w="190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31" name="直線コネクタ 230">
            <a:extLst>
              <a:ext uri="{FF2B5EF4-FFF2-40B4-BE49-F238E27FC236}">
                <a16:creationId xmlns:a16="http://schemas.microsoft.com/office/drawing/2014/main" id="{02F11729-296B-B46C-FF13-BC5B55DE43EF}"/>
              </a:ext>
            </a:extLst>
          </p:cNvPr>
          <p:cNvCxnSpPr>
            <a:cxnSpLocks/>
          </p:cNvCxnSpPr>
          <p:nvPr/>
        </p:nvCxnSpPr>
        <p:spPr>
          <a:xfrm rot="10800000" flipV="1">
            <a:off x="6611863" y="1278454"/>
            <a:ext cx="195694" cy="186321"/>
          </a:xfrm>
          <a:prstGeom prst="line">
            <a:avLst/>
          </a:prstGeom>
          <a:ln w="190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32" name="直線コネクタ 231">
            <a:extLst>
              <a:ext uri="{FF2B5EF4-FFF2-40B4-BE49-F238E27FC236}">
                <a16:creationId xmlns:a16="http://schemas.microsoft.com/office/drawing/2014/main" id="{DD1331F8-29D7-926D-1D87-7AA91E6853A6}"/>
              </a:ext>
            </a:extLst>
          </p:cNvPr>
          <p:cNvCxnSpPr>
            <a:cxnSpLocks/>
          </p:cNvCxnSpPr>
          <p:nvPr/>
        </p:nvCxnSpPr>
        <p:spPr>
          <a:xfrm rot="10800000">
            <a:off x="6656374" y="4062652"/>
            <a:ext cx="195694" cy="0"/>
          </a:xfrm>
          <a:prstGeom prst="line">
            <a:avLst/>
          </a:prstGeom>
          <a:ln w="190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33" name="直線コネクタ 232">
            <a:extLst>
              <a:ext uri="{FF2B5EF4-FFF2-40B4-BE49-F238E27FC236}">
                <a16:creationId xmlns:a16="http://schemas.microsoft.com/office/drawing/2014/main" id="{7B4F1DA9-CA4D-6E4E-4A1F-E72378FCD7CA}"/>
              </a:ext>
            </a:extLst>
          </p:cNvPr>
          <p:cNvCxnSpPr>
            <a:cxnSpLocks/>
          </p:cNvCxnSpPr>
          <p:nvPr/>
        </p:nvCxnSpPr>
        <p:spPr>
          <a:xfrm rot="10800000">
            <a:off x="6656374" y="3981971"/>
            <a:ext cx="198728" cy="80681"/>
          </a:xfrm>
          <a:prstGeom prst="line">
            <a:avLst/>
          </a:prstGeom>
          <a:ln w="190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34" name="直線コネクタ 233">
            <a:extLst>
              <a:ext uri="{FF2B5EF4-FFF2-40B4-BE49-F238E27FC236}">
                <a16:creationId xmlns:a16="http://schemas.microsoft.com/office/drawing/2014/main" id="{52BF731B-0B35-FE9E-1B1D-5ED7C1613B18}"/>
              </a:ext>
            </a:extLst>
          </p:cNvPr>
          <p:cNvCxnSpPr>
            <a:cxnSpLocks/>
          </p:cNvCxnSpPr>
          <p:nvPr/>
        </p:nvCxnSpPr>
        <p:spPr>
          <a:xfrm rot="10800000">
            <a:off x="6656374" y="3907448"/>
            <a:ext cx="195694" cy="146186"/>
          </a:xfrm>
          <a:prstGeom prst="line">
            <a:avLst/>
          </a:prstGeom>
          <a:ln w="190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35" name="直線コネクタ 234">
            <a:extLst>
              <a:ext uri="{FF2B5EF4-FFF2-40B4-BE49-F238E27FC236}">
                <a16:creationId xmlns:a16="http://schemas.microsoft.com/office/drawing/2014/main" id="{177DDC01-BF19-4A9F-AE7B-FCCB86731808}"/>
              </a:ext>
            </a:extLst>
          </p:cNvPr>
          <p:cNvCxnSpPr>
            <a:cxnSpLocks/>
          </p:cNvCxnSpPr>
          <p:nvPr/>
        </p:nvCxnSpPr>
        <p:spPr>
          <a:xfrm rot="10800000" flipV="1">
            <a:off x="6656374" y="4062652"/>
            <a:ext cx="189396" cy="95941"/>
          </a:xfrm>
          <a:prstGeom prst="line">
            <a:avLst/>
          </a:prstGeom>
          <a:ln w="190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36" name="直線コネクタ 235">
            <a:extLst>
              <a:ext uri="{FF2B5EF4-FFF2-40B4-BE49-F238E27FC236}">
                <a16:creationId xmlns:a16="http://schemas.microsoft.com/office/drawing/2014/main" id="{E4D3AFD0-FC69-56BC-2A3B-B645C2192313}"/>
              </a:ext>
            </a:extLst>
          </p:cNvPr>
          <p:cNvCxnSpPr>
            <a:cxnSpLocks/>
          </p:cNvCxnSpPr>
          <p:nvPr/>
        </p:nvCxnSpPr>
        <p:spPr>
          <a:xfrm rot="10800000" flipV="1">
            <a:off x="6656374" y="4062886"/>
            <a:ext cx="195694" cy="186321"/>
          </a:xfrm>
          <a:prstGeom prst="line">
            <a:avLst/>
          </a:prstGeom>
          <a:ln w="190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37" name="直線コネクタ 236">
            <a:extLst>
              <a:ext uri="{FF2B5EF4-FFF2-40B4-BE49-F238E27FC236}">
                <a16:creationId xmlns:a16="http://schemas.microsoft.com/office/drawing/2014/main" id="{C8971414-2EFA-E6AC-F12C-8056B008D409}"/>
              </a:ext>
            </a:extLst>
          </p:cNvPr>
          <p:cNvCxnSpPr>
            <a:cxnSpLocks/>
          </p:cNvCxnSpPr>
          <p:nvPr/>
        </p:nvCxnSpPr>
        <p:spPr>
          <a:xfrm rot="10800000">
            <a:off x="6656373" y="4791987"/>
            <a:ext cx="195694" cy="0"/>
          </a:xfrm>
          <a:prstGeom prst="line">
            <a:avLst/>
          </a:prstGeom>
          <a:ln w="190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38" name="直線コネクタ 237">
            <a:extLst>
              <a:ext uri="{FF2B5EF4-FFF2-40B4-BE49-F238E27FC236}">
                <a16:creationId xmlns:a16="http://schemas.microsoft.com/office/drawing/2014/main" id="{1E0D9D48-223D-6C37-C4AB-2CFE90C79B8B}"/>
              </a:ext>
            </a:extLst>
          </p:cNvPr>
          <p:cNvCxnSpPr>
            <a:cxnSpLocks/>
          </p:cNvCxnSpPr>
          <p:nvPr/>
        </p:nvCxnSpPr>
        <p:spPr>
          <a:xfrm rot="10800000">
            <a:off x="6656373" y="4711306"/>
            <a:ext cx="198728" cy="80681"/>
          </a:xfrm>
          <a:prstGeom prst="line">
            <a:avLst/>
          </a:prstGeom>
          <a:ln w="190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39" name="直線コネクタ 238">
            <a:extLst>
              <a:ext uri="{FF2B5EF4-FFF2-40B4-BE49-F238E27FC236}">
                <a16:creationId xmlns:a16="http://schemas.microsoft.com/office/drawing/2014/main" id="{D1B22ABA-8001-52A7-0AD9-23FBA870CD9A}"/>
              </a:ext>
            </a:extLst>
          </p:cNvPr>
          <p:cNvCxnSpPr>
            <a:cxnSpLocks/>
          </p:cNvCxnSpPr>
          <p:nvPr/>
        </p:nvCxnSpPr>
        <p:spPr>
          <a:xfrm rot="10800000">
            <a:off x="6656373" y="4636783"/>
            <a:ext cx="195694" cy="146186"/>
          </a:xfrm>
          <a:prstGeom prst="line">
            <a:avLst/>
          </a:prstGeom>
          <a:ln w="190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42" name="直線コネクタ 241">
            <a:extLst>
              <a:ext uri="{FF2B5EF4-FFF2-40B4-BE49-F238E27FC236}">
                <a16:creationId xmlns:a16="http://schemas.microsoft.com/office/drawing/2014/main" id="{BD008346-5770-2E90-BA8A-E146166A854E}"/>
              </a:ext>
            </a:extLst>
          </p:cNvPr>
          <p:cNvCxnSpPr>
            <a:cxnSpLocks/>
          </p:cNvCxnSpPr>
          <p:nvPr/>
        </p:nvCxnSpPr>
        <p:spPr>
          <a:xfrm>
            <a:off x="5684361" y="4805880"/>
            <a:ext cx="195694" cy="0"/>
          </a:xfrm>
          <a:prstGeom prst="line">
            <a:avLst/>
          </a:prstGeom>
          <a:ln w="190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43" name="直線コネクタ 242">
            <a:extLst>
              <a:ext uri="{FF2B5EF4-FFF2-40B4-BE49-F238E27FC236}">
                <a16:creationId xmlns:a16="http://schemas.microsoft.com/office/drawing/2014/main" id="{6E352307-A2C0-BAF6-2172-C28987511E88}"/>
              </a:ext>
            </a:extLst>
          </p:cNvPr>
          <p:cNvCxnSpPr>
            <a:cxnSpLocks/>
          </p:cNvCxnSpPr>
          <p:nvPr/>
        </p:nvCxnSpPr>
        <p:spPr>
          <a:xfrm flipV="1">
            <a:off x="5690659" y="4709939"/>
            <a:ext cx="189396" cy="95941"/>
          </a:xfrm>
          <a:prstGeom prst="line">
            <a:avLst/>
          </a:prstGeom>
          <a:ln w="190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44" name="直線コネクタ 243">
            <a:extLst>
              <a:ext uri="{FF2B5EF4-FFF2-40B4-BE49-F238E27FC236}">
                <a16:creationId xmlns:a16="http://schemas.microsoft.com/office/drawing/2014/main" id="{B3A9210A-67B8-2417-69CB-83BE1BB47023}"/>
              </a:ext>
            </a:extLst>
          </p:cNvPr>
          <p:cNvCxnSpPr>
            <a:cxnSpLocks/>
          </p:cNvCxnSpPr>
          <p:nvPr/>
        </p:nvCxnSpPr>
        <p:spPr>
          <a:xfrm flipV="1">
            <a:off x="5684361" y="4619325"/>
            <a:ext cx="195694" cy="186321"/>
          </a:xfrm>
          <a:prstGeom prst="line">
            <a:avLst/>
          </a:prstGeom>
          <a:ln w="190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45" name="直線コネクタ 244">
            <a:extLst>
              <a:ext uri="{FF2B5EF4-FFF2-40B4-BE49-F238E27FC236}">
                <a16:creationId xmlns:a16="http://schemas.microsoft.com/office/drawing/2014/main" id="{26CD526B-3CFD-E040-B51C-352F04EBBE03}"/>
              </a:ext>
            </a:extLst>
          </p:cNvPr>
          <p:cNvCxnSpPr>
            <a:cxnSpLocks/>
          </p:cNvCxnSpPr>
          <p:nvPr/>
        </p:nvCxnSpPr>
        <p:spPr>
          <a:xfrm>
            <a:off x="7221401" y="4780616"/>
            <a:ext cx="195694" cy="0"/>
          </a:xfrm>
          <a:prstGeom prst="line">
            <a:avLst/>
          </a:prstGeom>
          <a:ln w="190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46" name="直線コネクタ 245">
            <a:extLst>
              <a:ext uri="{FF2B5EF4-FFF2-40B4-BE49-F238E27FC236}">
                <a16:creationId xmlns:a16="http://schemas.microsoft.com/office/drawing/2014/main" id="{4EEBEACB-4939-DDA3-A7F9-D573908222D8}"/>
              </a:ext>
            </a:extLst>
          </p:cNvPr>
          <p:cNvCxnSpPr>
            <a:cxnSpLocks/>
          </p:cNvCxnSpPr>
          <p:nvPr/>
        </p:nvCxnSpPr>
        <p:spPr>
          <a:xfrm flipV="1">
            <a:off x="7227699" y="4684675"/>
            <a:ext cx="189396" cy="95941"/>
          </a:xfrm>
          <a:prstGeom prst="line">
            <a:avLst/>
          </a:prstGeom>
          <a:ln w="190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47" name="直線コネクタ 246">
            <a:extLst>
              <a:ext uri="{FF2B5EF4-FFF2-40B4-BE49-F238E27FC236}">
                <a16:creationId xmlns:a16="http://schemas.microsoft.com/office/drawing/2014/main" id="{91F2D0CD-17AD-3E5A-5BB2-05EDADCF082D}"/>
              </a:ext>
            </a:extLst>
          </p:cNvPr>
          <p:cNvCxnSpPr>
            <a:cxnSpLocks/>
          </p:cNvCxnSpPr>
          <p:nvPr/>
        </p:nvCxnSpPr>
        <p:spPr>
          <a:xfrm flipV="1">
            <a:off x="7221401" y="4594061"/>
            <a:ext cx="195694" cy="186321"/>
          </a:xfrm>
          <a:prstGeom prst="line">
            <a:avLst/>
          </a:prstGeom>
          <a:ln w="190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48" name="直線コネクタ 247">
            <a:extLst>
              <a:ext uri="{FF2B5EF4-FFF2-40B4-BE49-F238E27FC236}">
                <a16:creationId xmlns:a16="http://schemas.microsoft.com/office/drawing/2014/main" id="{20CB6D96-79A3-A6B5-A0D2-5CE443233B4D}"/>
              </a:ext>
            </a:extLst>
          </p:cNvPr>
          <p:cNvCxnSpPr>
            <a:cxnSpLocks/>
          </p:cNvCxnSpPr>
          <p:nvPr/>
        </p:nvCxnSpPr>
        <p:spPr>
          <a:xfrm>
            <a:off x="7176889" y="516111"/>
            <a:ext cx="195694" cy="0"/>
          </a:xfrm>
          <a:prstGeom prst="line">
            <a:avLst/>
          </a:prstGeom>
          <a:ln w="190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49" name="直線コネクタ 248">
            <a:extLst>
              <a:ext uri="{FF2B5EF4-FFF2-40B4-BE49-F238E27FC236}">
                <a16:creationId xmlns:a16="http://schemas.microsoft.com/office/drawing/2014/main" id="{95A9E4AB-3F91-BE7F-3BF1-8AD4062C5C3A}"/>
              </a:ext>
            </a:extLst>
          </p:cNvPr>
          <p:cNvCxnSpPr>
            <a:cxnSpLocks/>
          </p:cNvCxnSpPr>
          <p:nvPr/>
        </p:nvCxnSpPr>
        <p:spPr>
          <a:xfrm>
            <a:off x="7173855" y="516111"/>
            <a:ext cx="198728" cy="80681"/>
          </a:xfrm>
          <a:prstGeom prst="line">
            <a:avLst/>
          </a:prstGeom>
          <a:ln w="190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50" name="直線コネクタ 249">
            <a:extLst>
              <a:ext uri="{FF2B5EF4-FFF2-40B4-BE49-F238E27FC236}">
                <a16:creationId xmlns:a16="http://schemas.microsoft.com/office/drawing/2014/main" id="{3845D414-CDCE-EBE1-F90C-EEB142DEBFD3}"/>
              </a:ext>
            </a:extLst>
          </p:cNvPr>
          <p:cNvCxnSpPr>
            <a:cxnSpLocks/>
          </p:cNvCxnSpPr>
          <p:nvPr/>
        </p:nvCxnSpPr>
        <p:spPr>
          <a:xfrm>
            <a:off x="7176889" y="525129"/>
            <a:ext cx="195694" cy="146186"/>
          </a:xfrm>
          <a:prstGeom prst="line">
            <a:avLst/>
          </a:prstGeom>
          <a:ln w="190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51" name="直線コネクタ 250">
            <a:extLst>
              <a:ext uri="{FF2B5EF4-FFF2-40B4-BE49-F238E27FC236}">
                <a16:creationId xmlns:a16="http://schemas.microsoft.com/office/drawing/2014/main" id="{22810F95-F130-5948-315D-AF9B207B5EDE}"/>
              </a:ext>
            </a:extLst>
          </p:cNvPr>
          <p:cNvCxnSpPr>
            <a:cxnSpLocks/>
          </p:cNvCxnSpPr>
          <p:nvPr/>
        </p:nvCxnSpPr>
        <p:spPr>
          <a:xfrm>
            <a:off x="7191060" y="1239092"/>
            <a:ext cx="195694" cy="0"/>
          </a:xfrm>
          <a:prstGeom prst="line">
            <a:avLst/>
          </a:prstGeom>
          <a:ln w="190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52" name="直線コネクタ 251">
            <a:extLst>
              <a:ext uri="{FF2B5EF4-FFF2-40B4-BE49-F238E27FC236}">
                <a16:creationId xmlns:a16="http://schemas.microsoft.com/office/drawing/2014/main" id="{8AA8FE36-EBF5-47E1-AB74-45FB801335DB}"/>
              </a:ext>
            </a:extLst>
          </p:cNvPr>
          <p:cNvCxnSpPr>
            <a:cxnSpLocks/>
          </p:cNvCxnSpPr>
          <p:nvPr/>
        </p:nvCxnSpPr>
        <p:spPr>
          <a:xfrm>
            <a:off x="7188026" y="1239092"/>
            <a:ext cx="198728" cy="80681"/>
          </a:xfrm>
          <a:prstGeom prst="line">
            <a:avLst/>
          </a:prstGeom>
          <a:ln w="190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53" name="直線コネクタ 252">
            <a:extLst>
              <a:ext uri="{FF2B5EF4-FFF2-40B4-BE49-F238E27FC236}">
                <a16:creationId xmlns:a16="http://schemas.microsoft.com/office/drawing/2014/main" id="{AE0C4AE8-CFD5-15D6-BCFF-464F0FCAED70}"/>
              </a:ext>
            </a:extLst>
          </p:cNvPr>
          <p:cNvCxnSpPr>
            <a:cxnSpLocks/>
          </p:cNvCxnSpPr>
          <p:nvPr/>
        </p:nvCxnSpPr>
        <p:spPr>
          <a:xfrm>
            <a:off x="7191060" y="1248110"/>
            <a:ext cx="195694" cy="146186"/>
          </a:xfrm>
          <a:prstGeom prst="line">
            <a:avLst/>
          </a:prstGeom>
          <a:ln w="190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54" name="直線コネクタ 253">
            <a:extLst>
              <a:ext uri="{FF2B5EF4-FFF2-40B4-BE49-F238E27FC236}">
                <a16:creationId xmlns:a16="http://schemas.microsoft.com/office/drawing/2014/main" id="{00ACC25F-112A-2889-690F-D5BF0F5BF3CB}"/>
              </a:ext>
            </a:extLst>
          </p:cNvPr>
          <p:cNvCxnSpPr>
            <a:cxnSpLocks/>
          </p:cNvCxnSpPr>
          <p:nvPr/>
        </p:nvCxnSpPr>
        <p:spPr>
          <a:xfrm flipV="1">
            <a:off x="7197358" y="1143151"/>
            <a:ext cx="189396" cy="95941"/>
          </a:xfrm>
          <a:prstGeom prst="line">
            <a:avLst/>
          </a:prstGeom>
          <a:ln w="190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55" name="直線コネクタ 254">
            <a:extLst>
              <a:ext uri="{FF2B5EF4-FFF2-40B4-BE49-F238E27FC236}">
                <a16:creationId xmlns:a16="http://schemas.microsoft.com/office/drawing/2014/main" id="{D0899029-B9DE-C5C8-EBAA-A317C1142F51}"/>
              </a:ext>
            </a:extLst>
          </p:cNvPr>
          <p:cNvCxnSpPr>
            <a:cxnSpLocks/>
          </p:cNvCxnSpPr>
          <p:nvPr/>
        </p:nvCxnSpPr>
        <p:spPr>
          <a:xfrm flipV="1">
            <a:off x="7191060" y="1052537"/>
            <a:ext cx="195694" cy="186321"/>
          </a:xfrm>
          <a:prstGeom prst="line">
            <a:avLst/>
          </a:prstGeom>
          <a:ln w="190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56" name="直線コネクタ 255">
            <a:extLst>
              <a:ext uri="{FF2B5EF4-FFF2-40B4-BE49-F238E27FC236}">
                <a16:creationId xmlns:a16="http://schemas.microsoft.com/office/drawing/2014/main" id="{6BA9DA29-EA0C-2ADF-B05D-FDAA19ACAE28}"/>
              </a:ext>
            </a:extLst>
          </p:cNvPr>
          <p:cNvCxnSpPr>
            <a:cxnSpLocks/>
          </p:cNvCxnSpPr>
          <p:nvPr/>
        </p:nvCxnSpPr>
        <p:spPr>
          <a:xfrm>
            <a:off x="7221401" y="4026283"/>
            <a:ext cx="195694" cy="0"/>
          </a:xfrm>
          <a:prstGeom prst="line">
            <a:avLst/>
          </a:prstGeom>
          <a:ln w="190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57" name="直線コネクタ 256">
            <a:extLst>
              <a:ext uri="{FF2B5EF4-FFF2-40B4-BE49-F238E27FC236}">
                <a16:creationId xmlns:a16="http://schemas.microsoft.com/office/drawing/2014/main" id="{E5824336-322A-1BCC-50FB-676FD46C4B6E}"/>
              </a:ext>
            </a:extLst>
          </p:cNvPr>
          <p:cNvCxnSpPr>
            <a:cxnSpLocks/>
          </p:cNvCxnSpPr>
          <p:nvPr/>
        </p:nvCxnSpPr>
        <p:spPr>
          <a:xfrm>
            <a:off x="7218367" y="4026283"/>
            <a:ext cx="198728" cy="80681"/>
          </a:xfrm>
          <a:prstGeom prst="line">
            <a:avLst/>
          </a:prstGeom>
          <a:ln w="190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58" name="直線コネクタ 257">
            <a:extLst>
              <a:ext uri="{FF2B5EF4-FFF2-40B4-BE49-F238E27FC236}">
                <a16:creationId xmlns:a16="http://schemas.microsoft.com/office/drawing/2014/main" id="{85160E36-211B-F751-1216-6FA1C61CDF81}"/>
              </a:ext>
            </a:extLst>
          </p:cNvPr>
          <p:cNvCxnSpPr>
            <a:cxnSpLocks/>
          </p:cNvCxnSpPr>
          <p:nvPr/>
        </p:nvCxnSpPr>
        <p:spPr>
          <a:xfrm>
            <a:off x="7221401" y="4035301"/>
            <a:ext cx="195694" cy="146186"/>
          </a:xfrm>
          <a:prstGeom prst="line">
            <a:avLst/>
          </a:prstGeom>
          <a:ln w="190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59" name="直線コネクタ 258">
            <a:extLst>
              <a:ext uri="{FF2B5EF4-FFF2-40B4-BE49-F238E27FC236}">
                <a16:creationId xmlns:a16="http://schemas.microsoft.com/office/drawing/2014/main" id="{AA4B372C-DE26-CD07-21C2-8B8F9A7AB15D}"/>
              </a:ext>
            </a:extLst>
          </p:cNvPr>
          <p:cNvCxnSpPr>
            <a:cxnSpLocks/>
          </p:cNvCxnSpPr>
          <p:nvPr/>
        </p:nvCxnSpPr>
        <p:spPr>
          <a:xfrm flipV="1">
            <a:off x="7227699" y="3930342"/>
            <a:ext cx="189396" cy="95941"/>
          </a:xfrm>
          <a:prstGeom prst="line">
            <a:avLst/>
          </a:prstGeom>
          <a:ln w="190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60" name="直線コネクタ 259">
            <a:extLst>
              <a:ext uri="{FF2B5EF4-FFF2-40B4-BE49-F238E27FC236}">
                <a16:creationId xmlns:a16="http://schemas.microsoft.com/office/drawing/2014/main" id="{D259F339-A2D5-AE82-6AD2-E930E1620AA6}"/>
              </a:ext>
            </a:extLst>
          </p:cNvPr>
          <p:cNvCxnSpPr>
            <a:cxnSpLocks/>
          </p:cNvCxnSpPr>
          <p:nvPr/>
        </p:nvCxnSpPr>
        <p:spPr>
          <a:xfrm flipV="1">
            <a:off x="7221401" y="3839728"/>
            <a:ext cx="195694" cy="186321"/>
          </a:xfrm>
          <a:prstGeom prst="line">
            <a:avLst/>
          </a:prstGeom>
          <a:ln w="190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61" name="直線コネクタ 260">
            <a:extLst>
              <a:ext uri="{FF2B5EF4-FFF2-40B4-BE49-F238E27FC236}">
                <a16:creationId xmlns:a16="http://schemas.microsoft.com/office/drawing/2014/main" id="{9E5F6D7D-8539-CE0A-74A3-178D1456731B}"/>
              </a:ext>
            </a:extLst>
          </p:cNvPr>
          <p:cNvCxnSpPr>
            <a:cxnSpLocks/>
          </p:cNvCxnSpPr>
          <p:nvPr/>
        </p:nvCxnSpPr>
        <p:spPr>
          <a:xfrm>
            <a:off x="5697099" y="536339"/>
            <a:ext cx="195694" cy="0"/>
          </a:xfrm>
          <a:prstGeom prst="line">
            <a:avLst/>
          </a:prstGeom>
          <a:ln w="190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62" name="直線コネクタ 261">
            <a:extLst>
              <a:ext uri="{FF2B5EF4-FFF2-40B4-BE49-F238E27FC236}">
                <a16:creationId xmlns:a16="http://schemas.microsoft.com/office/drawing/2014/main" id="{9B26FF9A-6714-A32E-A7D7-DC0EB37B7DC5}"/>
              </a:ext>
            </a:extLst>
          </p:cNvPr>
          <p:cNvCxnSpPr>
            <a:cxnSpLocks/>
          </p:cNvCxnSpPr>
          <p:nvPr/>
        </p:nvCxnSpPr>
        <p:spPr>
          <a:xfrm>
            <a:off x="5694065" y="536339"/>
            <a:ext cx="198728" cy="80681"/>
          </a:xfrm>
          <a:prstGeom prst="line">
            <a:avLst/>
          </a:prstGeom>
          <a:ln w="190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63" name="直線コネクタ 262">
            <a:extLst>
              <a:ext uri="{FF2B5EF4-FFF2-40B4-BE49-F238E27FC236}">
                <a16:creationId xmlns:a16="http://schemas.microsoft.com/office/drawing/2014/main" id="{C2231C24-B659-5F7A-8B18-B620756703B4}"/>
              </a:ext>
            </a:extLst>
          </p:cNvPr>
          <p:cNvCxnSpPr>
            <a:cxnSpLocks/>
          </p:cNvCxnSpPr>
          <p:nvPr/>
        </p:nvCxnSpPr>
        <p:spPr>
          <a:xfrm>
            <a:off x="5697099" y="545357"/>
            <a:ext cx="195694" cy="146186"/>
          </a:xfrm>
          <a:prstGeom prst="line">
            <a:avLst/>
          </a:prstGeom>
          <a:ln w="190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64" name="直線コネクタ 263">
            <a:extLst>
              <a:ext uri="{FF2B5EF4-FFF2-40B4-BE49-F238E27FC236}">
                <a16:creationId xmlns:a16="http://schemas.microsoft.com/office/drawing/2014/main" id="{C05DB5AE-9C59-3116-C3CF-E235C961C746}"/>
              </a:ext>
            </a:extLst>
          </p:cNvPr>
          <p:cNvCxnSpPr>
            <a:cxnSpLocks/>
          </p:cNvCxnSpPr>
          <p:nvPr/>
        </p:nvCxnSpPr>
        <p:spPr>
          <a:xfrm flipH="1">
            <a:off x="6621195" y="1733667"/>
            <a:ext cx="195694" cy="0"/>
          </a:xfrm>
          <a:prstGeom prst="line">
            <a:avLst/>
          </a:prstGeom>
          <a:ln w="190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65" name="直線コネクタ 264">
            <a:extLst>
              <a:ext uri="{FF2B5EF4-FFF2-40B4-BE49-F238E27FC236}">
                <a16:creationId xmlns:a16="http://schemas.microsoft.com/office/drawing/2014/main" id="{80614E51-7345-D65B-0E43-70B98EB5F7E4}"/>
              </a:ext>
            </a:extLst>
          </p:cNvPr>
          <p:cNvCxnSpPr>
            <a:cxnSpLocks/>
          </p:cNvCxnSpPr>
          <p:nvPr/>
        </p:nvCxnSpPr>
        <p:spPr>
          <a:xfrm flipH="1" flipV="1">
            <a:off x="6621195" y="1652986"/>
            <a:ext cx="198728" cy="80682"/>
          </a:xfrm>
          <a:prstGeom prst="line">
            <a:avLst/>
          </a:prstGeom>
          <a:ln w="190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66" name="直線コネクタ 265">
            <a:extLst>
              <a:ext uri="{FF2B5EF4-FFF2-40B4-BE49-F238E27FC236}">
                <a16:creationId xmlns:a16="http://schemas.microsoft.com/office/drawing/2014/main" id="{3F85735D-F6C3-F2B9-48B1-FEE41A0A7FF8}"/>
              </a:ext>
            </a:extLst>
          </p:cNvPr>
          <p:cNvCxnSpPr>
            <a:cxnSpLocks/>
          </p:cNvCxnSpPr>
          <p:nvPr/>
        </p:nvCxnSpPr>
        <p:spPr>
          <a:xfrm flipH="1" flipV="1">
            <a:off x="6621195" y="1578463"/>
            <a:ext cx="195694" cy="146186"/>
          </a:xfrm>
          <a:prstGeom prst="line">
            <a:avLst/>
          </a:prstGeom>
          <a:ln w="190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67" name="直線コネクタ 266">
            <a:extLst>
              <a:ext uri="{FF2B5EF4-FFF2-40B4-BE49-F238E27FC236}">
                <a16:creationId xmlns:a16="http://schemas.microsoft.com/office/drawing/2014/main" id="{36F014BF-C1B1-3194-ABA6-1477DA9B86CA}"/>
              </a:ext>
            </a:extLst>
          </p:cNvPr>
          <p:cNvCxnSpPr>
            <a:cxnSpLocks/>
          </p:cNvCxnSpPr>
          <p:nvPr/>
        </p:nvCxnSpPr>
        <p:spPr>
          <a:xfrm flipH="1">
            <a:off x="6611863" y="1733666"/>
            <a:ext cx="198728" cy="72167"/>
          </a:xfrm>
          <a:prstGeom prst="line">
            <a:avLst/>
          </a:prstGeom>
          <a:ln w="190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75" name="直線コネクタ 274">
            <a:extLst>
              <a:ext uri="{FF2B5EF4-FFF2-40B4-BE49-F238E27FC236}">
                <a16:creationId xmlns:a16="http://schemas.microsoft.com/office/drawing/2014/main" id="{2D251C9F-90E3-E7CA-026A-3BEA5E92A83E}"/>
              </a:ext>
            </a:extLst>
          </p:cNvPr>
          <p:cNvCxnSpPr>
            <a:cxnSpLocks/>
          </p:cNvCxnSpPr>
          <p:nvPr/>
        </p:nvCxnSpPr>
        <p:spPr>
          <a:xfrm rot="10800000">
            <a:off x="6650076" y="2172496"/>
            <a:ext cx="195694" cy="0"/>
          </a:xfrm>
          <a:prstGeom prst="line">
            <a:avLst/>
          </a:prstGeom>
          <a:ln w="190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76" name="直線コネクタ 275">
            <a:extLst>
              <a:ext uri="{FF2B5EF4-FFF2-40B4-BE49-F238E27FC236}">
                <a16:creationId xmlns:a16="http://schemas.microsoft.com/office/drawing/2014/main" id="{474BD475-648F-E0C4-58AC-6C400D2E73D4}"/>
              </a:ext>
            </a:extLst>
          </p:cNvPr>
          <p:cNvCxnSpPr>
            <a:cxnSpLocks/>
          </p:cNvCxnSpPr>
          <p:nvPr/>
        </p:nvCxnSpPr>
        <p:spPr>
          <a:xfrm rot="10800000">
            <a:off x="6650076" y="2091815"/>
            <a:ext cx="198728" cy="80681"/>
          </a:xfrm>
          <a:prstGeom prst="line">
            <a:avLst/>
          </a:prstGeom>
          <a:ln w="190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77" name="直線コネクタ 276">
            <a:extLst>
              <a:ext uri="{FF2B5EF4-FFF2-40B4-BE49-F238E27FC236}">
                <a16:creationId xmlns:a16="http://schemas.microsoft.com/office/drawing/2014/main" id="{5BCF0043-29A1-5AE4-6CAB-D0042115B134}"/>
              </a:ext>
            </a:extLst>
          </p:cNvPr>
          <p:cNvCxnSpPr>
            <a:cxnSpLocks/>
          </p:cNvCxnSpPr>
          <p:nvPr/>
        </p:nvCxnSpPr>
        <p:spPr>
          <a:xfrm rot="10800000">
            <a:off x="6650076" y="2017292"/>
            <a:ext cx="195694" cy="146186"/>
          </a:xfrm>
          <a:prstGeom prst="line">
            <a:avLst/>
          </a:prstGeom>
          <a:ln w="190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78" name="直線コネクタ 277">
            <a:extLst>
              <a:ext uri="{FF2B5EF4-FFF2-40B4-BE49-F238E27FC236}">
                <a16:creationId xmlns:a16="http://schemas.microsoft.com/office/drawing/2014/main" id="{D209A79A-0E89-3EEE-6C45-97B5D240EA55}"/>
              </a:ext>
            </a:extLst>
          </p:cNvPr>
          <p:cNvCxnSpPr>
            <a:cxnSpLocks/>
            <a:stCxn id="196" idx="2"/>
          </p:cNvCxnSpPr>
          <p:nvPr/>
        </p:nvCxnSpPr>
        <p:spPr>
          <a:xfrm flipH="1">
            <a:off x="6650076" y="2163549"/>
            <a:ext cx="176145" cy="137711"/>
          </a:xfrm>
          <a:prstGeom prst="line">
            <a:avLst/>
          </a:prstGeom>
          <a:ln w="190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83" name="直線コネクタ 282">
            <a:extLst>
              <a:ext uri="{FF2B5EF4-FFF2-40B4-BE49-F238E27FC236}">
                <a16:creationId xmlns:a16="http://schemas.microsoft.com/office/drawing/2014/main" id="{CC283809-E955-0C5C-BD3D-5D55400E227D}"/>
              </a:ext>
            </a:extLst>
          </p:cNvPr>
          <p:cNvCxnSpPr>
            <a:cxnSpLocks/>
          </p:cNvCxnSpPr>
          <p:nvPr/>
        </p:nvCxnSpPr>
        <p:spPr>
          <a:xfrm rot="10800000">
            <a:off x="6637226" y="3058249"/>
            <a:ext cx="195694" cy="0"/>
          </a:xfrm>
          <a:prstGeom prst="line">
            <a:avLst/>
          </a:prstGeom>
          <a:ln w="190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85" name="直線コネクタ 284">
            <a:extLst>
              <a:ext uri="{FF2B5EF4-FFF2-40B4-BE49-F238E27FC236}">
                <a16:creationId xmlns:a16="http://schemas.microsoft.com/office/drawing/2014/main" id="{B2D3FC3E-376E-8D85-9111-90AA8768D5A2}"/>
              </a:ext>
            </a:extLst>
          </p:cNvPr>
          <p:cNvCxnSpPr>
            <a:cxnSpLocks/>
          </p:cNvCxnSpPr>
          <p:nvPr/>
        </p:nvCxnSpPr>
        <p:spPr>
          <a:xfrm rot="10800000">
            <a:off x="6637226" y="2903045"/>
            <a:ext cx="195694" cy="146186"/>
          </a:xfrm>
          <a:prstGeom prst="line">
            <a:avLst/>
          </a:prstGeom>
          <a:ln w="190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86" name="直線コネクタ 285">
            <a:extLst>
              <a:ext uri="{FF2B5EF4-FFF2-40B4-BE49-F238E27FC236}">
                <a16:creationId xmlns:a16="http://schemas.microsoft.com/office/drawing/2014/main" id="{67240785-5E70-57A8-82D1-698EA26E8C07}"/>
              </a:ext>
            </a:extLst>
          </p:cNvPr>
          <p:cNvCxnSpPr>
            <a:cxnSpLocks/>
          </p:cNvCxnSpPr>
          <p:nvPr/>
        </p:nvCxnSpPr>
        <p:spPr>
          <a:xfrm rot="10800000" flipV="1">
            <a:off x="6637226" y="3058249"/>
            <a:ext cx="189396" cy="95941"/>
          </a:xfrm>
          <a:prstGeom prst="line">
            <a:avLst/>
          </a:prstGeom>
          <a:ln w="190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87" name="直線コネクタ 286">
            <a:extLst>
              <a:ext uri="{FF2B5EF4-FFF2-40B4-BE49-F238E27FC236}">
                <a16:creationId xmlns:a16="http://schemas.microsoft.com/office/drawing/2014/main" id="{54E6D340-9366-314D-09C5-5813A072B2E4}"/>
              </a:ext>
            </a:extLst>
          </p:cNvPr>
          <p:cNvCxnSpPr>
            <a:cxnSpLocks/>
          </p:cNvCxnSpPr>
          <p:nvPr/>
        </p:nvCxnSpPr>
        <p:spPr>
          <a:xfrm rot="10800000" flipV="1">
            <a:off x="6637226" y="3058483"/>
            <a:ext cx="195694" cy="186321"/>
          </a:xfrm>
          <a:prstGeom prst="line">
            <a:avLst/>
          </a:prstGeom>
          <a:ln w="190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93" name="直線コネクタ 292">
            <a:extLst>
              <a:ext uri="{FF2B5EF4-FFF2-40B4-BE49-F238E27FC236}">
                <a16:creationId xmlns:a16="http://schemas.microsoft.com/office/drawing/2014/main" id="{5BFC2B9A-1A1B-D9A3-F930-984AFA5C516E}"/>
              </a:ext>
            </a:extLst>
          </p:cNvPr>
          <p:cNvCxnSpPr>
            <a:cxnSpLocks/>
          </p:cNvCxnSpPr>
          <p:nvPr/>
        </p:nvCxnSpPr>
        <p:spPr>
          <a:xfrm rot="10800000">
            <a:off x="6626377" y="533110"/>
            <a:ext cx="195694" cy="0"/>
          </a:xfrm>
          <a:prstGeom prst="line">
            <a:avLst/>
          </a:prstGeom>
          <a:ln w="190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94" name="直線コネクタ 293">
            <a:extLst>
              <a:ext uri="{FF2B5EF4-FFF2-40B4-BE49-F238E27FC236}">
                <a16:creationId xmlns:a16="http://schemas.microsoft.com/office/drawing/2014/main" id="{11160241-BD00-C746-96A4-30C606884312}"/>
              </a:ext>
            </a:extLst>
          </p:cNvPr>
          <p:cNvCxnSpPr>
            <a:cxnSpLocks/>
          </p:cNvCxnSpPr>
          <p:nvPr/>
        </p:nvCxnSpPr>
        <p:spPr>
          <a:xfrm rot="10800000" flipV="1">
            <a:off x="6626377" y="533110"/>
            <a:ext cx="189396" cy="95941"/>
          </a:xfrm>
          <a:prstGeom prst="line">
            <a:avLst/>
          </a:prstGeom>
          <a:ln w="190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95" name="直線コネクタ 294">
            <a:extLst>
              <a:ext uri="{FF2B5EF4-FFF2-40B4-BE49-F238E27FC236}">
                <a16:creationId xmlns:a16="http://schemas.microsoft.com/office/drawing/2014/main" id="{F2E95AB2-8DA1-A857-186F-14FA73DD0887}"/>
              </a:ext>
            </a:extLst>
          </p:cNvPr>
          <p:cNvCxnSpPr>
            <a:cxnSpLocks/>
          </p:cNvCxnSpPr>
          <p:nvPr/>
        </p:nvCxnSpPr>
        <p:spPr>
          <a:xfrm rot="10800000" flipV="1">
            <a:off x="6626377" y="533344"/>
            <a:ext cx="195694" cy="186321"/>
          </a:xfrm>
          <a:prstGeom prst="line">
            <a:avLst/>
          </a:prstGeom>
          <a:ln w="190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04" name="直線コネクタ 303">
            <a:extLst>
              <a:ext uri="{FF2B5EF4-FFF2-40B4-BE49-F238E27FC236}">
                <a16:creationId xmlns:a16="http://schemas.microsoft.com/office/drawing/2014/main" id="{D5807A65-0B92-5943-3DFA-548209C41FBA}"/>
              </a:ext>
            </a:extLst>
          </p:cNvPr>
          <p:cNvCxnSpPr>
            <a:cxnSpLocks/>
          </p:cNvCxnSpPr>
          <p:nvPr/>
        </p:nvCxnSpPr>
        <p:spPr>
          <a:xfrm>
            <a:off x="2146306" y="2584223"/>
            <a:ext cx="705988" cy="180127"/>
          </a:xfrm>
          <a:prstGeom prst="line">
            <a:avLst/>
          </a:prstGeom>
          <a:ln w="190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06" name="直線コネクタ 305">
            <a:extLst>
              <a:ext uri="{FF2B5EF4-FFF2-40B4-BE49-F238E27FC236}">
                <a16:creationId xmlns:a16="http://schemas.microsoft.com/office/drawing/2014/main" id="{11789EB3-6CC2-0C63-771C-119E8146F162}"/>
              </a:ext>
            </a:extLst>
          </p:cNvPr>
          <p:cNvCxnSpPr>
            <a:cxnSpLocks/>
          </p:cNvCxnSpPr>
          <p:nvPr/>
        </p:nvCxnSpPr>
        <p:spPr>
          <a:xfrm flipV="1">
            <a:off x="5696428" y="2495056"/>
            <a:ext cx="719486" cy="79382"/>
          </a:xfrm>
          <a:prstGeom prst="line">
            <a:avLst/>
          </a:prstGeom>
          <a:ln w="190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12" name="直線コネクタ 311">
            <a:extLst>
              <a:ext uri="{FF2B5EF4-FFF2-40B4-BE49-F238E27FC236}">
                <a16:creationId xmlns:a16="http://schemas.microsoft.com/office/drawing/2014/main" id="{425E6BD0-C608-264C-DADF-B37E96346EBB}"/>
              </a:ext>
            </a:extLst>
          </p:cNvPr>
          <p:cNvCxnSpPr>
            <a:cxnSpLocks/>
          </p:cNvCxnSpPr>
          <p:nvPr/>
        </p:nvCxnSpPr>
        <p:spPr>
          <a:xfrm flipV="1">
            <a:off x="2129093" y="2510932"/>
            <a:ext cx="680922" cy="75360"/>
          </a:xfrm>
          <a:prstGeom prst="line">
            <a:avLst/>
          </a:prstGeom>
          <a:ln w="190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15" name="テキスト ボックス 314">
            <a:extLst>
              <a:ext uri="{FF2B5EF4-FFF2-40B4-BE49-F238E27FC236}">
                <a16:creationId xmlns:a16="http://schemas.microsoft.com/office/drawing/2014/main" id="{1898F649-2B4F-7A91-4926-E429F7CB26F5}"/>
              </a:ext>
            </a:extLst>
          </p:cNvPr>
          <p:cNvSpPr txBox="1"/>
          <p:nvPr/>
        </p:nvSpPr>
        <p:spPr>
          <a:xfrm rot="5400000">
            <a:off x="6798472" y="3355860"/>
            <a:ext cx="4154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dirty="0"/>
              <a:t>…</a:t>
            </a:r>
            <a:endParaRPr kumimoji="1" lang="ja-JP" altLang="en-US"/>
          </a:p>
        </p:txBody>
      </p:sp>
      <p:cxnSp>
        <p:nvCxnSpPr>
          <p:cNvPr id="318" name="直線コネクタ 317">
            <a:extLst>
              <a:ext uri="{FF2B5EF4-FFF2-40B4-BE49-F238E27FC236}">
                <a16:creationId xmlns:a16="http://schemas.microsoft.com/office/drawing/2014/main" id="{56AD4696-3578-DA8A-A151-0BD5ED5C364A}"/>
              </a:ext>
            </a:extLst>
          </p:cNvPr>
          <p:cNvCxnSpPr>
            <a:cxnSpLocks/>
          </p:cNvCxnSpPr>
          <p:nvPr/>
        </p:nvCxnSpPr>
        <p:spPr>
          <a:xfrm>
            <a:off x="5711147" y="2589305"/>
            <a:ext cx="712065" cy="144043"/>
          </a:xfrm>
          <a:prstGeom prst="line">
            <a:avLst/>
          </a:prstGeom>
          <a:ln w="190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" name="直線コネクタ 1">
            <a:extLst>
              <a:ext uri="{FF2B5EF4-FFF2-40B4-BE49-F238E27FC236}">
                <a16:creationId xmlns:a16="http://schemas.microsoft.com/office/drawing/2014/main" id="{DD6E5420-8821-D77E-41D2-316674FE3FD2}"/>
              </a:ext>
            </a:extLst>
          </p:cNvPr>
          <p:cNvCxnSpPr>
            <a:cxnSpLocks/>
            <a:stCxn id="42" idx="6"/>
          </p:cNvCxnSpPr>
          <p:nvPr/>
        </p:nvCxnSpPr>
        <p:spPr>
          <a:xfrm>
            <a:off x="5699804" y="2575081"/>
            <a:ext cx="757085" cy="656602"/>
          </a:xfrm>
          <a:prstGeom prst="line">
            <a:avLst/>
          </a:prstGeom>
          <a:ln w="190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テキスト ボックス 13">
                <a:extLst>
                  <a:ext uri="{FF2B5EF4-FFF2-40B4-BE49-F238E27FC236}">
                    <a16:creationId xmlns:a16="http://schemas.microsoft.com/office/drawing/2014/main" id="{CAB52F17-C625-EF86-0734-B013D3D05565}"/>
                  </a:ext>
                </a:extLst>
              </p:cNvPr>
              <p:cNvSpPr txBox="1"/>
              <p:nvPr/>
            </p:nvSpPr>
            <p:spPr>
              <a:xfrm>
                <a:off x="4902956" y="4633760"/>
                <a:ext cx="1216424" cy="30777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ja-JP" sz="1400" b="0" i="1" smtClean="0"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kumimoji="1" lang="ja-JP" altLang="en-US" sz="1400"/>
              </a:p>
            </p:txBody>
          </p:sp>
        </mc:Choice>
        <mc:Fallback xmlns="">
          <p:sp>
            <p:nvSpPr>
              <p:cNvPr id="14" name="テキスト ボックス 13">
                <a:extLst>
                  <a:ext uri="{FF2B5EF4-FFF2-40B4-BE49-F238E27FC236}">
                    <a16:creationId xmlns:a16="http://schemas.microsoft.com/office/drawing/2014/main" id="{CAB52F17-C625-EF86-0734-B013D3D0556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02956" y="4633760"/>
                <a:ext cx="1216424" cy="307777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テキスト ボックス 17">
                <a:extLst>
                  <a:ext uri="{FF2B5EF4-FFF2-40B4-BE49-F238E27FC236}">
                    <a16:creationId xmlns:a16="http://schemas.microsoft.com/office/drawing/2014/main" id="{D370002E-2AA3-FD81-67F1-56FFA14B9B1A}"/>
                  </a:ext>
                </a:extLst>
              </p:cNvPr>
              <p:cNvSpPr txBox="1"/>
              <p:nvPr/>
            </p:nvSpPr>
            <p:spPr>
              <a:xfrm>
                <a:off x="6423856" y="4633760"/>
                <a:ext cx="1216424" cy="30777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ja-JP" sz="1400" b="0" i="1" smtClean="0"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kumimoji="1" lang="ja-JP" altLang="en-US" sz="1400"/>
              </a:p>
            </p:txBody>
          </p:sp>
        </mc:Choice>
        <mc:Fallback xmlns="">
          <p:sp>
            <p:nvSpPr>
              <p:cNvPr id="18" name="テキスト ボックス 17">
                <a:extLst>
                  <a:ext uri="{FF2B5EF4-FFF2-40B4-BE49-F238E27FC236}">
                    <a16:creationId xmlns:a16="http://schemas.microsoft.com/office/drawing/2014/main" id="{D370002E-2AA3-FD81-67F1-56FFA14B9B1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23856" y="4633760"/>
                <a:ext cx="1216424" cy="307777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テキスト ボックス 6">
                <a:extLst>
                  <a:ext uri="{FF2B5EF4-FFF2-40B4-BE49-F238E27FC236}">
                    <a16:creationId xmlns:a16="http://schemas.microsoft.com/office/drawing/2014/main" id="{DFAD0F89-60C1-5EEF-2734-11BCC01D0240}"/>
                  </a:ext>
                </a:extLst>
              </p:cNvPr>
              <p:cNvSpPr txBox="1"/>
              <p:nvPr/>
            </p:nvSpPr>
            <p:spPr>
              <a:xfrm>
                <a:off x="4858487" y="420501"/>
                <a:ext cx="1305363" cy="24622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ja-JP" sz="1000" b="0" i="1" smtClean="0">
                          <a:latin typeface="Cambria Math" panose="02040503050406030204" pitchFamily="18" charset="0"/>
                        </a:rPr>
                        <m:t>𝐵</m:t>
                      </m:r>
                      <m:r>
                        <a:rPr kumimoji="1" lang="en-US" altLang="ja-JP" sz="1000" b="0" i="1" smtClean="0">
                          <a:latin typeface="Cambria Math" panose="02040503050406030204" pitchFamily="18" charset="0"/>
                        </a:rPr>
                        <m:t>−1</m:t>
                      </m:r>
                    </m:oMath>
                  </m:oMathPara>
                </a14:m>
                <a:endParaRPr kumimoji="1" lang="ja-JP" altLang="en-US" sz="1000"/>
              </a:p>
            </p:txBody>
          </p:sp>
        </mc:Choice>
        <mc:Fallback xmlns="">
          <p:sp>
            <p:nvSpPr>
              <p:cNvPr id="7" name="テキスト ボックス 6">
                <a:extLst>
                  <a:ext uri="{FF2B5EF4-FFF2-40B4-BE49-F238E27FC236}">
                    <a16:creationId xmlns:a16="http://schemas.microsoft.com/office/drawing/2014/main" id="{DFAD0F89-60C1-5EEF-2734-11BCC01D024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58487" y="420501"/>
                <a:ext cx="1305363" cy="246221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テキスト ボックス 18">
                <a:extLst>
                  <a:ext uri="{FF2B5EF4-FFF2-40B4-BE49-F238E27FC236}">
                    <a16:creationId xmlns:a16="http://schemas.microsoft.com/office/drawing/2014/main" id="{87D47E57-56F0-D600-4D1F-D9125162B3BC}"/>
                  </a:ext>
                </a:extLst>
              </p:cNvPr>
              <p:cNvSpPr txBox="1"/>
              <p:nvPr/>
            </p:nvSpPr>
            <p:spPr>
              <a:xfrm>
                <a:off x="6350906" y="409560"/>
                <a:ext cx="1305363" cy="24622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ja-JP" sz="1000" b="0" i="1" smtClean="0">
                          <a:latin typeface="Cambria Math" panose="02040503050406030204" pitchFamily="18" charset="0"/>
                        </a:rPr>
                        <m:t>𝐵</m:t>
                      </m:r>
                      <m:r>
                        <a:rPr kumimoji="1" lang="en-US" altLang="ja-JP" sz="1000" b="0" i="1" smtClean="0">
                          <a:latin typeface="Cambria Math" panose="02040503050406030204" pitchFamily="18" charset="0"/>
                        </a:rPr>
                        <m:t>−1</m:t>
                      </m:r>
                    </m:oMath>
                  </m:oMathPara>
                </a14:m>
                <a:endParaRPr kumimoji="1" lang="ja-JP" altLang="en-US" sz="1000"/>
              </a:p>
            </p:txBody>
          </p:sp>
        </mc:Choice>
        <mc:Fallback xmlns="">
          <p:sp>
            <p:nvSpPr>
              <p:cNvPr id="19" name="テキスト ボックス 18">
                <a:extLst>
                  <a:ext uri="{FF2B5EF4-FFF2-40B4-BE49-F238E27FC236}">
                    <a16:creationId xmlns:a16="http://schemas.microsoft.com/office/drawing/2014/main" id="{87D47E57-56F0-D600-4D1F-D9125162B3B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50906" y="409560"/>
                <a:ext cx="1305363" cy="246221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角丸四角形 4">
            <a:extLst>
              <a:ext uri="{FF2B5EF4-FFF2-40B4-BE49-F238E27FC236}">
                <a16:creationId xmlns:a16="http://schemas.microsoft.com/office/drawing/2014/main" id="{609BF72A-CEBC-C3DB-975B-5B414B51E041}"/>
              </a:ext>
            </a:extLst>
          </p:cNvPr>
          <p:cNvSpPr/>
          <p:nvPr/>
        </p:nvSpPr>
        <p:spPr>
          <a:xfrm>
            <a:off x="1405918" y="-17692"/>
            <a:ext cx="1083408" cy="5358036"/>
          </a:xfrm>
          <a:prstGeom prst="roundRect">
            <a:avLst/>
          </a:prstGeom>
          <a:noFill/>
          <a:ln w="19050">
            <a:solidFill>
              <a:srgbClr val="C0000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6" name="角丸四角形 5">
            <a:extLst>
              <a:ext uri="{FF2B5EF4-FFF2-40B4-BE49-F238E27FC236}">
                <a16:creationId xmlns:a16="http://schemas.microsoft.com/office/drawing/2014/main" id="{A501A921-AF47-64D4-A25D-6E3305DFF045}"/>
              </a:ext>
            </a:extLst>
          </p:cNvPr>
          <p:cNvSpPr/>
          <p:nvPr/>
        </p:nvSpPr>
        <p:spPr>
          <a:xfrm>
            <a:off x="2913867" y="-4732"/>
            <a:ext cx="1083408" cy="5358036"/>
          </a:xfrm>
          <a:prstGeom prst="roundRect">
            <a:avLst/>
          </a:prstGeom>
          <a:noFill/>
          <a:ln w="19050">
            <a:solidFill>
              <a:srgbClr val="C0000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0" name="角丸四角形 9">
            <a:extLst>
              <a:ext uri="{FF2B5EF4-FFF2-40B4-BE49-F238E27FC236}">
                <a16:creationId xmlns:a16="http://schemas.microsoft.com/office/drawing/2014/main" id="{9C730964-E352-25F1-2531-083947A85532}"/>
              </a:ext>
            </a:extLst>
          </p:cNvPr>
          <p:cNvSpPr/>
          <p:nvPr/>
        </p:nvSpPr>
        <p:spPr>
          <a:xfrm>
            <a:off x="4940618" y="7762"/>
            <a:ext cx="1083408" cy="5358036"/>
          </a:xfrm>
          <a:prstGeom prst="roundRect">
            <a:avLst/>
          </a:prstGeom>
          <a:noFill/>
          <a:ln w="19050">
            <a:solidFill>
              <a:srgbClr val="C0000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6" name="角丸四角形 15">
            <a:extLst>
              <a:ext uri="{FF2B5EF4-FFF2-40B4-BE49-F238E27FC236}">
                <a16:creationId xmlns:a16="http://schemas.microsoft.com/office/drawing/2014/main" id="{BD1318D4-EF86-73C7-A9E3-264ECCA3808E}"/>
              </a:ext>
            </a:extLst>
          </p:cNvPr>
          <p:cNvSpPr/>
          <p:nvPr/>
        </p:nvSpPr>
        <p:spPr>
          <a:xfrm>
            <a:off x="6467997" y="7762"/>
            <a:ext cx="1083408" cy="5358036"/>
          </a:xfrm>
          <a:prstGeom prst="roundRect">
            <a:avLst/>
          </a:prstGeom>
          <a:noFill/>
          <a:ln w="19050">
            <a:solidFill>
              <a:srgbClr val="C0000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21" name="直線矢印コネクタ 20">
            <a:extLst>
              <a:ext uri="{FF2B5EF4-FFF2-40B4-BE49-F238E27FC236}">
                <a16:creationId xmlns:a16="http://schemas.microsoft.com/office/drawing/2014/main" id="{B90277E7-83F9-6C20-578C-A3E41DB6529D}"/>
              </a:ext>
            </a:extLst>
          </p:cNvPr>
          <p:cNvCxnSpPr>
            <a:endCxn id="5" idx="2"/>
          </p:cNvCxnSpPr>
          <p:nvPr/>
        </p:nvCxnSpPr>
        <p:spPr>
          <a:xfrm flipV="1">
            <a:off x="1947622" y="5340344"/>
            <a:ext cx="0" cy="725176"/>
          </a:xfrm>
          <a:prstGeom prst="straightConnector1">
            <a:avLst/>
          </a:prstGeom>
          <a:ln w="1905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円/楕円 22">
            <a:extLst>
              <a:ext uri="{FF2B5EF4-FFF2-40B4-BE49-F238E27FC236}">
                <a16:creationId xmlns:a16="http://schemas.microsoft.com/office/drawing/2014/main" id="{F39B2747-682B-AACD-0EDD-BAF8D14D8E4C}"/>
              </a:ext>
            </a:extLst>
          </p:cNvPr>
          <p:cNvSpPr/>
          <p:nvPr/>
        </p:nvSpPr>
        <p:spPr>
          <a:xfrm>
            <a:off x="1773610" y="6053404"/>
            <a:ext cx="360000" cy="360000"/>
          </a:xfrm>
          <a:prstGeom prst="ellipse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4" name="テキスト ボックス 23">
                <a:extLst>
                  <a:ext uri="{FF2B5EF4-FFF2-40B4-BE49-F238E27FC236}">
                    <a16:creationId xmlns:a16="http://schemas.microsoft.com/office/drawing/2014/main" id="{91CD2141-DE07-E218-E95A-2BE85605564B}"/>
                  </a:ext>
                </a:extLst>
              </p:cNvPr>
              <p:cNvSpPr txBox="1"/>
              <p:nvPr/>
            </p:nvSpPr>
            <p:spPr>
              <a:xfrm>
                <a:off x="2952994" y="6047605"/>
                <a:ext cx="915361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ja-JP" sz="1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ja-JP" sz="1400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  <m:sub>
                          <m:r>
                            <a:rPr kumimoji="1" lang="en-US" altLang="ja-JP" sz="1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kumimoji="1" lang="ja-JP" altLang="en-US" sz="900"/>
              </a:p>
            </p:txBody>
          </p:sp>
        </mc:Choice>
        <mc:Fallback xmlns="">
          <p:sp>
            <p:nvSpPr>
              <p:cNvPr id="24" name="テキスト ボックス 23">
                <a:extLst>
                  <a:ext uri="{FF2B5EF4-FFF2-40B4-BE49-F238E27FC236}">
                    <a16:creationId xmlns:a16="http://schemas.microsoft.com/office/drawing/2014/main" id="{91CD2141-DE07-E218-E95A-2BE85605564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52994" y="6047605"/>
                <a:ext cx="915361" cy="307777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5" name="直線矢印コネクタ 24">
            <a:extLst>
              <a:ext uri="{FF2B5EF4-FFF2-40B4-BE49-F238E27FC236}">
                <a16:creationId xmlns:a16="http://schemas.microsoft.com/office/drawing/2014/main" id="{CE97852D-102F-083F-4724-3F6B8CA0BBAA}"/>
              </a:ext>
            </a:extLst>
          </p:cNvPr>
          <p:cNvCxnSpPr/>
          <p:nvPr/>
        </p:nvCxnSpPr>
        <p:spPr>
          <a:xfrm flipV="1">
            <a:off x="3404687" y="5324074"/>
            <a:ext cx="0" cy="725176"/>
          </a:xfrm>
          <a:prstGeom prst="straightConnector1">
            <a:avLst/>
          </a:prstGeom>
          <a:ln w="1905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円/楕円 26">
            <a:extLst>
              <a:ext uri="{FF2B5EF4-FFF2-40B4-BE49-F238E27FC236}">
                <a16:creationId xmlns:a16="http://schemas.microsoft.com/office/drawing/2014/main" id="{DD299F5A-0CC5-87AF-F72E-5EB577F296C4}"/>
              </a:ext>
            </a:extLst>
          </p:cNvPr>
          <p:cNvSpPr/>
          <p:nvPr/>
        </p:nvSpPr>
        <p:spPr>
          <a:xfrm>
            <a:off x="3230675" y="6046659"/>
            <a:ext cx="360000" cy="360000"/>
          </a:xfrm>
          <a:prstGeom prst="ellipse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8" name="テキスト ボックス 27">
                <a:extLst>
                  <a:ext uri="{FF2B5EF4-FFF2-40B4-BE49-F238E27FC236}">
                    <a16:creationId xmlns:a16="http://schemas.microsoft.com/office/drawing/2014/main" id="{93E922DD-FF67-F51C-2838-B70E1487BBC9}"/>
                  </a:ext>
                </a:extLst>
              </p:cNvPr>
              <p:cNvSpPr txBox="1"/>
              <p:nvPr/>
            </p:nvSpPr>
            <p:spPr>
              <a:xfrm>
                <a:off x="5074068" y="6060582"/>
                <a:ext cx="915361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ja-JP" sz="1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ja-JP" sz="1400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  <m:sub>
                          <m:r>
                            <a:rPr kumimoji="1" lang="en-US" altLang="ja-JP" sz="1400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kumimoji="1" lang="en-US" altLang="ja-JP" sz="1400" b="0" i="1" smtClean="0">
                              <a:latin typeface="Cambria Math" panose="02040503050406030204" pitchFamily="18" charset="0"/>
                            </a:rPr>
                            <m:t>−1</m:t>
                          </m:r>
                        </m:sub>
                      </m:sSub>
                    </m:oMath>
                  </m:oMathPara>
                </a14:m>
                <a:endParaRPr kumimoji="1" lang="ja-JP" altLang="en-US" sz="900"/>
              </a:p>
            </p:txBody>
          </p:sp>
        </mc:Choice>
        <mc:Fallback xmlns="">
          <p:sp>
            <p:nvSpPr>
              <p:cNvPr id="28" name="テキスト ボックス 27">
                <a:extLst>
                  <a:ext uri="{FF2B5EF4-FFF2-40B4-BE49-F238E27FC236}">
                    <a16:creationId xmlns:a16="http://schemas.microsoft.com/office/drawing/2014/main" id="{93E922DD-FF67-F51C-2838-B70E1487BBC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74068" y="6060582"/>
                <a:ext cx="915361" cy="307777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9" name="直線矢印コネクタ 28">
            <a:extLst>
              <a:ext uri="{FF2B5EF4-FFF2-40B4-BE49-F238E27FC236}">
                <a16:creationId xmlns:a16="http://schemas.microsoft.com/office/drawing/2014/main" id="{960CDCF5-49D8-58F5-3500-E8CE5C771870}"/>
              </a:ext>
            </a:extLst>
          </p:cNvPr>
          <p:cNvCxnSpPr/>
          <p:nvPr/>
        </p:nvCxnSpPr>
        <p:spPr>
          <a:xfrm flipV="1">
            <a:off x="5510521" y="5356101"/>
            <a:ext cx="0" cy="725176"/>
          </a:xfrm>
          <a:prstGeom prst="straightConnector1">
            <a:avLst/>
          </a:prstGeom>
          <a:ln w="1905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円/楕円 29">
            <a:extLst>
              <a:ext uri="{FF2B5EF4-FFF2-40B4-BE49-F238E27FC236}">
                <a16:creationId xmlns:a16="http://schemas.microsoft.com/office/drawing/2014/main" id="{356E1C51-6200-7A2A-889C-BFD1E5A930FD}"/>
              </a:ext>
            </a:extLst>
          </p:cNvPr>
          <p:cNvSpPr/>
          <p:nvPr/>
        </p:nvSpPr>
        <p:spPr>
          <a:xfrm>
            <a:off x="5336509" y="6059636"/>
            <a:ext cx="360000" cy="360000"/>
          </a:xfrm>
          <a:prstGeom prst="ellipse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1" name="テキスト ボックス 30">
                <a:extLst>
                  <a:ext uri="{FF2B5EF4-FFF2-40B4-BE49-F238E27FC236}">
                    <a16:creationId xmlns:a16="http://schemas.microsoft.com/office/drawing/2014/main" id="{58FD18DD-38E5-2BC9-1889-54D577EF07D0}"/>
                  </a:ext>
                </a:extLst>
              </p:cNvPr>
              <p:cNvSpPr txBox="1"/>
              <p:nvPr/>
            </p:nvSpPr>
            <p:spPr>
              <a:xfrm>
                <a:off x="6555478" y="6069915"/>
                <a:ext cx="915361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ja-JP" sz="1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ja-JP" sz="1400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  <m:sub>
                          <m:r>
                            <a:rPr kumimoji="1" lang="en-US" altLang="ja-JP" sz="1400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</m:sSub>
                    </m:oMath>
                  </m:oMathPara>
                </a14:m>
                <a:endParaRPr kumimoji="1" lang="ja-JP" altLang="en-US" sz="900"/>
              </a:p>
            </p:txBody>
          </p:sp>
        </mc:Choice>
        <mc:Fallback xmlns="">
          <p:sp>
            <p:nvSpPr>
              <p:cNvPr id="31" name="テキスト ボックス 30">
                <a:extLst>
                  <a:ext uri="{FF2B5EF4-FFF2-40B4-BE49-F238E27FC236}">
                    <a16:creationId xmlns:a16="http://schemas.microsoft.com/office/drawing/2014/main" id="{58FD18DD-38E5-2BC9-1889-54D577EF07D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55478" y="6069915"/>
                <a:ext cx="915361" cy="307777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2" name="直線矢印コネクタ 31">
            <a:extLst>
              <a:ext uri="{FF2B5EF4-FFF2-40B4-BE49-F238E27FC236}">
                <a16:creationId xmlns:a16="http://schemas.microsoft.com/office/drawing/2014/main" id="{EDCA1B7A-8BEB-079E-76CD-C389A65CE1D8}"/>
              </a:ext>
            </a:extLst>
          </p:cNvPr>
          <p:cNvCxnSpPr/>
          <p:nvPr/>
        </p:nvCxnSpPr>
        <p:spPr>
          <a:xfrm flipV="1">
            <a:off x="7007171" y="5355909"/>
            <a:ext cx="0" cy="725176"/>
          </a:xfrm>
          <a:prstGeom prst="straightConnector1">
            <a:avLst/>
          </a:prstGeom>
          <a:ln w="1905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円/楕円 32">
            <a:extLst>
              <a:ext uri="{FF2B5EF4-FFF2-40B4-BE49-F238E27FC236}">
                <a16:creationId xmlns:a16="http://schemas.microsoft.com/office/drawing/2014/main" id="{0F515F46-5375-00C3-B46A-89AB8851ADE8}"/>
              </a:ext>
            </a:extLst>
          </p:cNvPr>
          <p:cNvSpPr/>
          <p:nvPr/>
        </p:nvSpPr>
        <p:spPr>
          <a:xfrm>
            <a:off x="6833159" y="6068969"/>
            <a:ext cx="360000" cy="360000"/>
          </a:xfrm>
          <a:prstGeom prst="ellipse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grpSp>
        <p:nvGrpSpPr>
          <p:cNvPr id="41" name="グループ化 40">
            <a:extLst>
              <a:ext uri="{FF2B5EF4-FFF2-40B4-BE49-F238E27FC236}">
                <a16:creationId xmlns:a16="http://schemas.microsoft.com/office/drawing/2014/main" id="{8831B6F9-DD40-D5B9-6FDB-EAB6F5522E16}"/>
              </a:ext>
            </a:extLst>
          </p:cNvPr>
          <p:cNvGrpSpPr/>
          <p:nvPr/>
        </p:nvGrpSpPr>
        <p:grpSpPr>
          <a:xfrm>
            <a:off x="1533178" y="6384654"/>
            <a:ext cx="915361" cy="658012"/>
            <a:chOff x="1533178" y="6384654"/>
            <a:chExt cx="915361" cy="658012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4" name="テキスト ボックス 33">
                  <a:extLst>
                    <a:ext uri="{FF2B5EF4-FFF2-40B4-BE49-F238E27FC236}">
                      <a16:creationId xmlns:a16="http://schemas.microsoft.com/office/drawing/2014/main" id="{FD9DE859-C7DB-5AFC-5B86-9CD0065C045F}"/>
                    </a:ext>
                  </a:extLst>
                </p:cNvPr>
                <p:cNvSpPr txBox="1"/>
                <p:nvPr/>
              </p:nvSpPr>
              <p:spPr>
                <a:xfrm rot="5400000">
                  <a:off x="1769720" y="6397318"/>
                  <a:ext cx="394660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kumimoji="1" lang="ja-JP" altLang="en-US" i="1" smtClean="0">
                            <a:latin typeface="Cambria Math" panose="02040503050406030204" pitchFamily="18" charset="0"/>
                          </a:rPr>
                          <m:t>∈</m:t>
                        </m:r>
                      </m:oMath>
                    </m:oMathPara>
                  </a14:m>
                  <a:endParaRPr kumimoji="1" lang="ja-JP" altLang="en-US"/>
                </a:p>
              </p:txBody>
            </p:sp>
          </mc:Choice>
          <mc:Fallback xmlns="">
            <p:sp>
              <p:nvSpPr>
                <p:cNvPr id="34" name="テキスト ボックス 33">
                  <a:extLst>
                    <a:ext uri="{FF2B5EF4-FFF2-40B4-BE49-F238E27FC236}">
                      <a16:creationId xmlns:a16="http://schemas.microsoft.com/office/drawing/2014/main" id="{FD9DE859-C7DB-5AFC-5B86-9CD0065C045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 rot="5400000">
                  <a:off x="1769720" y="6397318"/>
                  <a:ext cx="394660" cy="369332"/>
                </a:xfrm>
                <a:prstGeom prst="rect">
                  <a:avLst/>
                </a:prstGeom>
                <a:blipFill>
                  <a:blip r:embed="rId11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ja-JP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9" name="テキスト ボックス 38">
                  <a:extLst>
                    <a:ext uri="{FF2B5EF4-FFF2-40B4-BE49-F238E27FC236}">
                      <a16:creationId xmlns:a16="http://schemas.microsoft.com/office/drawing/2014/main" id="{E52354A8-EA97-E59B-2915-01A5405514DE}"/>
                    </a:ext>
                  </a:extLst>
                </p:cNvPr>
                <p:cNvSpPr txBox="1"/>
                <p:nvPr/>
              </p:nvSpPr>
              <p:spPr>
                <a:xfrm>
                  <a:off x="1533178" y="6673334"/>
                  <a:ext cx="915361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kumimoji="1" lang="en-US" altLang="ja-JP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1" lang="en-US" altLang="ja-JP" b="0" i="1" smtClean="0">
                                <a:latin typeface="Cambria Math" panose="02040503050406030204" pitchFamily="18" charset="0"/>
                              </a:rPr>
                              <m:t>𝑆</m:t>
                            </m:r>
                          </m:e>
                          <m:sub>
                            <m:r>
                              <a:rPr kumimoji="1" lang="en-US" altLang="ja-JP" b="0" i="1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oMath>
                    </m:oMathPara>
                  </a14:m>
                  <a:endParaRPr kumimoji="1" lang="ja-JP" altLang="en-US" sz="1050"/>
                </a:p>
              </p:txBody>
            </p:sp>
          </mc:Choice>
          <mc:Fallback xmlns="">
            <p:sp>
              <p:nvSpPr>
                <p:cNvPr id="39" name="テキスト ボックス 38">
                  <a:extLst>
                    <a:ext uri="{FF2B5EF4-FFF2-40B4-BE49-F238E27FC236}">
                      <a16:creationId xmlns:a16="http://schemas.microsoft.com/office/drawing/2014/main" id="{E52354A8-EA97-E59B-2915-01A5405514D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533178" y="6673334"/>
                  <a:ext cx="915361" cy="369332"/>
                </a:xfrm>
                <a:prstGeom prst="rect">
                  <a:avLst/>
                </a:prstGeom>
                <a:blipFill>
                  <a:blip r:embed="rId1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ja-JP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43" name="グループ化 42">
            <a:extLst>
              <a:ext uri="{FF2B5EF4-FFF2-40B4-BE49-F238E27FC236}">
                <a16:creationId xmlns:a16="http://schemas.microsoft.com/office/drawing/2014/main" id="{905329C1-5891-522C-0562-28630DBA4DE1}"/>
              </a:ext>
            </a:extLst>
          </p:cNvPr>
          <p:cNvGrpSpPr/>
          <p:nvPr/>
        </p:nvGrpSpPr>
        <p:grpSpPr>
          <a:xfrm>
            <a:off x="2963389" y="6436688"/>
            <a:ext cx="915361" cy="658012"/>
            <a:chOff x="1533178" y="6384654"/>
            <a:chExt cx="915361" cy="658012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4" name="テキスト ボックス 43">
                  <a:extLst>
                    <a:ext uri="{FF2B5EF4-FFF2-40B4-BE49-F238E27FC236}">
                      <a16:creationId xmlns:a16="http://schemas.microsoft.com/office/drawing/2014/main" id="{58B14397-C394-BAFE-2563-0F5B8213579B}"/>
                    </a:ext>
                  </a:extLst>
                </p:cNvPr>
                <p:cNvSpPr txBox="1"/>
                <p:nvPr/>
              </p:nvSpPr>
              <p:spPr>
                <a:xfrm rot="5400000">
                  <a:off x="1769720" y="6397318"/>
                  <a:ext cx="394660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kumimoji="1" lang="ja-JP" altLang="en-US" i="1" smtClean="0">
                            <a:latin typeface="Cambria Math" panose="02040503050406030204" pitchFamily="18" charset="0"/>
                          </a:rPr>
                          <m:t>∈</m:t>
                        </m:r>
                      </m:oMath>
                    </m:oMathPara>
                  </a14:m>
                  <a:endParaRPr kumimoji="1" lang="ja-JP" altLang="en-US"/>
                </a:p>
              </p:txBody>
            </p:sp>
          </mc:Choice>
          <mc:Fallback xmlns="">
            <p:sp>
              <p:nvSpPr>
                <p:cNvPr id="44" name="テキスト ボックス 43">
                  <a:extLst>
                    <a:ext uri="{FF2B5EF4-FFF2-40B4-BE49-F238E27FC236}">
                      <a16:creationId xmlns:a16="http://schemas.microsoft.com/office/drawing/2014/main" id="{58B14397-C394-BAFE-2563-0F5B8213579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 rot="5400000">
                  <a:off x="1769720" y="6397318"/>
                  <a:ext cx="394660" cy="369332"/>
                </a:xfrm>
                <a:prstGeom prst="rect">
                  <a:avLst/>
                </a:prstGeom>
                <a:blipFill>
                  <a:blip r:embed="rId1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ja-JP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5" name="テキスト ボックス 44">
                  <a:extLst>
                    <a:ext uri="{FF2B5EF4-FFF2-40B4-BE49-F238E27FC236}">
                      <a16:creationId xmlns:a16="http://schemas.microsoft.com/office/drawing/2014/main" id="{AD6CA361-BA0D-96A1-CAB1-06E8228E07B8}"/>
                    </a:ext>
                  </a:extLst>
                </p:cNvPr>
                <p:cNvSpPr txBox="1"/>
                <p:nvPr/>
              </p:nvSpPr>
              <p:spPr>
                <a:xfrm>
                  <a:off x="1533178" y="6673334"/>
                  <a:ext cx="915361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kumimoji="1" lang="en-US" altLang="ja-JP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1" lang="en-US" altLang="ja-JP" b="0" i="1" smtClean="0">
                                <a:latin typeface="Cambria Math" panose="02040503050406030204" pitchFamily="18" charset="0"/>
                              </a:rPr>
                              <m:t>𝑆</m:t>
                            </m:r>
                          </m:e>
                          <m:sub>
                            <m:r>
                              <a:rPr kumimoji="1" lang="en-US" altLang="ja-JP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kumimoji="1" lang="ja-JP" altLang="en-US" sz="1050"/>
                </a:p>
              </p:txBody>
            </p:sp>
          </mc:Choice>
          <mc:Fallback xmlns="">
            <p:sp>
              <p:nvSpPr>
                <p:cNvPr id="45" name="テキスト ボックス 44">
                  <a:extLst>
                    <a:ext uri="{FF2B5EF4-FFF2-40B4-BE49-F238E27FC236}">
                      <a16:creationId xmlns:a16="http://schemas.microsoft.com/office/drawing/2014/main" id="{AD6CA361-BA0D-96A1-CAB1-06E8228E07B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533178" y="6673334"/>
                  <a:ext cx="915361" cy="369332"/>
                </a:xfrm>
                <a:prstGeom prst="rect">
                  <a:avLst/>
                </a:prstGeom>
                <a:blipFill>
                  <a:blip r:embed="rId1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ja-JP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46" name="グループ化 45">
            <a:extLst>
              <a:ext uri="{FF2B5EF4-FFF2-40B4-BE49-F238E27FC236}">
                <a16:creationId xmlns:a16="http://schemas.microsoft.com/office/drawing/2014/main" id="{C9B43DFD-C3BB-F4E5-4F43-6485425D2650}"/>
              </a:ext>
            </a:extLst>
          </p:cNvPr>
          <p:cNvGrpSpPr/>
          <p:nvPr/>
        </p:nvGrpSpPr>
        <p:grpSpPr>
          <a:xfrm>
            <a:off x="5110429" y="6480726"/>
            <a:ext cx="915361" cy="658012"/>
            <a:chOff x="1533178" y="6384654"/>
            <a:chExt cx="915361" cy="658012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7" name="テキスト ボックス 46">
                  <a:extLst>
                    <a:ext uri="{FF2B5EF4-FFF2-40B4-BE49-F238E27FC236}">
                      <a16:creationId xmlns:a16="http://schemas.microsoft.com/office/drawing/2014/main" id="{EC7695DD-4231-9F62-B09D-2E45DDC05974}"/>
                    </a:ext>
                  </a:extLst>
                </p:cNvPr>
                <p:cNvSpPr txBox="1"/>
                <p:nvPr/>
              </p:nvSpPr>
              <p:spPr>
                <a:xfrm rot="5400000">
                  <a:off x="1769720" y="6397318"/>
                  <a:ext cx="394660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kumimoji="1" lang="ja-JP" altLang="en-US" i="1" smtClean="0">
                            <a:latin typeface="Cambria Math" panose="02040503050406030204" pitchFamily="18" charset="0"/>
                          </a:rPr>
                          <m:t>∈</m:t>
                        </m:r>
                      </m:oMath>
                    </m:oMathPara>
                  </a14:m>
                  <a:endParaRPr kumimoji="1" lang="ja-JP" altLang="en-US"/>
                </a:p>
              </p:txBody>
            </p:sp>
          </mc:Choice>
          <mc:Fallback xmlns="">
            <p:sp>
              <p:nvSpPr>
                <p:cNvPr id="47" name="テキスト ボックス 46">
                  <a:extLst>
                    <a:ext uri="{FF2B5EF4-FFF2-40B4-BE49-F238E27FC236}">
                      <a16:creationId xmlns:a16="http://schemas.microsoft.com/office/drawing/2014/main" id="{EC7695DD-4231-9F62-B09D-2E45DDC0597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 rot="5400000">
                  <a:off x="1769720" y="6397318"/>
                  <a:ext cx="394660" cy="369332"/>
                </a:xfrm>
                <a:prstGeom prst="rect">
                  <a:avLst/>
                </a:prstGeom>
                <a:blipFill>
                  <a:blip r:embed="rId1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ja-JP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0" name="テキスト ボックス 49">
                  <a:extLst>
                    <a:ext uri="{FF2B5EF4-FFF2-40B4-BE49-F238E27FC236}">
                      <a16:creationId xmlns:a16="http://schemas.microsoft.com/office/drawing/2014/main" id="{BC074026-52ED-593D-6A25-CF53C81D89E8}"/>
                    </a:ext>
                  </a:extLst>
                </p:cNvPr>
                <p:cNvSpPr txBox="1"/>
                <p:nvPr/>
              </p:nvSpPr>
              <p:spPr>
                <a:xfrm>
                  <a:off x="1533178" y="6673334"/>
                  <a:ext cx="915361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kumimoji="1" lang="en-US" altLang="ja-JP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1" lang="en-US" altLang="ja-JP" b="0" i="1" smtClean="0">
                                <a:latin typeface="Cambria Math" panose="02040503050406030204" pitchFamily="18" charset="0"/>
                              </a:rPr>
                              <m:t>𝑆</m:t>
                            </m:r>
                          </m:e>
                          <m:sub>
                            <m:r>
                              <a:rPr kumimoji="1" lang="en-US" altLang="ja-JP" b="0" i="1" smtClean="0">
                                <a:latin typeface="Cambria Math" panose="02040503050406030204" pitchFamily="18" charset="0"/>
                              </a:rPr>
                              <m:t>𝑘</m:t>
                            </m:r>
                            <m:r>
                              <a:rPr kumimoji="1" lang="en-US" altLang="ja-JP" b="0" i="1" smtClean="0">
                                <a:latin typeface="Cambria Math" panose="02040503050406030204" pitchFamily="18" charset="0"/>
                              </a:rPr>
                              <m:t>−1</m:t>
                            </m:r>
                          </m:sub>
                        </m:sSub>
                      </m:oMath>
                    </m:oMathPara>
                  </a14:m>
                  <a:endParaRPr kumimoji="1" lang="ja-JP" altLang="en-US" sz="1050"/>
                </a:p>
              </p:txBody>
            </p:sp>
          </mc:Choice>
          <mc:Fallback xmlns="">
            <p:sp>
              <p:nvSpPr>
                <p:cNvPr id="50" name="テキスト ボックス 49">
                  <a:extLst>
                    <a:ext uri="{FF2B5EF4-FFF2-40B4-BE49-F238E27FC236}">
                      <a16:creationId xmlns:a16="http://schemas.microsoft.com/office/drawing/2014/main" id="{BC074026-52ED-593D-6A25-CF53C81D89E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533178" y="6673334"/>
                  <a:ext cx="915361" cy="369332"/>
                </a:xfrm>
                <a:prstGeom prst="rect">
                  <a:avLst/>
                </a:prstGeom>
                <a:blipFill>
                  <a:blip r:embed="rId1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ja-JP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51" name="グループ化 50">
            <a:extLst>
              <a:ext uri="{FF2B5EF4-FFF2-40B4-BE49-F238E27FC236}">
                <a16:creationId xmlns:a16="http://schemas.microsoft.com/office/drawing/2014/main" id="{CFC54E48-B61B-254C-9055-5F8F739C1754}"/>
              </a:ext>
            </a:extLst>
          </p:cNvPr>
          <p:cNvGrpSpPr/>
          <p:nvPr/>
        </p:nvGrpSpPr>
        <p:grpSpPr>
          <a:xfrm>
            <a:off x="6611863" y="6521232"/>
            <a:ext cx="915361" cy="658012"/>
            <a:chOff x="1533178" y="6384654"/>
            <a:chExt cx="915361" cy="658012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2" name="テキスト ボックス 51">
                  <a:extLst>
                    <a:ext uri="{FF2B5EF4-FFF2-40B4-BE49-F238E27FC236}">
                      <a16:creationId xmlns:a16="http://schemas.microsoft.com/office/drawing/2014/main" id="{CA1CF0AF-6AA6-5EF3-A068-F46E05E935BC}"/>
                    </a:ext>
                  </a:extLst>
                </p:cNvPr>
                <p:cNvSpPr txBox="1"/>
                <p:nvPr/>
              </p:nvSpPr>
              <p:spPr>
                <a:xfrm rot="5400000">
                  <a:off x="1769720" y="6397318"/>
                  <a:ext cx="394660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kumimoji="1" lang="ja-JP" altLang="en-US" i="1" smtClean="0">
                            <a:latin typeface="Cambria Math" panose="02040503050406030204" pitchFamily="18" charset="0"/>
                          </a:rPr>
                          <m:t>∈</m:t>
                        </m:r>
                      </m:oMath>
                    </m:oMathPara>
                  </a14:m>
                  <a:endParaRPr kumimoji="1" lang="ja-JP" altLang="en-US"/>
                </a:p>
              </p:txBody>
            </p:sp>
          </mc:Choice>
          <mc:Fallback xmlns="">
            <p:sp>
              <p:nvSpPr>
                <p:cNvPr id="52" name="テキスト ボックス 51">
                  <a:extLst>
                    <a:ext uri="{FF2B5EF4-FFF2-40B4-BE49-F238E27FC236}">
                      <a16:creationId xmlns:a16="http://schemas.microsoft.com/office/drawing/2014/main" id="{CA1CF0AF-6AA6-5EF3-A068-F46E05E935B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 rot="5400000">
                  <a:off x="1769720" y="6397318"/>
                  <a:ext cx="394660" cy="369332"/>
                </a:xfrm>
                <a:prstGeom prst="rect">
                  <a:avLst/>
                </a:prstGeom>
                <a:blipFill>
                  <a:blip r:embed="rId11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ja-JP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3" name="テキスト ボックス 52">
                  <a:extLst>
                    <a:ext uri="{FF2B5EF4-FFF2-40B4-BE49-F238E27FC236}">
                      <a16:creationId xmlns:a16="http://schemas.microsoft.com/office/drawing/2014/main" id="{EE4E0855-632D-2E95-DF3A-CF26B62846F9}"/>
                    </a:ext>
                  </a:extLst>
                </p:cNvPr>
                <p:cNvSpPr txBox="1"/>
                <p:nvPr/>
              </p:nvSpPr>
              <p:spPr>
                <a:xfrm>
                  <a:off x="1533178" y="6673334"/>
                  <a:ext cx="915361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kumimoji="1" lang="en-US" altLang="ja-JP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1" lang="en-US" altLang="ja-JP" b="0" i="1" smtClean="0">
                                <a:latin typeface="Cambria Math" panose="02040503050406030204" pitchFamily="18" charset="0"/>
                              </a:rPr>
                              <m:t>𝑆</m:t>
                            </m:r>
                          </m:e>
                          <m:sub>
                            <m:r>
                              <a:rPr kumimoji="1" lang="en-US" altLang="ja-JP" b="0" i="1" smtClean="0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</m:sSub>
                      </m:oMath>
                    </m:oMathPara>
                  </a14:m>
                  <a:endParaRPr kumimoji="1" lang="ja-JP" altLang="en-US" sz="1050"/>
                </a:p>
              </p:txBody>
            </p:sp>
          </mc:Choice>
          <mc:Fallback xmlns="">
            <p:sp>
              <p:nvSpPr>
                <p:cNvPr id="53" name="テキスト ボックス 52">
                  <a:extLst>
                    <a:ext uri="{FF2B5EF4-FFF2-40B4-BE49-F238E27FC236}">
                      <a16:creationId xmlns:a16="http://schemas.microsoft.com/office/drawing/2014/main" id="{EE4E0855-632D-2E95-DF3A-CF26B62846F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533178" y="6673334"/>
                  <a:ext cx="915361" cy="369332"/>
                </a:xfrm>
                <a:prstGeom prst="rect">
                  <a:avLst/>
                </a:prstGeom>
                <a:blipFill>
                  <a:blip r:embed="rId1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ja-JP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cxnSp>
        <p:nvCxnSpPr>
          <p:cNvPr id="54" name="直線矢印コネクタ 53">
            <a:extLst>
              <a:ext uri="{FF2B5EF4-FFF2-40B4-BE49-F238E27FC236}">
                <a16:creationId xmlns:a16="http://schemas.microsoft.com/office/drawing/2014/main" id="{D7FD8F4A-BE0B-655D-5BE6-83B1EBD369C2}"/>
              </a:ext>
            </a:extLst>
          </p:cNvPr>
          <p:cNvCxnSpPr>
            <a:cxnSpLocks/>
            <a:endCxn id="27" idx="2"/>
          </p:cNvCxnSpPr>
          <p:nvPr/>
        </p:nvCxnSpPr>
        <p:spPr>
          <a:xfrm flipV="1">
            <a:off x="2135960" y="6226659"/>
            <a:ext cx="1094715" cy="10799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直線矢印コネクタ 57">
            <a:extLst>
              <a:ext uri="{FF2B5EF4-FFF2-40B4-BE49-F238E27FC236}">
                <a16:creationId xmlns:a16="http://schemas.microsoft.com/office/drawing/2014/main" id="{DE80F959-EC4A-5F6B-62E7-5702484F83EC}"/>
              </a:ext>
            </a:extLst>
          </p:cNvPr>
          <p:cNvCxnSpPr>
            <a:cxnSpLocks/>
          </p:cNvCxnSpPr>
          <p:nvPr/>
        </p:nvCxnSpPr>
        <p:spPr>
          <a:xfrm flipV="1">
            <a:off x="3603331" y="6223000"/>
            <a:ext cx="504260" cy="5545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直線矢印コネクタ 60">
            <a:extLst>
              <a:ext uri="{FF2B5EF4-FFF2-40B4-BE49-F238E27FC236}">
                <a16:creationId xmlns:a16="http://schemas.microsoft.com/office/drawing/2014/main" id="{35FA0F4B-D3F5-1EE0-D02A-08A08348A0A6}"/>
              </a:ext>
            </a:extLst>
          </p:cNvPr>
          <p:cNvCxnSpPr>
            <a:cxnSpLocks/>
            <a:endCxn id="33" idx="2"/>
          </p:cNvCxnSpPr>
          <p:nvPr/>
        </p:nvCxnSpPr>
        <p:spPr>
          <a:xfrm>
            <a:off x="5715876" y="6237457"/>
            <a:ext cx="1117283" cy="11512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79" name="グループ化 78">
            <a:extLst>
              <a:ext uri="{FF2B5EF4-FFF2-40B4-BE49-F238E27FC236}">
                <a16:creationId xmlns:a16="http://schemas.microsoft.com/office/drawing/2014/main" id="{7045D9F1-7378-C037-D91D-76EA8E890D47}"/>
              </a:ext>
            </a:extLst>
          </p:cNvPr>
          <p:cNvGrpSpPr/>
          <p:nvPr/>
        </p:nvGrpSpPr>
        <p:grpSpPr>
          <a:xfrm>
            <a:off x="2208885" y="6324811"/>
            <a:ext cx="918063" cy="1115529"/>
            <a:chOff x="2208885" y="6324811"/>
            <a:chExt cx="918063" cy="1115529"/>
          </a:xfrm>
        </p:grpSpPr>
        <p:cxnSp>
          <p:nvCxnSpPr>
            <p:cNvPr id="67" name="直線矢印コネクタ 66">
              <a:extLst>
                <a:ext uri="{FF2B5EF4-FFF2-40B4-BE49-F238E27FC236}">
                  <a16:creationId xmlns:a16="http://schemas.microsoft.com/office/drawing/2014/main" id="{B88EC419-A1E3-FBBA-2FC6-FF87029F721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629867" y="6324811"/>
              <a:ext cx="0" cy="257173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5" name="テキスト ボックス 74">
                  <a:extLst>
                    <a:ext uri="{FF2B5EF4-FFF2-40B4-BE49-F238E27FC236}">
                      <a16:creationId xmlns:a16="http://schemas.microsoft.com/office/drawing/2014/main" id="{8F7F8AF1-A405-A5DA-99E8-8E04D24D96C8}"/>
                    </a:ext>
                  </a:extLst>
                </p:cNvPr>
                <p:cNvSpPr txBox="1"/>
                <p:nvPr/>
              </p:nvSpPr>
              <p:spPr>
                <a:xfrm>
                  <a:off x="2208885" y="6498108"/>
                  <a:ext cx="915361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kumimoji="1" lang="en-US" altLang="ja-JP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1" lang="en-US" altLang="ja-JP" b="0" i="1" smtClean="0"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kumimoji="1" lang="en-US" altLang="ja-JP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kumimoji="1" lang="ja-JP" altLang="en-US" sz="1050"/>
                </a:p>
              </p:txBody>
            </p:sp>
          </mc:Choice>
          <mc:Fallback xmlns="">
            <p:sp>
              <p:nvSpPr>
                <p:cNvPr id="75" name="テキスト ボックス 74">
                  <a:extLst>
                    <a:ext uri="{FF2B5EF4-FFF2-40B4-BE49-F238E27FC236}">
                      <a16:creationId xmlns:a16="http://schemas.microsoft.com/office/drawing/2014/main" id="{8F7F8AF1-A405-A5DA-99E8-8E04D24D96C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208885" y="6498108"/>
                  <a:ext cx="915361" cy="369332"/>
                </a:xfrm>
                <a:prstGeom prst="rect">
                  <a:avLst/>
                </a:prstGeom>
                <a:blipFill>
                  <a:blip r:embed="rId1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ja-JP" altLang="en-US">
                      <a:noFill/>
                    </a:rPr>
                    <a:t> </a:t>
                  </a:r>
                </a:p>
              </p:txBody>
            </p:sp>
          </mc:Fallback>
        </mc:AlternateContent>
        <p:grpSp>
          <p:nvGrpSpPr>
            <p:cNvPr id="76" name="グループ化 75">
              <a:extLst>
                <a:ext uri="{FF2B5EF4-FFF2-40B4-BE49-F238E27FC236}">
                  <a16:creationId xmlns:a16="http://schemas.microsoft.com/office/drawing/2014/main" id="{F038A6C7-0DD1-6562-265B-CBF95198C78C}"/>
                </a:ext>
              </a:extLst>
            </p:cNvPr>
            <p:cNvGrpSpPr/>
            <p:nvPr/>
          </p:nvGrpSpPr>
          <p:grpSpPr>
            <a:xfrm>
              <a:off x="2211587" y="6782328"/>
              <a:ext cx="915361" cy="658012"/>
              <a:chOff x="1533178" y="6384654"/>
              <a:chExt cx="915361" cy="658012"/>
            </a:xfrm>
          </p:grpSpPr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77" name="テキスト ボックス 76">
                    <a:extLst>
                      <a:ext uri="{FF2B5EF4-FFF2-40B4-BE49-F238E27FC236}">
                        <a16:creationId xmlns:a16="http://schemas.microsoft.com/office/drawing/2014/main" id="{3241B3A7-B5D1-2E5A-1377-A9A4E927E708}"/>
                      </a:ext>
                    </a:extLst>
                  </p:cNvPr>
                  <p:cNvSpPr txBox="1"/>
                  <p:nvPr/>
                </p:nvSpPr>
                <p:spPr>
                  <a:xfrm rot="5400000">
                    <a:off x="1769720" y="6397318"/>
                    <a:ext cx="394660" cy="36933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kumimoji="1" lang="ja-JP" altLang="en-US" i="1" smtClean="0">
                              <a:latin typeface="Cambria Math" panose="02040503050406030204" pitchFamily="18" charset="0"/>
                            </a:rPr>
                            <m:t>∈</m:t>
                          </m:r>
                        </m:oMath>
                      </m:oMathPara>
                    </a14:m>
                    <a:endParaRPr kumimoji="1" lang="ja-JP" altLang="en-US"/>
                  </a:p>
                </p:txBody>
              </p:sp>
            </mc:Choice>
            <mc:Fallback xmlns="">
              <p:sp>
                <p:nvSpPr>
                  <p:cNvPr id="77" name="テキスト ボックス 76">
                    <a:extLst>
                      <a:ext uri="{FF2B5EF4-FFF2-40B4-BE49-F238E27FC236}">
                        <a16:creationId xmlns:a16="http://schemas.microsoft.com/office/drawing/2014/main" id="{3241B3A7-B5D1-2E5A-1377-A9A4E927E708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 rot="5400000">
                    <a:off x="1769720" y="6397318"/>
                    <a:ext cx="394660" cy="369332"/>
                  </a:xfrm>
                  <a:prstGeom prst="rect">
                    <a:avLst/>
                  </a:prstGeom>
                  <a:blipFill>
                    <a:blip r:embed="rId19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ja-JP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78" name="テキスト ボックス 77">
                    <a:extLst>
                      <a:ext uri="{FF2B5EF4-FFF2-40B4-BE49-F238E27FC236}">
                        <a16:creationId xmlns:a16="http://schemas.microsoft.com/office/drawing/2014/main" id="{5118C83B-40F5-0607-75BE-E9738F41291B}"/>
                      </a:ext>
                    </a:extLst>
                  </p:cNvPr>
                  <p:cNvSpPr txBox="1"/>
                  <p:nvPr/>
                </p:nvSpPr>
                <p:spPr>
                  <a:xfrm>
                    <a:off x="1533178" y="6673334"/>
                    <a:ext cx="915361" cy="369332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kumimoji="1" lang="en-US" altLang="ja-JP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kumimoji="1" lang="en-US" altLang="ja-JP" b="0" i="1" smtClean="0"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e>
                            <m:sub>
                              <m:r>
                                <a:rPr kumimoji="1" lang="en-US" altLang="ja-JP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kumimoji="1" lang="en-US" altLang="ja-JP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sSub>
                            <m:sSubPr>
                              <m:ctrlPr>
                                <a:rPr kumimoji="1" lang="en-US" altLang="ja-JP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kumimoji="1" lang="en-US" altLang="ja-JP" b="0" i="1" smtClean="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kumimoji="1" lang="en-US" altLang="ja-JP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  <m:r>
                            <a:rPr kumimoji="1" lang="en-US" altLang="ja-JP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oMath>
                      </m:oMathPara>
                    </a14:m>
                    <a:endParaRPr kumimoji="1" lang="ja-JP" altLang="en-US" sz="1050"/>
                  </a:p>
                </p:txBody>
              </p:sp>
            </mc:Choice>
            <mc:Fallback xmlns="">
              <p:sp>
                <p:nvSpPr>
                  <p:cNvPr id="78" name="テキスト ボックス 77">
                    <a:extLst>
                      <a:ext uri="{FF2B5EF4-FFF2-40B4-BE49-F238E27FC236}">
                        <a16:creationId xmlns:a16="http://schemas.microsoft.com/office/drawing/2014/main" id="{5118C83B-40F5-0607-75BE-E9738F41291B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533178" y="6673334"/>
                    <a:ext cx="915361" cy="369332"/>
                  </a:xfrm>
                  <a:prstGeom prst="rect">
                    <a:avLst/>
                  </a:prstGeom>
                  <a:blipFill>
                    <a:blip r:embed="rId20"/>
                    <a:stretch>
                      <a:fillRect b="-9677"/>
                    </a:stretch>
                  </a:blipFill>
                </p:spPr>
                <p:txBody>
                  <a:bodyPr/>
                  <a:lstStyle/>
                  <a:p>
                    <a:r>
                      <a:rPr lang="ja-JP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</p:grpSp>
      <p:grpSp>
        <p:nvGrpSpPr>
          <p:cNvPr id="86" name="グループ化 85">
            <a:extLst>
              <a:ext uri="{FF2B5EF4-FFF2-40B4-BE49-F238E27FC236}">
                <a16:creationId xmlns:a16="http://schemas.microsoft.com/office/drawing/2014/main" id="{9DAFDA25-A614-5889-3930-3BAD88016CE1}"/>
              </a:ext>
            </a:extLst>
          </p:cNvPr>
          <p:cNvGrpSpPr/>
          <p:nvPr/>
        </p:nvGrpSpPr>
        <p:grpSpPr>
          <a:xfrm>
            <a:off x="5828332" y="6328205"/>
            <a:ext cx="918063" cy="1115529"/>
            <a:chOff x="2208885" y="6324811"/>
            <a:chExt cx="918063" cy="1115529"/>
          </a:xfrm>
        </p:grpSpPr>
        <p:cxnSp>
          <p:nvCxnSpPr>
            <p:cNvPr id="87" name="直線矢印コネクタ 86">
              <a:extLst>
                <a:ext uri="{FF2B5EF4-FFF2-40B4-BE49-F238E27FC236}">
                  <a16:creationId xmlns:a16="http://schemas.microsoft.com/office/drawing/2014/main" id="{586388B1-4AAB-C0B2-2F69-2AC14367F62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629867" y="6324811"/>
              <a:ext cx="0" cy="257173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8" name="テキスト ボックス 87">
                  <a:extLst>
                    <a:ext uri="{FF2B5EF4-FFF2-40B4-BE49-F238E27FC236}">
                      <a16:creationId xmlns:a16="http://schemas.microsoft.com/office/drawing/2014/main" id="{91D6D942-2000-500D-C680-A71EDB436BD3}"/>
                    </a:ext>
                  </a:extLst>
                </p:cNvPr>
                <p:cNvSpPr txBox="1"/>
                <p:nvPr/>
              </p:nvSpPr>
              <p:spPr>
                <a:xfrm>
                  <a:off x="2208885" y="6498108"/>
                  <a:ext cx="915361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kumimoji="1" lang="en-US" altLang="ja-JP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1" lang="en-US" altLang="ja-JP" b="0" i="1" smtClean="0"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kumimoji="1" lang="en-US" altLang="ja-JP" b="0" i="1" smtClean="0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</m:sSub>
                      </m:oMath>
                    </m:oMathPara>
                  </a14:m>
                  <a:endParaRPr kumimoji="1" lang="ja-JP" altLang="en-US" sz="1050"/>
                </a:p>
              </p:txBody>
            </p:sp>
          </mc:Choice>
          <mc:Fallback xmlns="">
            <p:sp>
              <p:nvSpPr>
                <p:cNvPr id="88" name="テキスト ボックス 87">
                  <a:extLst>
                    <a:ext uri="{FF2B5EF4-FFF2-40B4-BE49-F238E27FC236}">
                      <a16:creationId xmlns:a16="http://schemas.microsoft.com/office/drawing/2014/main" id="{91D6D942-2000-500D-C680-A71EDB436BD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208885" y="6498108"/>
                  <a:ext cx="915361" cy="369332"/>
                </a:xfrm>
                <a:prstGeom prst="rect">
                  <a:avLst/>
                </a:prstGeom>
                <a:blipFill>
                  <a:blip r:embed="rId21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ja-JP" altLang="en-US">
                      <a:noFill/>
                    </a:rPr>
                    <a:t> </a:t>
                  </a:r>
                </a:p>
              </p:txBody>
            </p:sp>
          </mc:Fallback>
        </mc:AlternateContent>
        <p:grpSp>
          <p:nvGrpSpPr>
            <p:cNvPr id="89" name="グループ化 88">
              <a:extLst>
                <a:ext uri="{FF2B5EF4-FFF2-40B4-BE49-F238E27FC236}">
                  <a16:creationId xmlns:a16="http://schemas.microsoft.com/office/drawing/2014/main" id="{70A1F6F7-07AD-7824-E472-FF884768369F}"/>
                </a:ext>
              </a:extLst>
            </p:cNvPr>
            <p:cNvGrpSpPr/>
            <p:nvPr/>
          </p:nvGrpSpPr>
          <p:grpSpPr>
            <a:xfrm>
              <a:off x="2211587" y="6782328"/>
              <a:ext cx="915361" cy="658012"/>
              <a:chOff x="1533178" y="6384654"/>
              <a:chExt cx="915361" cy="658012"/>
            </a:xfrm>
          </p:grpSpPr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90" name="テキスト ボックス 89">
                    <a:extLst>
                      <a:ext uri="{FF2B5EF4-FFF2-40B4-BE49-F238E27FC236}">
                        <a16:creationId xmlns:a16="http://schemas.microsoft.com/office/drawing/2014/main" id="{D6A9A335-9BE0-8119-9D11-08C8DBB38080}"/>
                      </a:ext>
                    </a:extLst>
                  </p:cNvPr>
                  <p:cNvSpPr txBox="1"/>
                  <p:nvPr/>
                </p:nvSpPr>
                <p:spPr>
                  <a:xfrm rot="5400000">
                    <a:off x="1769720" y="6397318"/>
                    <a:ext cx="394660" cy="36933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kumimoji="1" lang="ja-JP" altLang="en-US" i="1" smtClean="0">
                              <a:latin typeface="Cambria Math" panose="02040503050406030204" pitchFamily="18" charset="0"/>
                            </a:rPr>
                            <m:t>∈</m:t>
                          </m:r>
                        </m:oMath>
                      </m:oMathPara>
                    </a14:m>
                    <a:endParaRPr kumimoji="1" lang="ja-JP" altLang="en-US"/>
                  </a:p>
                </p:txBody>
              </p:sp>
            </mc:Choice>
            <mc:Fallback xmlns="">
              <p:sp>
                <p:nvSpPr>
                  <p:cNvPr id="90" name="テキスト ボックス 89">
                    <a:extLst>
                      <a:ext uri="{FF2B5EF4-FFF2-40B4-BE49-F238E27FC236}">
                        <a16:creationId xmlns:a16="http://schemas.microsoft.com/office/drawing/2014/main" id="{D6A9A335-9BE0-8119-9D11-08C8DBB38080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 rot="5400000">
                    <a:off x="1769720" y="6397318"/>
                    <a:ext cx="394660" cy="369332"/>
                  </a:xfrm>
                  <a:prstGeom prst="rect">
                    <a:avLst/>
                  </a:prstGeom>
                  <a:blipFill>
                    <a:blip r:embed="rId22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ja-JP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91" name="テキスト ボックス 90">
                    <a:extLst>
                      <a:ext uri="{FF2B5EF4-FFF2-40B4-BE49-F238E27FC236}">
                        <a16:creationId xmlns:a16="http://schemas.microsoft.com/office/drawing/2014/main" id="{ED304F8F-1F0A-ED3A-E669-F83F4406EB3B}"/>
                      </a:ext>
                    </a:extLst>
                  </p:cNvPr>
                  <p:cNvSpPr txBox="1"/>
                  <p:nvPr/>
                </p:nvSpPr>
                <p:spPr>
                  <a:xfrm>
                    <a:off x="1533178" y="6673334"/>
                    <a:ext cx="915361" cy="369332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kumimoji="1" lang="en-US" altLang="ja-JP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kumimoji="1" lang="en-US" altLang="ja-JP" b="0" i="1" smtClean="0"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e>
                            <m:sub>
                              <m:r>
                                <a:rPr kumimoji="1" lang="en-US" altLang="ja-JP" b="0" i="1" smtClean="0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sub>
                          </m:sSub>
                          <m:r>
                            <a:rPr kumimoji="1" lang="en-US" altLang="ja-JP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sSub>
                            <m:sSubPr>
                              <m:ctrlPr>
                                <a:rPr kumimoji="1" lang="en-US" altLang="ja-JP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kumimoji="1" lang="en-US" altLang="ja-JP" b="0" i="1" smtClean="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kumimoji="1" lang="en-US" altLang="ja-JP" b="0" i="1" smtClean="0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  <m:r>
                                <a:rPr kumimoji="1" lang="en-US" altLang="ja-JP" b="0" i="1" smtClean="0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sub>
                          </m:sSub>
                          <m:r>
                            <a:rPr kumimoji="1" lang="en-US" altLang="ja-JP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oMath>
                      </m:oMathPara>
                    </a14:m>
                    <a:endParaRPr kumimoji="1" lang="ja-JP" altLang="en-US" sz="1050"/>
                  </a:p>
                </p:txBody>
              </p:sp>
            </mc:Choice>
            <mc:Fallback xmlns="">
              <p:sp>
                <p:nvSpPr>
                  <p:cNvPr id="91" name="テキスト ボックス 90">
                    <a:extLst>
                      <a:ext uri="{FF2B5EF4-FFF2-40B4-BE49-F238E27FC236}">
                        <a16:creationId xmlns:a16="http://schemas.microsoft.com/office/drawing/2014/main" id="{ED304F8F-1F0A-ED3A-E669-F83F4406EB3B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533178" y="6673334"/>
                    <a:ext cx="915361" cy="369332"/>
                  </a:xfrm>
                  <a:prstGeom prst="rect">
                    <a:avLst/>
                  </a:prstGeom>
                  <a:blipFill>
                    <a:blip r:embed="rId23"/>
                    <a:stretch>
                      <a:fillRect r="-17808" b="-12903"/>
                    </a:stretch>
                  </a:blipFill>
                </p:spPr>
                <p:txBody>
                  <a:bodyPr/>
                  <a:lstStyle/>
                  <a:p>
                    <a:r>
                      <a:rPr lang="ja-JP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</p:grpSp>
      <p:sp>
        <p:nvSpPr>
          <p:cNvPr id="93" name="テキスト ボックス 92">
            <a:extLst>
              <a:ext uri="{FF2B5EF4-FFF2-40B4-BE49-F238E27FC236}">
                <a16:creationId xmlns:a16="http://schemas.microsoft.com/office/drawing/2014/main" id="{35CF75AF-01E7-B50F-9523-807833AFDE28}"/>
              </a:ext>
            </a:extLst>
          </p:cNvPr>
          <p:cNvSpPr txBox="1"/>
          <p:nvPr/>
        </p:nvSpPr>
        <p:spPr>
          <a:xfrm rot="10800000">
            <a:off x="4166721" y="6019815"/>
            <a:ext cx="50076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dirty="0"/>
              <a:t>…</a:t>
            </a:r>
            <a:endParaRPr kumimoji="1" lang="ja-JP" altLang="en-US"/>
          </a:p>
        </p:txBody>
      </p:sp>
      <p:cxnSp>
        <p:nvCxnSpPr>
          <p:cNvPr id="94" name="直線矢印コネクタ 93">
            <a:extLst>
              <a:ext uri="{FF2B5EF4-FFF2-40B4-BE49-F238E27FC236}">
                <a16:creationId xmlns:a16="http://schemas.microsoft.com/office/drawing/2014/main" id="{5E0E9989-0E08-0C98-2C2A-B16EF85894C0}"/>
              </a:ext>
            </a:extLst>
          </p:cNvPr>
          <p:cNvCxnSpPr>
            <a:cxnSpLocks/>
          </p:cNvCxnSpPr>
          <p:nvPr/>
        </p:nvCxnSpPr>
        <p:spPr>
          <a:xfrm flipV="1">
            <a:off x="4806017" y="6226513"/>
            <a:ext cx="504260" cy="5545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5" name="直線矢印コネクタ 94">
            <a:extLst>
              <a:ext uri="{FF2B5EF4-FFF2-40B4-BE49-F238E27FC236}">
                <a16:creationId xmlns:a16="http://schemas.microsoft.com/office/drawing/2014/main" id="{999126B8-8C33-13C8-5025-25C89715DCFB}"/>
              </a:ext>
            </a:extLst>
          </p:cNvPr>
          <p:cNvCxnSpPr>
            <a:cxnSpLocks/>
          </p:cNvCxnSpPr>
          <p:nvPr/>
        </p:nvCxnSpPr>
        <p:spPr>
          <a:xfrm flipV="1">
            <a:off x="7197358" y="6239636"/>
            <a:ext cx="504260" cy="5545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6" name="テキスト ボックス 95">
            <a:extLst>
              <a:ext uri="{FF2B5EF4-FFF2-40B4-BE49-F238E27FC236}">
                <a16:creationId xmlns:a16="http://schemas.microsoft.com/office/drawing/2014/main" id="{C409B642-6C10-D31D-A2F5-2BC59EF56487}"/>
              </a:ext>
            </a:extLst>
          </p:cNvPr>
          <p:cNvSpPr txBox="1"/>
          <p:nvPr/>
        </p:nvSpPr>
        <p:spPr>
          <a:xfrm rot="10800000">
            <a:off x="7800031" y="6027375"/>
            <a:ext cx="50076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dirty="0"/>
              <a:t>…</a:t>
            </a:r>
            <a:endParaRPr kumimoji="1" lang="ja-JP" altLang="en-US"/>
          </a:p>
        </p:txBody>
      </p:sp>
      <p:cxnSp>
        <p:nvCxnSpPr>
          <p:cNvPr id="97" name="直線矢印コネクタ 96">
            <a:extLst>
              <a:ext uri="{FF2B5EF4-FFF2-40B4-BE49-F238E27FC236}">
                <a16:creationId xmlns:a16="http://schemas.microsoft.com/office/drawing/2014/main" id="{3D391E08-0A4E-D3F2-72B9-69BD9F8C9DC5}"/>
              </a:ext>
            </a:extLst>
          </p:cNvPr>
          <p:cNvCxnSpPr>
            <a:cxnSpLocks/>
          </p:cNvCxnSpPr>
          <p:nvPr/>
        </p:nvCxnSpPr>
        <p:spPr>
          <a:xfrm flipV="1">
            <a:off x="2955798" y="5891228"/>
            <a:ext cx="0" cy="257173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98" name="テキスト ボックス 97">
                <a:extLst>
                  <a:ext uri="{FF2B5EF4-FFF2-40B4-BE49-F238E27FC236}">
                    <a16:creationId xmlns:a16="http://schemas.microsoft.com/office/drawing/2014/main" id="{DB5712F2-D661-E663-65B7-9BEBB4F0D8E1}"/>
                  </a:ext>
                </a:extLst>
              </p:cNvPr>
              <p:cNvSpPr txBox="1"/>
              <p:nvPr/>
            </p:nvSpPr>
            <p:spPr>
              <a:xfrm>
                <a:off x="2522181" y="5574769"/>
                <a:ext cx="915361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ja-JP" sz="1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ja-JP" sz="1400" b="0" i="1" smtClean="0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kumimoji="1" lang="en-US" altLang="ja-JP" sz="1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kumimoji="1" lang="en-US" altLang="ja-JP" sz="1400" b="0" i="1" smtClean="0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kumimoji="1" lang="en-US" altLang="ja-JP" sz="1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ja-JP" sz="1400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  <m:sub>
                          <m:r>
                            <a:rPr kumimoji="1" lang="en-US" altLang="ja-JP" sz="1400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kumimoji="1" lang="en-US" altLang="ja-JP" sz="1400" b="0" i="1" smtClean="0"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kumimoji="1" lang="en-US" altLang="ja-JP" sz="1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ja-JP" sz="1400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kumimoji="1" lang="en-US" altLang="ja-JP" sz="1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kumimoji="1" lang="en-US" altLang="ja-JP" sz="1400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kumimoji="1" lang="ja-JP" altLang="en-US" sz="900"/>
              </a:p>
            </p:txBody>
          </p:sp>
        </mc:Choice>
        <mc:Fallback xmlns="">
          <p:sp>
            <p:nvSpPr>
              <p:cNvPr id="98" name="テキスト ボックス 97">
                <a:extLst>
                  <a:ext uri="{FF2B5EF4-FFF2-40B4-BE49-F238E27FC236}">
                    <a16:creationId xmlns:a16="http://schemas.microsoft.com/office/drawing/2014/main" id="{DB5712F2-D661-E663-65B7-9BEBB4F0D8E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22181" y="5574769"/>
                <a:ext cx="915361" cy="307777"/>
              </a:xfrm>
              <a:prstGeom prst="rect">
                <a:avLst/>
              </a:prstGeom>
              <a:blipFill>
                <a:blip r:embed="rId24"/>
                <a:stretch>
                  <a:fillRect b="-7692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99" name="直線矢印コネクタ 98">
            <a:extLst>
              <a:ext uri="{FF2B5EF4-FFF2-40B4-BE49-F238E27FC236}">
                <a16:creationId xmlns:a16="http://schemas.microsoft.com/office/drawing/2014/main" id="{3EFC3089-21D2-17BE-C433-E342C3E20519}"/>
              </a:ext>
            </a:extLst>
          </p:cNvPr>
          <p:cNvCxnSpPr>
            <a:cxnSpLocks/>
          </p:cNvCxnSpPr>
          <p:nvPr/>
        </p:nvCxnSpPr>
        <p:spPr>
          <a:xfrm flipV="1">
            <a:off x="6455447" y="5923290"/>
            <a:ext cx="0" cy="257173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00" name="テキスト ボックス 99">
                <a:extLst>
                  <a:ext uri="{FF2B5EF4-FFF2-40B4-BE49-F238E27FC236}">
                    <a16:creationId xmlns:a16="http://schemas.microsoft.com/office/drawing/2014/main" id="{DB7D5CA6-3D05-0B30-2A35-A88A612481A0}"/>
                  </a:ext>
                </a:extLst>
              </p:cNvPr>
              <p:cNvSpPr txBox="1"/>
              <p:nvPr/>
            </p:nvSpPr>
            <p:spPr>
              <a:xfrm>
                <a:off x="5997766" y="5606831"/>
                <a:ext cx="915361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ja-JP" sz="1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ja-JP" sz="1400" b="0" i="1" smtClean="0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kumimoji="1" lang="en-US" altLang="ja-JP" sz="1400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</m:sSub>
                      <m:r>
                        <a:rPr kumimoji="1" lang="en-US" altLang="ja-JP" sz="1400" b="0" i="1" smtClean="0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kumimoji="1" lang="en-US" altLang="ja-JP" sz="1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ja-JP" sz="1400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  <m:sub>
                          <m:r>
                            <a:rPr kumimoji="1" lang="en-US" altLang="ja-JP" sz="1400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kumimoji="1" lang="en-US" altLang="ja-JP" sz="1400" b="0" i="1" smtClean="0">
                              <a:latin typeface="Cambria Math" panose="02040503050406030204" pitchFamily="18" charset="0"/>
                            </a:rPr>
                            <m:t>−1</m:t>
                          </m:r>
                        </m:sub>
                      </m:sSub>
                      <m:r>
                        <a:rPr kumimoji="1" lang="en-US" altLang="ja-JP" sz="1400" b="0" i="1" smtClean="0"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kumimoji="1" lang="en-US" altLang="ja-JP" sz="1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ja-JP" sz="1400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kumimoji="1" lang="en-US" altLang="ja-JP" sz="1400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</m:sSub>
                      <m:r>
                        <a:rPr kumimoji="1" lang="en-US" altLang="ja-JP" sz="1400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kumimoji="1" lang="ja-JP" altLang="en-US" sz="900"/>
              </a:p>
            </p:txBody>
          </p:sp>
        </mc:Choice>
        <mc:Fallback xmlns="">
          <p:sp>
            <p:nvSpPr>
              <p:cNvPr id="100" name="テキスト ボックス 99">
                <a:extLst>
                  <a:ext uri="{FF2B5EF4-FFF2-40B4-BE49-F238E27FC236}">
                    <a16:creationId xmlns:a16="http://schemas.microsoft.com/office/drawing/2014/main" id="{DB7D5CA6-3D05-0B30-2A35-A88A612481A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97766" y="5606831"/>
                <a:ext cx="915361" cy="307777"/>
              </a:xfrm>
              <a:prstGeom prst="rect">
                <a:avLst/>
              </a:prstGeom>
              <a:blipFill>
                <a:blip r:embed="rId25"/>
                <a:stretch>
                  <a:fillRect r="-20548" b="-12000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18534066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円/楕円 14">
            <a:extLst>
              <a:ext uri="{FF2B5EF4-FFF2-40B4-BE49-F238E27FC236}">
                <a16:creationId xmlns:a16="http://schemas.microsoft.com/office/drawing/2014/main" id="{57FA4CB0-3D72-AB2C-4912-CD1C0DA61122}"/>
              </a:ext>
            </a:extLst>
          </p:cNvPr>
          <p:cNvSpPr/>
          <p:nvPr/>
        </p:nvSpPr>
        <p:spPr>
          <a:xfrm>
            <a:off x="1900404" y="4832958"/>
            <a:ext cx="317711" cy="228380"/>
          </a:xfrm>
          <a:prstGeom prst="ellipse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26" name="直線コネクタ 25">
            <a:extLst>
              <a:ext uri="{FF2B5EF4-FFF2-40B4-BE49-F238E27FC236}">
                <a16:creationId xmlns:a16="http://schemas.microsoft.com/office/drawing/2014/main" id="{1578185F-71BD-4A98-35F2-BD215CE15869}"/>
              </a:ext>
            </a:extLst>
          </p:cNvPr>
          <p:cNvCxnSpPr>
            <a:cxnSpLocks/>
            <a:stCxn id="15" idx="6"/>
          </p:cNvCxnSpPr>
          <p:nvPr/>
        </p:nvCxnSpPr>
        <p:spPr>
          <a:xfrm>
            <a:off x="2218115" y="4947148"/>
            <a:ext cx="1112542" cy="346201"/>
          </a:xfrm>
          <a:prstGeom prst="line">
            <a:avLst/>
          </a:prstGeom>
          <a:ln w="190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38" name="テキスト ボックス 37">
                <a:extLst>
                  <a:ext uri="{FF2B5EF4-FFF2-40B4-BE49-F238E27FC236}">
                    <a16:creationId xmlns:a16="http://schemas.microsoft.com/office/drawing/2014/main" id="{AA4C7FBD-E184-C2C6-74E0-C86D3B616FA8}"/>
                  </a:ext>
                </a:extLst>
              </p:cNvPr>
              <p:cNvSpPr txBox="1"/>
              <p:nvPr/>
            </p:nvSpPr>
            <p:spPr>
              <a:xfrm>
                <a:off x="1647817" y="6891162"/>
                <a:ext cx="915361" cy="31720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ja-JP" sz="1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ja-JP" sz="1400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  <m:sub>
                          <m:r>
                            <a:rPr kumimoji="1" lang="en-US" altLang="ja-JP" sz="1400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</m:oMath>
                  </m:oMathPara>
                </a14:m>
                <a:endParaRPr kumimoji="1" lang="ja-JP" altLang="en-US" sz="900"/>
              </a:p>
            </p:txBody>
          </p:sp>
        </mc:Choice>
        <mc:Fallback>
          <p:sp>
            <p:nvSpPr>
              <p:cNvPr id="38" name="テキスト ボックス 37">
                <a:extLst>
                  <a:ext uri="{FF2B5EF4-FFF2-40B4-BE49-F238E27FC236}">
                    <a16:creationId xmlns:a16="http://schemas.microsoft.com/office/drawing/2014/main" id="{AA4C7FBD-E184-C2C6-74E0-C86D3B616FA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47817" y="6891162"/>
                <a:ext cx="915361" cy="317203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4" name="テキスト ボックス 13">
                <a:extLst>
                  <a:ext uri="{FF2B5EF4-FFF2-40B4-BE49-F238E27FC236}">
                    <a16:creationId xmlns:a16="http://schemas.microsoft.com/office/drawing/2014/main" id="{CAB52F17-C625-EF86-0734-B013D3D05565}"/>
                  </a:ext>
                </a:extLst>
              </p:cNvPr>
              <p:cNvSpPr txBox="1"/>
              <p:nvPr/>
            </p:nvSpPr>
            <p:spPr>
              <a:xfrm>
                <a:off x="5395454" y="5654001"/>
                <a:ext cx="1216424" cy="2308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ja-JP" sz="900" b="0" i="1" smtClean="0"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kumimoji="1" lang="ja-JP" altLang="en-US" sz="900"/>
              </a:p>
            </p:txBody>
          </p:sp>
        </mc:Choice>
        <mc:Fallback>
          <p:sp>
            <p:nvSpPr>
              <p:cNvPr id="14" name="テキスト ボックス 13">
                <a:extLst>
                  <a:ext uri="{FF2B5EF4-FFF2-40B4-BE49-F238E27FC236}">
                    <a16:creationId xmlns:a16="http://schemas.microsoft.com/office/drawing/2014/main" id="{CAB52F17-C625-EF86-0734-B013D3D0556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95454" y="5654001"/>
                <a:ext cx="1216424" cy="230832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1" name="直線矢印コネクタ 20">
            <a:extLst>
              <a:ext uri="{FF2B5EF4-FFF2-40B4-BE49-F238E27FC236}">
                <a16:creationId xmlns:a16="http://schemas.microsoft.com/office/drawing/2014/main" id="{B90277E7-83F9-6C20-578C-A3E41DB6529D}"/>
              </a:ext>
            </a:extLst>
          </p:cNvPr>
          <p:cNvCxnSpPr>
            <a:cxnSpLocks/>
          </p:cNvCxnSpPr>
          <p:nvPr/>
        </p:nvCxnSpPr>
        <p:spPr>
          <a:xfrm flipV="1">
            <a:off x="2099510" y="6177156"/>
            <a:ext cx="0" cy="725176"/>
          </a:xfrm>
          <a:prstGeom prst="straightConnector1">
            <a:avLst/>
          </a:prstGeom>
          <a:ln w="1905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円/楕円 22">
            <a:extLst>
              <a:ext uri="{FF2B5EF4-FFF2-40B4-BE49-F238E27FC236}">
                <a16:creationId xmlns:a16="http://schemas.microsoft.com/office/drawing/2014/main" id="{F39B2747-682B-AACD-0EDD-BAF8D14D8E4C}"/>
              </a:ext>
            </a:extLst>
          </p:cNvPr>
          <p:cNvSpPr/>
          <p:nvPr/>
        </p:nvSpPr>
        <p:spPr>
          <a:xfrm>
            <a:off x="1925498" y="6890216"/>
            <a:ext cx="360000" cy="360000"/>
          </a:xfrm>
          <a:prstGeom prst="ellipse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4" name="テキスト ボックス 23">
                <a:extLst>
                  <a:ext uri="{FF2B5EF4-FFF2-40B4-BE49-F238E27FC236}">
                    <a16:creationId xmlns:a16="http://schemas.microsoft.com/office/drawing/2014/main" id="{91CD2141-DE07-E218-E95A-2BE85605564B}"/>
                  </a:ext>
                </a:extLst>
              </p:cNvPr>
              <p:cNvSpPr txBox="1"/>
              <p:nvPr/>
            </p:nvSpPr>
            <p:spPr>
              <a:xfrm>
                <a:off x="3104882" y="6884417"/>
                <a:ext cx="915361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ja-JP" sz="1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ja-JP" sz="1400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  <m:sub>
                          <m:r>
                            <a:rPr kumimoji="1" lang="en-US" altLang="ja-JP" sz="1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kumimoji="1" lang="ja-JP" altLang="en-US" sz="900"/>
              </a:p>
            </p:txBody>
          </p:sp>
        </mc:Choice>
        <mc:Fallback>
          <p:sp>
            <p:nvSpPr>
              <p:cNvPr id="24" name="テキスト ボックス 23">
                <a:extLst>
                  <a:ext uri="{FF2B5EF4-FFF2-40B4-BE49-F238E27FC236}">
                    <a16:creationId xmlns:a16="http://schemas.microsoft.com/office/drawing/2014/main" id="{91CD2141-DE07-E218-E95A-2BE85605564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04882" y="6884417"/>
                <a:ext cx="915361" cy="307777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5" name="直線矢印コネクタ 24">
            <a:extLst>
              <a:ext uri="{FF2B5EF4-FFF2-40B4-BE49-F238E27FC236}">
                <a16:creationId xmlns:a16="http://schemas.microsoft.com/office/drawing/2014/main" id="{CE97852D-102F-083F-4724-3F6B8CA0BBAA}"/>
              </a:ext>
            </a:extLst>
          </p:cNvPr>
          <p:cNvCxnSpPr/>
          <p:nvPr/>
        </p:nvCxnSpPr>
        <p:spPr>
          <a:xfrm flipV="1">
            <a:off x="3556575" y="6160886"/>
            <a:ext cx="0" cy="725176"/>
          </a:xfrm>
          <a:prstGeom prst="straightConnector1">
            <a:avLst/>
          </a:prstGeom>
          <a:ln w="1905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円/楕円 26">
            <a:extLst>
              <a:ext uri="{FF2B5EF4-FFF2-40B4-BE49-F238E27FC236}">
                <a16:creationId xmlns:a16="http://schemas.microsoft.com/office/drawing/2014/main" id="{DD299F5A-0CC5-87AF-F72E-5EB577F296C4}"/>
              </a:ext>
            </a:extLst>
          </p:cNvPr>
          <p:cNvSpPr/>
          <p:nvPr/>
        </p:nvSpPr>
        <p:spPr>
          <a:xfrm>
            <a:off x="3382563" y="6883471"/>
            <a:ext cx="360000" cy="360000"/>
          </a:xfrm>
          <a:prstGeom prst="ellipse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8" name="テキスト ボックス 27">
                <a:extLst>
                  <a:ext uri="{FF2B5EF4-FFF2-40B4-BE49-F238E27FC236}">
                    <a16:creationId xmlns:a16="http://schemas.microsoft.com/office/drawing/2014/main" id="{93E922DD-FF67-F51C-2838-B70E1487BBC9}"/>
                  </a:ext>
                </a:extLst>
              </p:cNvPr>
              <p:cNvSpPr txBox="1"/>
              <p:nvPr/>
            </p:nvSpPr>
            <p:spPr>
              <a:xfrm>
                <a:off x="5547870" y="6856069"/>
                <a:ext cx="915361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ja-JP" sz="1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ja-JP" sz="1400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  <m:sub>
                          <m:r>
                            <a:rPr kumimoji="1" lang="en-US" altLang="ja-JP" sz="1400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kumimoji="1" lang="en-US" altLang="ja-JP" sz="1400" b="0" i="1" smtClean="0">
                              <a:latin typeface="Cambria Math" panose="02040503050406030204" pitchFamily="18" charset="0"/>
                            </a:rPr>
                            <m:t>−1</m:t>
                          </m:r>
                        </m:sub>
                      </m:sSub>
                    </m:oMath>
                  </m:oMathPara>
                </a14:m>
                <a:endParaRPr kumimoji="1" lang="ja-JP" altLang="en-US" sz="900"/>
              </a:p>
            </p:txBody>
          </p:sp>
        </mc:Choice>
        <mc:Fallback>
          <p:sp>
            <p:nvSpPr>
              <p:cNvPr id="28" name="テキスト ボックス 27">
                <a:extLst>
                  <a:ext uri="{FF2B5EF4-FFF2-40B4-BE49-F238E27FC236}">
                    <a16:creationId xmlns:a16="http://schemas.microsoft.com/office/drawing/2014/main" id="{93E922DD-FF67-F51C-2838-B70E1487BBC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47870" y="6856069"/>
                <a:ext cx="915361" cy="307777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9" name="直線矢印コネクタ 28">
            <a:extLst>
              <a:ext uri="{FF2B5EF4-FFF2-40B4-BE49-F238E27FC236}">
                <a16:creationId xmlns:a16="http://schemas.microsoft.com/office/drawing/2014/main" id="{960CDCF5-49D8-58F5-3500-E8CE5C771870}"/>
              </a:ext>
            </a:extLst>
          </p:cNvPr>
          <p:cNvCxnSpPr/>
          <p:nvPr/>
        </p:nvCxnSpPr>
        <p:spPr>
          <a:xfrm flipV="1">
            <a:off x="5999821" y="6151588"/>
            <a:ext cx="0" cy="725176"/>
          </a:xfrm>
          <a:prstGeom prst="straightConnector1">
            <a:avLst/>
          </a:prstGeom>
          <a:ln w="1905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円/楕円 29">
            <a:extLst>
              <a:ext uri="{FF2B5EF4-FFF2-40B4-BE49-F238E27FC236}">
                <a16:creationId xmlns:a16="http://schemas.microsoft.com/office/drawing/2014/main" id="{356E1C51-6200-7A2A-889C-BFD1E5A930FD}"/>
              </a:ext>
            </a:extLst>
          </p:cNvPr>
          <p:cNvSpPr/>
          <p:nvPr/>
        </p:nvSpPr>
        <p:spPr>
          <a:xfrm>
            <a:off x="5825809" y="6855123"/>
            <a:ext cx="360000" cy="360000"/>
          </a:xfrm>
          <a:prstGeom prst="ellipse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1" name="テキスト ボックス 30">
                <a:extLst>
                  <a:ext uri="{FF2B5EF4-FFF2-40B4-BE49-F238E27FC236}">
                    <a16:creationId xmlns:a16="http://schemas.microsoft.com/office/drawing/2014/main" id="{58FD18DD-38E5-2BC9-1889-54D577EF07D0}"/>
                  </a:ext>
                </a:extLst>
              </p:cNvPr>
              <p:cNvSpPr txBox="1"/>
              <p:nvPr/>
            </p:nvSpPr>
            <p:spPr>
              <a:xfrm>
                <a:off x="7754470" y="6865402"/>
                <a:ext cx="915361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ja-JP" sz="1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ja-JP" sz="1400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  <m:sub>
                          <m:r>
                            <a:rPr kumimoji="1" lang="en-US" altLang="ja-JP" sz="1400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</m:sSub>
                    </m:oMath>
                  </m:oMathPara>
                </a14:m>
                <a:endParaRPr kumimoji="1" lang="ja-JP" altLang="en-US" sz="900"/>
              </a:p>
            </p:txBody>
          </p:sp>
        </mc:Choice>
        <mc:Fallback>
          <p:sp>
            <p:nvSpPr>
              <p:cNvPr id="31" name="テキスト ボックス 30">
                <a:extLst>
                  <a:ext uri="{FF2B5EF4-FFF2-40B4-BE49-F238E27FC236}">
                    <a16:creationId xmlns:a16="http://schemas.microsoft.com/office/drawing/2014/main" id="{58FD18DD-38E5-2BC9-1889-54D577EF07D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54470" y="6865402"/>
                <a:ext cx="915361" cy="307777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2" name="直線矢印コネクタ 31">
            <a:extLst>
              <a:ext uri="{FF2B5EF4-FFF2-40B4-BE49-F238E27FC236}">
                <a16:creationId xmlns:a16="http://schemas.microsoft.com/office/drawing/2014/main" id="{EDCA1B7A-8BEB-079E-76CD-C389A65CE1D8}"/>
              </a:ext>
            </a:extLst>
          </p:cNvPr>
          <p:cNvCxnSpPr/>
          <p:nvPr/>
        </p:nvCxnSpPr>
        <p:spPr>
          <a:xfrm flipV="1">
            <a:off x="8206163" y="6151396"/>
            <a:ext cx="0" cy="725176"/>
          </a:xfrm>
          <a:prstGeom prst="straightConnector1">
            <a:avLst/>
          </a:prstGeom>
          <a:ln w="1905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円/楕円 32">
            <a:extLst>
              <a:ext uri="{FF2B5EF4-FFF2-40B4-BE49-F238E27FC236}">
                <a16:creationId xmlns:a16="http://schemas.microsoft.com/office/drawing/2014/main" id="{0F515F46-5375-00C3-B46A-89AB8851ADE8}"/>
              </a:ext>
            </a:extLst>
          </p:cNvPr>
          <p:cNvSpPr/>
          <p:nvPr/>
        </p:nvSpPr>
        <p:spPr>
          <a:xfrm>
            <a:off x="8032151" y="6864456"/>
            <a:ext cx="360000" cy="360000"/>
          </a:xfrm>
          <a:prstGeom prst="ellipse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grpSp>
        <p:nvGrpSpPr>
          <p:cNvPr id="41" name="グループ化 40">
            <a:extLst>
              <a:ext uri="{FF2B5EF4-FFF2-40B4-BE49-F238E27FC236}">
                <a16:creationId xmlns:a16="http://schemas.microsoft.com/office/drawing/2014/main" id="{8831B6F9-DD40-D5B9-6FDB-EAB6F5522E16}"/>
              </a:ext>
            </a:extLst>
          </p:cNvPr>
          <p:cNvGrpSpPr/>
          <p:nvPr/>
        </p:nvGrpSpPr>
        <p:grpSpPr>
          <a:xfrm>
            <a:off x="1685066" y="7221466"/>
            <a:ext cx="915361" cy="658012"/>
            <a:chOff x="1533178" y="6384654"/>
            <a:chExt cx="915361" cy="658012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4" name="テキスト ボックス 33">
                  <a:extLst>
                    <a:ext uri="{FF2B5EF4-FFF2-40B4-BE49-F238E27FC236}">
                      <a16:creationId xmlns:a16="http://schemas.microsoft.com/office/drawing/2014/main" id="{FD9DE859-C7DB-5AFC-5B86-9CD0065C045F}"/>
                    </a:ext>
                  </a:extLst>
                </p:cNvPr>
                <p:cNvSpPr txBox="1"/>
                <p:nvPr/>
              </p:nvSpPr>
              <p:spPr>
                <a:xfrm rot="5400000">
                  <a:off x="1769720" y="6397318"/>
                  <a:ext cx="394660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kumimoji="1" lang="ja-JP" altLang="en-US" i="1" smtClean="0">
                            <a:latin typeface="Cambria Math" panose="02040503050406030204" pitchFamily="18" charset="0"/>
                          </a:rPr>
                          <m:t>∈</m:t>
                        </m:r>
                      </m:oMath>
                    </m:oMathPara>
                  </a14:m>
                  <a:endParaRPr kumimoji="1" lang="ja-JP" altLang="en-US"/>
                </a:p>
              </p:txBody>
            </p:sp>
          </mc:Choice>
          <mc:Fallback xmlns="">
            <p:sp>
              <p:nvSpPr>
                <p:cNvPr id="34" name="テキスト ボックス 33">
                  <a:extLst>
                    <a:ext uri="{FF2B5EF4-FFF2-40B4-BE49-F238E27FC236}">
                      <a16:creationId xmlns:a16="http://schemas.microsoft.com/office/drawing/2014/main" id="{FD9DE859-C7DB-5AFC-5B86-9CD0065C045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 rot="5400000">
                  <a:off x="1769720" y="6397318"/>
                  <a:ext cx="394660" cy="369332"/>
                </a:xfrm>
                <a:prstGeom prst="rect">
                  <a:avLst/>
                </a:prstGeom>
                <a:blipFill>
                  <a:blip r:embed="rId11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ja-JP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9" name="テキスト ボックス 38">
                  <a:extLst>
                    <a:ext uri="{FF2B5EF4-FFF2-40B4-BE49-F238E27FC236}">
                      <a16:creationId xmlns:a16="http://schemas.microsoft.com/office/drawing/2014/main" id="{E52354A8-EA97-E59B-2915-01A5405514DE}"/>
                    </a:ext>
                  </a:extLst>
                </p:cNvPr>
                <p:cNvSpPr txBox="1"/>
                <p:nvPr/>
              </p:nvSpPr>
              <p:spPr>
                <a:xfrm>
                  <a:off x="1533178" y="6673334"/>
                  <a:ext cx="915361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kumimoji="1" lang="en-US" altLang="ja-JP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1" lang="en-US" altLang="ja-JP" b="0" i="1" smtClean="0">
                                <a:latin typeface="Cambria Math" panose="02040503050406030204" pitchFamily="18" charset="0"/>
                              </a:rPr>
                              <m:t>𝑆</m:t>
                            </m:r>
                          </m:e>
                          <m:sub>
                            <m:r>
                              <a:rPr kumimoji="1" lang="en-US" altLang="ja-JP" b="0" i="1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oMath>
                    </m:oMathPara>
                  </a14:m>
                  <a:endParaRPr kumimoji="1" lang="ja-JP" altLang="en-US" sz="1050"/>
                </a:p>
              </p:txBody>
            </p:sp>
          </mc:Choice>
          <mc:Fallback xmlns="">
            <p:sp>
              <p:nvSpPr>
                <p:cNvPr id="39" name="テキスト ボックス 38">
                  <a:extLst>
                    <a:ext uri="{FF2B5EF4-FFF2-40B4-BE49-F238E27FC236}">
                      <a16:creationId xmlns:a16="http://schemas.microsoft.com/office/drawing/2014/main" id="{E52354A8-EA97-E59B-2915-01A5405514D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533178" y="6673334"/>
                  <a:ext cx="915361" cy="369332"/>
                </a:xfrm>
                <a:prstGeom prst="rect">
                  <a:avLst/>
                </a:prstGeom>
                <a:blipFill>
                  <a:blip r:embed="rId1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ja-JP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43" name="グループ化 42">
            <a:extLst>
              <a:ext uri="{FF2B5EF4-FFF2-40B4-BE49-F238E27FC236}">
                <a16:creationId xmlns:a16="http://schemas.microsoft.com/office/drawing/2014/main" id="{905329C1-5891-522C-0562-28630DBA4DE1}"/>
              </a:ext>
            </a:extLst>
          </p:cNvPr>
          <p:cNvGrpSpPr/>
          <p:nvPr/>
        </p:nvGrpSpPr>
        <p:grpSpPr>
          <a:xfrm>
            <a:off x="3115277" y="7273500"/>
            <a:ext cx="915361" cy="658012"/>
            <a:chOff x="1533178" y="6384654"/>
            <a:chExt cx="915361" cy="658012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4" name="テキスト ボックス 43">
                  <a:extLst>
                    <a:ext uri="{FF2B5EF4-FFF2-40B4-BE49-F238E27FC236}">
                      <a16:creationId xmlns:a16="http://schemas.microsoft.com/office/drawing/2014/main" id="{58B14397-C394-BAFE-2563-0F5B8213579B}"/>
                    </a:ext>
                  </a:extLst>
                </p:cNvPr>
                <p:cNvSpPr txBox="1"/>
                <p:nvPr/>
              </p:nvSpPr>
              <p:spPr>
                <a:xfrm rot="5400000">
                  <a:off x="1769720" y="6397318"/>
                  <a:ext cx="394660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kumimoji="1" lang="ja-JP" altLang="en-US" i="1" smtClean="0">
                            <a:latin typeface="Cambria Math" panose="02040503050406030204" pitchFamily="18" charset="0"/>
                          </a:rPr>
                          <m:t>∈</m:t>
                        </m:r>
                      </m:oMath>
                    </m:oMathPara>
                  </a14:m>
                  <a:endParaRPr kumimoji="1" lang="ja-JP" altLang="en-US"/>
                </a:p>
              </p:txBody>
            </p:sp>
          </mc:Choice>
          <mc:Fallback xmlns="">
            <p:sp>
              <p:nvSpPr>
                <p:cNvPr id="44" name="テキスト ボックス 43">
                  <a:extLst>
                    <a:ext uri="{FF2B5EF4-FFF2-40B4-BE49-F238E27FC236}">
                      <a16:creationId xmlns:a16="http://schemas.microsoft.com/office/drawing/2014/main" id="{58B14397-C394-BAFE-2563-0F5B8213579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 rot="5400000">
                  <a:off x="1769720" y="6397318"/>
                  <a:ext cx="394660" cy="369332"/>
                </a:xfrm>
                <a:prstGeom prst="rect">
                  <a:avLst/>
                </a:prstGeom>
                <a:blipFill>
                  <a:blip r:embed="rId1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ja-JP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5" name="テキスト ボックス 44">
                  <a:extLst>
                    <a:ext uri="{FF2B5EF4-FFF2-40B4-BE49-F238E27FC236}">
                      <a16:creationId xmlns:a16="http://schemas.microsoft.com/office/drawing/2014/main" id="{AD6CA361-BA0D-96A1-CAB1-06E8228E07B8}"/>
                    </a:ext>
                  </a:extLst>
                </p:cNvPr>
                <p:cNvSpPr txBox="1"/>
                <p:nvPr/>
              </p:nvSpPr>
              <p:spPr>
                <a:xfrm>
                  <a:off x="1533178" y="6673334"/>
                  <a:ext cx="915361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kumimoji="1" lang="en-US" altLang="ja-JP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1" lang="en-US" altLang="ja-JP" b="0" i="1" smtClean="0">
                                <a:latin typeface="Cambria Math" panose="02040503050406030204" pitchFamily="18" charset="0"/>
                              </a:rPr>
                              <m:t>𝑆</m:t>
                            </m:r>
                          </m:e>
                          <m:sub>
                            <m:r>
                              <a:rPr kumimoji="1" lang="en-US" altLang="ja-JP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kumimoji="1" lang="ja-JP" altLang="en-US" sz="1050"/>
                </a:p>
              </p:txBody>
            </p:sp>
          </mc:Choice>
          <mc:Fallback xmlns="">
            <p:sp>
              <p:nvSpPr>
                <p:cNvPr id="45" name="テキスト ボックス 44">
                  <a:extLst>
                    <a:ext uri="{FF2B5EF4-FFF2-40B4-BE49-F238E27FC236}">
                      <a16:creationId xmlns:a16="http://schemas.microsoft.com/office/drawing/2014/main" id="{AD6CA361-BA0D-96A1-CAB1-06E8228E07B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533178" y="6673334"/>
                  <a:ext cx="915361" cy="369332"/>
                </a:xfrm>
                <a:prstGeom prst="rect">
                  <a:avLst/>
                </a:prstGeom>
                <a:blipFill>
                  <a:blip r:embed="rId1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ja-JP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46" name="グループ化 45">
            <a:extLst>
              <a:ext uri="{FF2B5EF4-FFF2-40B4-BE49-F238E27FC236}">
                <a16:creationId xmlns:a16="http://schemas.microsoft.com/office/drawing/2014/main" id="{C9B43DFD-C3BB-F4E5-4F43-6485425D2650}"/>
              </a:ext>
            </a:extLst>
          </p:cNvPr>
          <p:cNvGrpSpPr/>
          <p:nvPr/>
        </p:nvGrpSpPr>
        <p:grpSpPr>
          <a:xfrm>
            <a:off x="5661721" y="7276213"/>
            <a:ext cx="915361" cy="658012"/>
            <a:chOff x="1533178" y="6384654"/>
            <a:chExt cx="915361" cy="658012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7" name="テキスト ボックス 46">
                  <a:extLst>
                    <a:ext uri="{FF2B5EF4-FFF2-40B4-BE49-F238E27FC236}">
                      <a16:creationId xmlns:a16="http://schemas.microsoft.com/office/drawing/2014/main" id="{EC7695DD-4231-9F62-B09D-2E45DDC05974}"/>
                    </a:ext>
                  </a:extLst>
                </p:cNvPr>
                <p:cNvSpPr txBox="1"/>
                <p:nvPr/>
              </p:nvSpPr>
              <p:spPr>
                <a:xfrm rot="5400000">
                  <a:off x="1769720" y="6397318"/>
                  <a:ext cx="394660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kumimoji="1" lang="ja-JP" altLang="en-US" i="1" smtClean="0">
                            <a:latin typeface="Cambria Math" panose="02040503050406030204" pitchFamily="18" charset="0"/>
                          </a:rPr>
                          <m:t>∈</m:t>
                        </m:r>
                      </m:oMath>
                    </m:oMathPara>
                  </a14:m>
                  <a:endParaRPr kumimoji="1" lang="ja-JP" altLang="en-US"/>
                </a:p>
              </p:txBody>
            </p:sp>
          </mc:Choice>
          <mc:Fallback xmlns="">
            <p:sp>
              <p:nvSpPr>
                <p:cNvPr id="47" name="テキスト ボックス 46">
                  <a:extLst>
                    <a:ext uri="{FF2B5EF4-FFF2-40B4-BE49-F238E27FC236}">
                      <a16:creationId xmlns:a16="http://schemas.microsoft.com/office/drawing/2014/main" id="{EC7695DD-4231-9F62-B09D-2E45DDC0597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 rot="5400000">
                  <a:off x="1769720" y="6397318"/>
                  <a:ext cx="394660" cy="369332"/>
                </a:xfrm>
                <a:prstGeom prst="rect">
                  <a:avLst/>
                </a:prstGeom>
                <a:blipFill>
                  <a:blip r:embed="rId1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ja-JP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0" name="テキスト ボックス 49">
                  <a:extLst>
                    <a:ext uri="{FF2B5EF4-FFF2-40B4-BE49-F238E27FC236}">
                      <a16:creationId xmlns:a16="http://schemas.microsoft.com/office/drawing/2014/main" id="{BC074026-52ED-593D-6A25-CF53C81D89E8}"/>
                    </a:ext>
                  </a:extLst>
                </p:cNvPr>
                <p:cNvSpPr txBox="1"/>
                <p:nvPr/>
              </p:nvSpPr>
              <p:spPr>
                <a:xfrm>
                  <a:off x="1533178" y="6673334"/>
                  <a:ext cx="915361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kumimoji="1" lang="en-US" altLang="ja-JP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1" lang="en-US" altLang="ja-JP" b="0" i="1" smtClean="0">
                                <a:latin typeface="Cambria Math" panose="02040503050406030204" pitchFamily="18" charset="0"/>
                              </a:rPr>
                              <m:t>𝑆</m:t>
                            </m:r>
                          </m:e>
                          <m:sub>
                            <m:r>
                              <a:rPr kumimoji="1" lang="en-US" altLang="ja-JP" b="0" i="1" smtClean="0">
                                <a:latin typeface="Cambria Math" panose="02040503050406030204" pitchFamily="18" charset="0"/>
                              </a:rPr>
                              <m:t>𝑘</m:t>
                            </m:r>
                            <m:r>
                              <a:rPr kumimoji="1" lang="en-US" altLang="ja-JP" b="0" i="1" smtClean="0">
                                <a:latin typeface="Cambria Math" panose="02040503050406030204" pitchFamily="18" charset="0"/>
                              </a:rPr>
                              <m:t>−1</m:t>
                            </m:r>
                          </m:sub>
                        </m:sSub>
                      </m:oMath>
                    </m:oMathPara>
                  </a14:m>
                  <a:endParaRPr kumimoji="1" lang="ja-JP" altLang="en-US" sz="1050"/>
                </a:p>
              </p:txBody>
            </p:sp>
          </mc:Choice>
          <mc:Fallback xmlns="">
            <p:sp>
              <p:nvSpPr>
                <p:cNvPr id="50" name="テキスト ボックス 49">
                  <a:extLst>
                    <a:ext uri="{FF2B5EF4-FFF2-40B4-BE49-F238E27FC236}">
                      <a16:creationId xmlns:a16="http://schemas.microsoft.com/office/drawing/2014/main" id="{BC074026-52ED-593D-6A25-CF53C81D89E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533178" y="6673334"/>
                  <a:ext cx="915361" cy="369332"/>
                </a:xfrm>
                <a:prstGeom prst="rect">
                  <a:avLst/>
                </a:prstGeom>
                <a:blipFill>
                  <a:blip r:embed="rId1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ja-JP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51" name="グループ化 50">
            <a:extLst>
              <a:ext uri="{FF2B5EF4-FFF2-40B4-BE49-F238E27FC236}">
                <a16:creationId xmlns:a16="http://schemas.microsoft.com/office/drawing/2014/main" id="{CFC54E48-B61B-254C-9055-5F8F739C1754}"/>
              </a:ext>
            </a:extLst>
          </p:cNvPr>
          <p:cNvGrpSpPr/>
          <p:nvPr/>
        </p:nvGrpSpPr>
        <p:grpSpPr>
          <a:xfrm>
            <a:off x="7791805" y="7316719"/>
            <a:ext cx="915361" cy="658012"/>
            <a:chOff x="2161828" y="6384654"/>
            <a:chExt cx="915361" cy="658012"/>
          </a:xfrm>
        </p:grpSpPr>
        <mc:AlternateContent xmlns:mc="http://schemas.openxmlformats.org/markup-compatibility/2006">
          <mc:Choice xmlns:a14="http://schemas.microsoft.com/office/drawing/2010/main" Requires="a14">
            <p:sp>
              <p:nvSpPr>
                <p:cNvPr id="52" name="テキスト ボックス 51">
                  <a:extLst>
                    <a:ext uri="{FF2B5EF4-FFF2-40B4-BE49-F238E27FC236}">
                      <a16:creationId xmlns:a16="http://schemas.microsoft.com/office/drawing/2014/main" id="{CA1CF0AF-6AA6-5EF3-A068-F46E05E935BC}"/>
                    </a:ext>
                  </a:extLst>
                </p:cNvPr>
                <p:cNvSpPr txBox="1"/>
                <p:nvPr/>
              </p:nvSpPr>
              <p:spPr>
                <a:xfrm rot="5400000">
                  <a:off x="2398370" y="6397318"/>
                  <a:ext cx="394660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kumimoji="1" lang="ja-JP" altLang="en-US" i="1" smtClean="0">
                            <a:latin typeface="Cambria Math" panose="02040503050406030204" pitchFamily="18" charset="0"/>
                          </a:rPr>
                          <m:t>∈</m:t>
                        </m:r>
                      </m:oMath>
                    </m:oMathPara>
                  </a14:m>
                  <a:endParaRPr kumimoji="1" lang="ja-JP" altLang="en-US"/>
                </a:p>
              </p:txBody>
            </p:sp>
          </mc:Choice>
          <mc:Fallback>
            <p:sp>
              <p:nvSpPr>
                <p:cNvPr id="52" name="テキスト ボックス 51">
                  <a:extLst>
                    <a:ext uri="{FF2B5EF4-FFF2-40B4-BE49-F238E27FC236}">
                      <a16:creationId xmlns:a16="http://schemas.microsoft.com/office/drawing/2014/main" id="{CA1CF0AF-6AA6-5EF3-A068-F46E05E935B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 rot="5400000">
                  <a:off x="2398370" y="6397318"/>
                  <a:ext cx="394660" cy="369332"/>
                </a:xfrm>
                <a:prstGeom prst="rect">
                  <a:avLst/>
                </a:prstGeom>
                <a:blipFill>
                  <a:blip r:embed="rId1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ja-JP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53" name="テキスト ボックス 52">
                  <a:extLst>
                    <a:ext uri="{FF2B5EF4-FFF2-40B4-BE49-F238E27FC236}">
                      <a16:creationId xmlns:a16="http://schemas.microsoft.com/office/drawing/2014/main" id="{EE4E0855-632D-2E95-DF3A-CF26B62846F9}"/>
                    </a:ext>
                  </a:extLst>
                </p:cNvPr>
                <p:cNvSpPr txBox="1"/>
                <p:nvPr/>
              </p:nvSpPr>
              <p:spPr>
                <a:xfrm>
                  <a:off x="2161828" y="6673334"/>
                  <a:ext cx="915361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kumimoji="1" lang="en-US" altLang="ja-JP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1" lang="en-US" altLang="ja-JP" b="0" i="1" smtClean="0">
                                <a:latin typeface="Cambria Math" panose="02040503050406030204" pitchFamily="18" charset="0"/>
                              </a:rPr>
                              <m:t>𝑆</m:t>
                            </m:r>
                          </m:e>
                          <m:sub>
                            <m:r>
                              <a:rPr kumimoji="1" lang="en-US" altLang="ja-JP" b="0" i="1" smtClean="0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</m:sSub>
                      </m:oMath>
                    </m:oMathPara>
                  </a14:m>
                  <a:endParaRPr kumimoji="1" lang="ja-JP" altLang="en-US" sz="1050"/>
                </a:p>
              </p:txBody>
            </p:sp>
          </mc:Choice>
          <mc:Fallback>
            <p:sp>
              <p:nvSpPr>
                <p:cNvPr id="53" name="テキスト ボックス 52">
                  <a:extLst>
                    <a:ext uri="{FF2B5EF4-FFF2-40B4-BE49-F238E27FC236}">
                      <a16:creationId xmlns:a16="http://schemas.microsoft.com/office/drawing/2014/main" id="{EE4E0855-632D-2E95-DF3A-CF26B62846F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161828" y="6673334"/>
                  <a:ext cx="915361" cy="369332"/>
                </a:xfrm>
                <a:prstGeom prst="rect">
                  <a:avLst/>
                </a:prstGeom>
                <a:blipFill>
                  <a:blip r:embed="rId1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ja-JP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cxnSp>
        <p:nvCxnSpPr>
          <p:cNvPr id="54" name="直線矢印コネクタ 53">
            <a:extLst>
              <a:ext uri="{FF2B5EF4-FFF2-40B4-BE49-F238E27FC236}">
                <a16:creationId xmlns:a16="http://schemas.microsoft.com/office/drawing/2014/main" id="{D7FD8F4A-BE0B-655D-5BE6-83B1EBD369C2}"/>
              </a:ext>
            </a:extLst>
          </p:cNvPr>
          <p:cNvCxnSpPr>
            <a:cxnSpLocks/>
            <a:endCxn id="27" idx="2"/>
          </p:cNvCxnSpPr>
          <p:nvPr/>
        </p:nvCxnSpPr>
        <p:spPr>
          <a:xfrm flipV="1">
            <a:off x="2287848" y="7063471"/>
            <a:ext cx="1094715" cy="10799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直線矢印コネクタ 57">
            <a:extLst>
              <a:ext uri="{FF2B5EF4-FFF2-40B4-BE49-F238E27FC236}">
                <a16:creationId xmlns:a16="http://schemas.microsoft.com/office/drawing/2014/main" id="{DE80F959-EC4A-5F6B-62E7-5702484F83EC}"/>
              </a:ext>
            </a:extLst>
          </p:cNvPr>
          <p:cNvCxnSpPr>
            <a:cxnSpLocks/>
          </p:cNvCxnSpPr>
          <p:nvPr/>
        </p:nvCxnSpPr>
        <p:spPr>
          <a:xfrm flipV="1">
            <a:off x="3755219" y="7059812"/>
            <a:ext cx="504260" cy="5545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直線矢印コネクタ 60">
            <a:extLst>
              <a:ext uri="{FF2B5EF4-FFF2-40B4-BE49-F238E27FC236}">
                <a16:creationId xmlns:a16="http://schemas.microsoft.com/office/drawing/2014/main" id="{35FA0F4B-D3F5-1EE0-D02A-08A08348A0A6}"/>
              </a:ext>
            </a:extLst>
          </p:cNvPr>
          <p:cNvCxnSpPr>
            <a:cxnSpLocks/>
            <a:stCxn id="30" idx="6"/>
            <a:endCxn id="33" idx="2"/>
          </p:cNvCxnSpPr>
          <p:nvPr/>
        </p:nvCxnSpPr>
        <p:spPr>
          <a:xfrm>
            <a:off x="6185809" y="7035123"/>
            <a:ext cx="1846342" cy="9333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79" name="グループ化 78">
            <a:extLst>
              <a:ext uri="{FF2B5EF4-FFF2-40B4-BE49-F238E27FC236}">
                <a16:creationId xmlns:a16="http://schemas.microsoft.com/office/drawing/2014/main" id="{7045D9F1-7378-C037-D91D-76EA8E890D47}"/>
              </a:ext>
            </a:extLst>
          </p:cNvPr>
          <p:cNvGrpSpPr/>
          <p:nvPr/>
        </p:nvGrpSpPr>
        <p:grpSpPr>
          <a:xfrm>
            <a:off x="2360773" y="7161623"/>
            <a:ext cx="918063" cy="1115529"/>
            <a:chOff x="2208885" y="6324811"/>
            <a:chExt cx="918063" cy="1115529"/>
          </a:xfrm>
        </p:grpSpPr>
        <p:cxnSp>
          <p:nvCxnSpPr>
            <p:cNvPr id="67" name="直線矢印コネクタ 66">
              <a:extLst>
                <a:ext uri="{FF2B5EF4-FFF2-40B4-BE49-F238E27FC236}">
                  <a16:creationId xmlns:a16="http://schemas.microsoft.com/office/drawing/2014/main" id="{B88EC419-A1E3-FBBA-2FC6-FF87029F721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629867" y="6324811"/>
              <a:ext cx="0" cy="257173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5" name="テキスト ボックス 74">
                  <a:extLst>
                    <a:ext uri="{FF2B5EF4-FFF2-40B4-BE49-F238E27FC236}">
                      <a16:creationId xmlns:a16="http://schemas.microsoft.com/office/drawing/2014/main" id="{8F7F8AF1-A405-A5DA-99E8-8E04D24D96C8}"/>
                    </a:ext>
                  </a:extLst>
                </p:cNvPr>
                <p:cNvSpPr txBox="1"/>
                <p:nvPr/>
              </p:nvSpPr>
              <p:spPr>
                <a:xfrm>
                  <a:off x="2208885" y="6498108"/>
                  <a:ext cx="915361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kumimoji="1" lang="en-US" altLang="ja-JP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1" lang="en-US" altLang="ja-JP" b="0" i="1" smtClean="0"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kumimoji="1" lang="en-US" altLang="ja-JP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kumimoji="1" lang="ja-JP" altLang="en-US" sz="1050"/>
                </a:p>
              </p:txBody>
            </p:sp>
          </mc:Choice>
          <mc:Fallback xmlns="">
            <p:sp>
              <p:nvSpPr>
                <p:cNvPr id="75" name="テキスト ボックス 74">
                  <a:extLst>
                    <a:ext uri="{FF2B5EF4-FFF2-40B4-BE49-F238E27FC236}">
                      <a16:creationId xmlns:a16="http://schemas.microsoft.com/office/drawing/2014/main" id="{8F7F8AF1-A405-A5DA-99E8-8E04D24D96C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208885" y="6498108"/>
                  <a:ext cx="915361" cy="369332"/>
                </a:xfrm>
                <a:prstGeom prst="rect">
                  <a:avLst/>
                </a:prstGeom>
                <a:blipFill>
                  <a:blip r:embed="rId19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ja-JP" altLang="en-US">
                      <a:noFill/>
                    </a:rPr>
                    <a:t> </a:t>
                  </a:r>
                </a:p>
              </p:txBody>
            </p:sp>
          </mc:Fallback>
        </mc:AlternateContent>
        <p:grpSp>
          <p:nvGrpSpPr>
            <p:cNvPr id="76" name="グループ化 75">
              <a:extLst>
                <a:ext uri="{FF2B5EF4-FFF2-40B4-BE49-F238E27FC236}">
                  <a16:creationId xmlns:a16="http://schemas.microsoft.com/office/drawing/2014/main" id="{F038A6C7-0DD1-6562-265B-CBF95198C78C}"/>
                </a:ext>
              </a:extLst>
            </p:cNvPr>
            <p:cNvGrpSpPr/>
            <p:nvPr/>
          </p:nvGrpSpPr>
          <p:grpSpPr>
            <a:xfrm>
              <a:off x="2211587" y="6782328"/>
              <a:ext cx="915361" cy="658012"/>
              <a:chOff x="1533178" y="6384654"/>
              <a:chExt cx="915361" cy="658012"/>
            </a:xfrm>
          </p:grpSpPr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77" name="テキスト ボックス 76">
                    <a:extLst>
                      <a:ext uri="{FF2B5EF4-FFF2-40B4-BE49-F238E27FC236}">
                        <a16:creationId xmlns:a16="http://schemas.microsoft.com/office/drawing/2014/main" id="{3241B3A7-B5D1-2E5A-1377-A9A4E927E708}"/>
                      </a:ext>
                    </a:extLst>
                  </p:cNvPr>
                  <p:cNvSpPr txBox="1"/>
                  <p:nvPr/>
                </p:nvSpPr>
                <p:spPr>
                  <a:xfrm rot="5400000">
                    <a:off x="1769720" y="6397318"/>
                    <a:ext cx="394660" cy="36933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kumimoji="1" lang="ja-JP" altLang="en-US" i="1" smtClean="0">
                              <a:latin typeface="Cambria Math" panose="02040503050406030204" pitchFamily="18" charset="0"/>
                            </a:rPr>
                            <m:t>∈</m:t>
                          </m:r>
                        </m:oMath>
                      </m:oMathPara>
                    </a14:m>
                    <a:endParaRPr kumimoji="1" lang="ja-JP" altLang="en-US"/>
                  </a:p>
                </p:txBody>
              </p:sp>
            </mc:Choice>
            <mc:Fallback xmlns="">
              <p:sp>
                <p:nvSpPr>
                  <p:cNvPr id="77" name="テキスト ボックス 76">
                    <a:extLst>
                      <a:ext uri="{FF2B5EF4-FFF2-40B4-BE49-F238E27FC236}">
                        <a16:creationId xmlns:a16="http://schemas.microsoft.com/office/drawing/2014/main" id="{3241B3A7-B5D1-2E5A-1377-A9A4E927E708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 rot="5400000">
                    <a:off x="1769720" y="6397318"/>
                    <a:ext cx="394660" cy="369332"/>
                  </a:xfrm>
                  <a:prstGeom prst="rect">
                    <a:avLst/>
                  </a:prstGeom>
                  <a:blipFill>
                    <a:blip r:embed="rId20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ja-JP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78" name="テキスト ボックス 77">
                    <a:extLst>
                      <a:ext uri="{FF2B5EF4-FFF2-40B4-BE49-F238E27FC236}">
                        <a16:creationId xmlns:a16="http://schemas.microsoft.com/office/drawing/2014/main" id="{5118C83B-40F5-0607-75BE-E9738F41291B}"/>
                      </a:ext>
                    </a:extLst>
                  </p:cNvPr>
                  <p:cNvSpPr txBox="1"/>
                  <p:nvPr/>
                </p:nvSpPr>
                <p:spPr>
                  <a:xfrm>
                    <a:off x="1533178" y="6673334"/>
                    <a:ext cx="915361" cy="369332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kumimoji="1" lang="en-US" altLang="ja-JP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kumimoji="1" lang="en-US" altLang="ja-JP" b="0" i="1" smtClean="0"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e>
                            <m:sub>
                              <m:r>
                                <a:rPr kumimoji="1" lang="en-US" altLang="ja-JP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kumimoji="1" lang="en-US" altLang="ja-JP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sSub>
                            <m:sSubPr>
                              <m:ctrlPr>
                                <a:rPr kumimoji="1" lang="en-US" altLang="ja-JP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kumimoji="1" lang="en-US" altLang="ja-JP" b="0" i="1" smtClean="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kumimoji="1" lang="en-US" altLang="ja-JP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  <m:r>
                            <a:rPr kumimoji="1" lang="en-US" altLang="ja-JP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oMath>
                      </m:oMathPara>
                    </a14:m>
                    <a:endParaRPr kumimoji="1" lang="ja-JP" altLang="en-US" sz="1050"/>
                  </a:p>
                </p:txBody>
              </p:sp>
            </mc:Choice>
            <mc:Fallback xmlns="">
              <p:sp>
                <p:nvSpPr>
                  <p:cNvPr id="78" name="テキスト ボックス 77">
                    <a:extLst>
                      <a:ext uri="{FF2B5EF4-FFF2-40B4-BE49-F238E27FC236}">
                        <a16:creationId xmlns:a16="http://schemas.microsoft.com/office/drawing/2014/main" id="{5118C83B-40F5-0607-75BE-E9738F41291B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533178" y="6673334"/>
                    <a:ext cx="915361" cy="369332"/>
                  </a:xfrm>
                  <a:prstGeom prst="rect">
                    <a:avLst/>
                  </a:prstGeom>
                  <a:blipFill>
                    <a:blip r:embed="rId21"/>
                    <a:stretch>
                      <a:fillRect b="-9677"/>
                    </a:stretch>
                  </a:blipFill>
                </p:spPr>
                <p:txBody>
                  <a:bodyPr/>
                  <a:lstStyle/>
                  <a:p>
                    <a:r>
                      <a:rPr lang="ja-JP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</p:grpSp>
      <p:grpSp>
        <p:nvGrpSpPr>
          <p:cNvPr id="86" name="グループ化 85">
            <a:extLst>
              <a:ext uri="{FF2B5EF4-FFF2-40B4-BE49-F238E27FC236}">
                <a16:creationId xmlns:a16="http://schemas.microsoft.com/office/drawing/2014/main" id="{9DAFDA25-A614-5889-3930-3BAD88016CE1}"/>
              </a:ext>
            </a:extLst>
          </p:cNvPr>
          <p:cNvGrpSpPr/>
          <p:nvPr/>
        </p:nvGrpSpPr>
        <p:grpSpPr>
          <a:xfrm>
            <a:off x="6379624" y="7123692"/>
            <a:ext cx="918063" cy="1115529"/>
            <a:chOff x="2208885" y="6324811"/>
            <a:chExt cx="918063" cy="1115529"/>
          </a:xfrm>
        </p:grpSpPr>
        <p:cxnSp>
          <p:nvCxnSpPr>
            <p:cNvPr id="87" name="直線矢印コネクタ 86">
              <a:extLst>
                <a:ext uri="{FF2B5EF4-FFF2-40B4-BE49-F238E27FC236}">
                  <a16:creationId xmlns:a16="http://schemas.microsoft.com/office/drawing/2014/main" id="{586388B1-4AAB-C0B2-2F69-2AC14367F62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629867" y="6324811"/>
              <a:ext cx="0" cy="257173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8" name="テキスト ボックス 87">
                  <a:extLst>
                    <a:ext uri="{FF2B5EF4-FFF2-40B4-BE49-F238E27FC236}">
                      <a16:creationId xmlns:a16="http://schemas.microsoft.com/office/drawing/2014/main" id="{91D6D942-2000-500D-C680-A71EDB436BD3}"/>
                    </a:ext>
                  </a:extLst>
                </p:cNvPr>
                <p:cNvSpPr txBox="1"/>
                <p:nvPr/>
              </p:nvSpPr>
              <p:spPr>
                <a:xfrm>
                  <a:off x="2208885" y="6498108"/>
                  <a:ext cx="915361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kumimoji="1" lang="en-US" altLang="ja-JP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1" lang="en-US" altLang="ja-JP" b="0" i="1" smtClean="0"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kumimoji="1" lang="en-US" altLang="ja-JP" b="0" i="1" smtClean="0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</m:sSub>
                      </m:oMath>
                    </m:oMathPara>
                  </a14:m>
                  <a:endParaRPr kumimoji="1" lang="ja-JP" altLang="en-US" sz="1050"/>
                </a:p>
              </p:txBody>
            </p:sp>
          </mc:Choice>
          <mc:Fallback xmlns="">
            <p:sp>
              <p:nvSpPr>
                <p:cNvPr id="88" name="テキスト ボックス 87">
                  <a:extLst>
                    <a:ext uri="{FF2B5EF4-FFF2-40B4-BE49-F238E27FC236}">
                      <a16:creationId xmlns:a16="http://schemas.microsoft.com/office/drawing/2014/main" id="{91D6D942-2000-500D-C680-A71EDB436BD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208885" y="6498108"/>
                  <a:ext cx="915361" cy="369332"/>
                </a:xfrm>
                <a:prstGeom prst="rect">
                  <a:avLst/>
                </a:prstGeom>
                <a:blipFill>
                  <a:blip r:embed="rId2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ja-JP" altLang="en-US">
                      <a:noFill/>
                    </a:rPr>
                    <a:t> </a:t>
                  </a:r>
                </a:p>
              </p:txBody>
            </p:sp>
          </mc:Fallback>
        </mc:AlternateContent>
        <p:grpSp>
          <p:nvGrpSpPr>
            <p:cNvPr id="89" name="グループ化 88">
              <a:extLst>
                <a:ext uri="{FF2B5EF4-FFF2-40B4-BE49-F238E27FC236}">
                  <a16:creationId xmlns:a16="http://schemas.microsoft.com/office/drawing/2014/main" id="{70A1F6F7-07AD-7824-E472-FF884768369F}"/>
                </a:ext>
              </a:extLst>
            </p:cNvPr>
            <p:cNvGrpSpPr/>
            <p:nvPr/>
          </p:nvGrpSpPr>
          <p:grpSpPr>
            <a:xfrm>
              <a:off x="2211587" y="6782328"/>
              <a:ext cx="915361" cy="658012"/>
              <a:chOff x="1533178" y="6384654"/>
              <a:chExt cx="915361" cy="658012"/>
            </a:xfrm>
          </p:grpSpPr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90" name="テキスト ボックス 89">
                    <a:extLst>
                      <a:ext uri="{FF2B5EF4-FFF2-40B4-BE49-F238E27FC236}">
                        <a16:creationId xmlns:a16="http://schemas.microsoft.com/office/drawing/2014/main" id="{D6A9A335-9BE0-8119-9D11-08C8DBB38080}"/>
                      </a:ext>
                    </a:extLst>
                  </p:cNvPr>
                  <p:cNvSpPr txBox="1"/>
                  <p:nvPr/>
                </p:nvSpPr>
                <p:spPr>
                  <a:xfrm rot="5400000">
                    <a:off x="1769720" y="6397318"/>
                    <a:ext cx="394660" cy="36933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kumimoji="1" lang="ja-JP" altLang="en-US" i="1" smtClean="0">
                              <a:latin typeface="Cambria Math" panose="02040503050406030204" pitchFamily="18" charset="0"/>
                            </a:rPr>
                            <m:t>∈</m:t>
                          </m:r>
                        </m:oMath>
                      </m:oMathPara>
                    </a14:m>
                    <a:endParaRPr kumimoji="1" lang="ja-JP" altLang="en-US"/>
                  </a:p>
                </p:txBody>
              </p:sp>
            </mc:Choice>
            <mc:Fallback xmlns="">
              <p:sp>
                <p:nvSpPr>
                  <p:cNvPr id="90" name="テキスト ボックス 89">
                    <a:extLst>
                      <a:ext uri="{FF2B5EF4-FFF2-40B4-BE49-F238E27FC236}">
                        <a16:creationId xmlns:a16="http://schemas.microsoft.com/office/drawing/2014/main" id="{D6A9A335-9BE0-8119-9D11-08C8DBB38080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 rot="5400000">
                    <a:off x="1769720" y="6397318"/>
                    <a:ext cx="394660" cy="369332"/>
                  </a:xfrm>
                  <a:prstGeom prst="rect">
                    <a:avLst/>
                  </a:prstGeom>
                  <a:blipFill>
                    <a:blip r:embed="rId23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ja-JP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91" name="テキスト ボックス 90">
                    <a:extLst>
                      <a:ext uri="{FF2B5EF4-FFF2-40B4-BE49-F238E27FC236}">
                        <a16:creationId xmlns:a16="http://schemas.microsoft.com/office/drawing/2014/main" id="{ED304F8F-1F0A-ED3A-E669-F83F4406EB3B}"/>
                      </a:ext>
                    </a:extLst>
                  </p:cNvPr>
                  <p:cNvSpPr txBox="1"/>
                  <p:nvPr/>
                </p:nvSpPr>
                <p:spPr>
                  <a:xfrm>
                    <a:off x="1533178" y="6673334"/>
                    <a:ext cx="915361" cy="369332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kumimoji="1" lang="en-US" altLang="ja-JP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kumimoji="1" lang="en-US" altLang="ja-JP" b="0" i="1" smtClean="0"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e>
                            <m:sub>
                              <m:r>
                                <a:rPr kumimoji="1" lang="en-US" altLang="ja-JP" b="0" i="1" smtClean="0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sub>
                          </m:sSub>
                          <m:r>
                            <a:rPr kumimoji="1" lang="en-US" altLang="ja-JP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sSub>
                            <m:sSubPr>
                              <m:ctrlPr>
                                <a:rPr kumimoji="1" lang="en-US" altLang="ja-JP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kumimoji="1" lang="en-US" altLang="ja-JP" b="0" i="1" smtClean="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kumimoji="1" lang="en-US" altLang="ja-JP" b="0" i="1" smtClean="0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  <m:r>
                                <a:rPr kumimoji="1" lang="en-US" altLang="ja-JP" b="0" i="1" smtClean="0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sub>
                          </m:sSub>
                          <m:r>
                            <a:rPr kumimoji="1" lang="en-US" altLang="ja-JP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oMath>
                      </m:oMathPara>
                    </a14:m>
                    <a:endParaRPr kumimoji="1" lang="ja-JP" altLang="en-US" sz="1050"/>
                  </a:p>
                </p:txBody>
              </p:sp>
            </mc:Choice>
            <mc:Fallback xmlns="">
              <p:sp>
                <p:nvSpPr>
                  <p:cNvPr id="91" name="テキスト ボックス 90">
                    <a:extLst>
                      <a:ext uri="{FF2B5EF4-FFF2-40B4-BE49-F238E27FC236}">
                        <a16:creationId xmlns:a16="http://schemas.microsoft.com/office/drawing/2014/main" id="{ED304F8F-1F0A-ED3A-E669-F83F4406EB3B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533178" y="6673334"/>
                    <a:ext cx="915361" cy="369332"/>
                  </a:xfrm>
                  <a:prstGeom prst="rect">
                    <a:avLst/>
                  </a:prstGeom>
                  <a:blipFill>
                    <a:blip r:embed="rId24"/>
                    <a:stretch>
                      <a:fillRect r="-17808" b="-12903"/>
                    </a:stretch>
                  </a:blipFill>
                </p:spPr>
                <p:txBody>
                  <a:bodyPr/>
                  <a:lstStyle/>
                  <a:p>
                    <a:r>
                      <a:rPr lang="ja-JP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</p:grpSp>
      <p:sp>
        <p:nvSpPr>
          <p:cNvPr id="93" name="テキスト ボックス 92">
            <a:extLst>
              <a:ext uri="{FF2B5EF4-FFF2-40B4-BE49-F238E27FC236}">
                <a16:creationId xmlns:a16="http://schemas.microsoft.com/office/drawing/2014/main" id="{35CF75AF-01E7-B50F-9523-807833AFDE28}"/>
              </a:ext>
            </a:extLst>
          </p:cNvPr>
          <p:cNvSpPr txBox="1"/>
          <p:nvPr/>
        </p:nvSpPr>
        <p:spPr>
          <a:xfrm rot="10800000">
            <a:off x="4509416" y="6855610"/>
            <a:ext cx="50076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dirty="0"/>
              <a:t>…</a:t>
            </a:r>
            <a:endParaRPr kumimoji="1" lang="ja-JP" altLang="en-US"/>
          </a:p>
        </p:txBody>
      </p:sp>
      <p:cxnSp>
        <p:nvCxnSpPr>
          <p:cNvPr id="94" name="直線矢印コネクタ 93">
            <a:extLst>
              <a:ext uri="{FF2B5EF4-FFF2-40B4-BE49-F238E27FC236}">
                <a16:creationId xmlns:a16="http://schemas.microsoft.com/office/drawing/2014/main" id="{5E0E9989-0E08-0C98-2C2A-B16EF85894C0}"/>
              </a:ext>
            </a:extLst>
          </p:cNvPr>
          <p:cNvCxnSpPr>
            <a:cxnSpLocks/>
          </p:cNvCxnSpPr>
          <p:nvPr/>
        </p:nvCxnSpPr>
        <p:spPr>
          <a:xfrm flipV="1">
            <a:off x="5295317" y="7022000"/>
            <a:ext cx="504260" cy="5545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5" name="直線矢印コネクタ 94">
            <a:extLst>
              <a:ext uri="{FF2B5EF4-FFF2-40B4-BE49-F238E27FC236}">
                <a16:creationId xmlns:a16="http://schemas.microsoft.com/office/drawing/2014/main" id="{999126B8-8C33-13C8-5025-25C89715DCFB}"/>
              </a:ext>
            </a:extLst>
          </p:cNvPr>
          <p:cNvCxnSpPr>
            <a:cxnSpLocks/>
          </p:cNvCxnSpPr>
          <p:nvPr/>
        </p:nvCxnSpPr>
        <p:spPr>
          <a:xfrm flipV="1">
            <a:off x="8396350" y="7035123"/>
            <a:ext cx="504260" cy="5545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6" name="テキスト ボックス 95">
            <a:extLst>
              <a:ext uri="{FF2B5EF4-FFF2-40B4-BE49-F238E27FC236}">
                <a16:creationId xmlns:a16="http://schemas.microsoft.com/office/drawing/2014/main" id="{C409B642-6C10-D31D-A2F5-2BC59EF56487}"/>
              </a:ext>
            </a:extLst>
          </p:cNvPr>
          <p:cNvSpPr txBox="1"/>
          <p:nvPr/>
        </p:nvSpPr>
        <p:spPr>
          <a:xfrm rot="10800000">
            <a:off x="8999023" y="6822862"/>
            <a:ext cx="50076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dirty="0"/>
              <a:t>…</a:t>
            </a:r>
            <a:endParaRPr kumimoji="1" lang="ja-JP" altLang="en-US"/>
          </a:p>
        </p:txBody>
      </p:sp>
      <p:cxnSp>
        <p:nvCxnSpPr>
          <p:cNvPr id="97" name="直線矢印コネクタ 96">
            <a:extLst>
              <a:ext uri="{FF2B5EF4-FFF2-40B4-BE49-F238E27FC236}">
                <a16:creationId xmlns:a16="http://schemas.microsoft.com/office/drawing/2014/main" id="{3D391E08-0A4E-D3F2-72B9-69BD9F8C9DC5}"/>
              </a:ext>
            </a:extLst>
          </p:cNvPr>
          <p:cNvCxnSpPr>
            <a:cxnSpLocks/>
          </p:cNvCxnSpPr>
          <p:nvPr/>
        </p:nvCxnSpPr>
        <p:spPr>
          <a:xfrm flipV="1">
            <a:off x="3107686" y="6728040"/>
            <a:ext cx="0" cy="257173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98" name="テキスト ボックス 97">
                <a:extLst>
                  <a:ext uri="{FF2B5EF4-FFF2-40B4-BE49-F238E27FC236}">
                    <a16:creationId xmlns:a16="http://schemas.microsoft.com/office/drawing/2014/main" id="{DB5712F2-D661-E663-65B7-9BEBB4F0D8E1}"/>
                  </a:ext>
                </a:extLst>
              </p:cNvPr>
              <p:cNvSpPr txBox="1"/>
              <p:nvPr/>
            </p:nvSpPr>
            <p:spPr>
              <a:xfrm>
                <a:off x="2674069" y="6411581"/>
                <a:ext cx="915361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ja-JP" sz="1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ja-JP" sz="1400" b="0" i="1" smtClean="0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kumimoji="1" lang="en-US" altLang="ja-JP" sz="1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kumimoji="1" lang="en-US" altLang="ja-JP" sz="1400" b="0" i="1" smtClean="0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kumimoji="1" lang="en-US" altLang="ja-JP" sz="1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ja-JP" sz="1400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  <m:sub>
                          <m:r>
                            <a:rPr kumimoji="1" lang="en-US" altLang="ja-JP" sz="1400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kumimoji="1" lang="en-US" altLang="ja-JP" sz="1400" b="0" i="1" smtClean="0"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kumimoji="1" lang="en-US" altLang="ja-JP" sz="1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ja-JP" sz="1400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kumimoji="1" lang="en-US" altLang="ja-JP" sz="1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kumimoji="1" lang="en-US" altLang="ja-JP" sz="1400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kumimoji="1" lang="ja-JP" altLang="en-US" sz="900"/>
              </a:p>
            </p:txBody>
          </p:sp>
        </mc:Choice>
        <mc:Fallback>
          <p:sp>
            <p:nvSpPr>
              <p:cNvPr id="98" name="テキスト ボックス 97">
                <a:extLst>
                  <a:ext uri="{FF2B5EF4-FFF2-40B4-BE49-F238E27FC236}">
                    <a16:creationId xmlns:a16="http://schemas.microsoft.com/office/drawing/2014/main" id="{DB5712F2-D661-E663-65B7-9BEBB4F0D8E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74069" y="6411581"/>
                <a:ext cx="915361" cy="307777"/>
              </a:xfrm>
              <a:prstGeom prst="rect">
                <a:avLst/>
              </a:prstGeom>
              <a:blipFill>
                <a:blip r:embed="rId25"/>
                <a:stretch>
                  <a:fillRect b="-12000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99" name="直線矢印コネクタ 98">
            <a:extLst>
              <a:ext uri="{FF2B5EF4-FFF2-40B4-BE49-F238E27FC236}">
                <a16:creationId xmlns:a16="http://schemas.microsoft.com/office/drawing/2014/main" id="{3EFC3089-21D2-17BE-C433-E342C3E20519}"/>
              </a:ext>
            </a:extLst>
          </p:cNvPr>
          <p:cNvCxnSpPr>
            <a:cxnSpLocks/>
          </p:cNvCxnSpPr>
          <p:nvPr/>
        </p:nvCxnSpPr>
        <p:spPr>
          <a:xfrm flipV="1">
            <a:off x="7559189" y="6718777"/>
            <a:ext cx="0" cy="257173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100" name="テキスト ボックス 99">
                <a:extLst>
                  <a:ext uri="{FF2B5EF4-FFF2-40B4-BE49-F238E27FC236}">
                    <a16:creationId xmlns:a16="http://schemas.microsoft.com/office/drawing/2014/main" id="{DB7D5CA6-3D05-0B30-2A35-A88A612481A0}"/>
                  </a:ext>
                </a:extLst>
              </p:cNvPr>
              <p:cNvSpPr txBox="1"/>
              <p:nvPr/>
            </p:nvSpPr>
            <p:spPr>
              <a:xfrm>
                <a:off x="7101508" y="6402318"/>
                <a:ext cx="915361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ja-JP" sz="1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ja-JP" sz="1400" b="0" i="1" smtClean="0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kumimoji="1" lang="en-US" altLang="ja-JP" sz="1400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</m:sSub>
                      <m:r>
                        <a:rPr kumimoji="1" lang="en-US" altLang="ja-JP" sz="1400" b="0" i="1" smtClean="0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kumimoji="1" lang="en-US" altLang="ja-JP" sz="1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ja-JP" sz="1400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  <m:sub>
                          <m:r>
                            <a:rPr kumimoji="1" lang="en-US" altLang="ja-JP" sz="1400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kumimoji="1" lang="en-US" altLang="ja-JP" sz="1400" b="0" i="1" smtClean="0">
                              <a:latin typeface="Cambria Math" panose="02040503050406030204" pitchFamily="18" charset="0"/>
                            </a:rPr>
                            <m:t>−1</m:t>
                          </m:r>
                        </m:sub>
                      </m:sSub>
                      <m:r>
                        <a:rPr kumimoji="1" lang="en-US" altLang="ja-JP" sz="1400" b="0" i="1" smtClean="0"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kumimoji="1" lang="en-US" altLang="ja-JP" sz="1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ja-JP" sz="1400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kumimoji="1" lang="en-US" altLang="ja-JP" sz="1400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</m:sSub>
                      <m:r>
                        <a:rPr kumimoji="1" lang="en-US" altLang="ja-JP" sz="1400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kumimoji="1" lang="ja-JP" altLang="en-US" sz="900"/>
              </a:p>
            </p:txBody>
          </p:sp>
        </mc:Choice>
        <mc:Fallback>
          <p:sp>
            <p:nvSpPr>
              <p:cNvPr id="100" name="テキスト ボックス 99">
                <a:extLst>
                  <a:ext uri="{FF2B5EF4-FFF2-40B4-BE49-F238E27FC236}">
                    <a16:creationId xmlns:a16="http://schemas.microsoft.com/office/drawing/2014/main" id="{DB7D5CA6-3D05-0B30-2A35-A88A612481A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01508" y="6402318"/>
                <a:ext cx="915361" cy="307777"/>
              </a:xfrm>
              <a:prstGeom prst="rect">
                <a:avLst/>
              </a:prstGeom>
              <a:blipFill>
                <a:blip r:embed="rId26"/>
                <a:stretch>
                  <a:fillRect r="-20548" b="-8000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81" name="テキスト ボックス 180">
            <a:extLst>
              <a:ext uri="{FF2B5EF4-FFF2-40B4-BE49-F238E27FC236}">
                <a16:creationId xmlns:a16="http://schemas.microsoft.com/office/drawing/2014/main" id="{3E56F13B-DAB0-21E1-54A5-C64F8C08A56F}"/>
              </a:ext>
            </a:extLst>
          </p:cNvPr>
          <p:cNvSpPr txBox="1"/>
          <p:nvPr/>
        </p:nvSpPr>
        <p:spPr>
          <a:xfrm rot="16200000">
            <a:off x="3248843" y="4709588"/>
            <a:ext cx="50076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dirty="0"/>
              <a:t>…</a:t>
            </a:r>
            <a:endParaRPr kumimoji="1" lang="ja-JP" altLang="en-US"/>
          </a:p>
        </p:txBody>
      </p:sp>
      <p:sp>
        <p:nvSpPr>
          <p:cNvPr id="182" name="円/楕円 181">
            <a:extLst>
              <a:ext uri="{FF2B5EF4-FFF2-40B4-BE49-F238E27FC236}">
                <a16:creationId xmlns:a16="http://schemas.microsoft.com/office/drawing/2014/main" id="{F90025E5-6FF6-480E-609F-BCC3A7465A8D}"/>
              </a:ext>
            </a:extLst>
          </p:cNvPr>
          <p:cNvSpPr/>
          <p:nvPr/>
        </p:nvSpPr>
        <p:spPr>
          <a:xfrm>
            <a:off x="3340037" y="4450473"/>
            <a:ext cx="317711" cy="228380"/>
          </a:xfrm>
          <a:prstGeom prst="ellipse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194" name="直線コネクタ 193">
            <a:extLst>
              <a:ext uri="{FF2B5EF4-FFF2-40B4-BE49-F238E27FC236}">
                <a16:creationId xmlns:a16="http://schemas.microsoft.com/office/drawing/2014/main" id="{CF8D1CDF-15FE-EEB0-BC1F-C069F5A38362}"/>
              </a:ext>
            </a:extLst>
          </p:cNvPr>
          <p:cNvCxnSpPr>
            <a:cxnSpLocks/>
            <a:stCxn id="182" idx="6"/>
          </p:cNvCxnSpPr>
          <p:nvPr/>
        </p:nvCxnSpPr>
        <p:spPr>
          <a:xfrm>
            <a:off x="3657748" y="4564663"/>
            <a:ext cx="734205" cy="209382"/>
          </a:xfrm>
          <a:prstGeom prst="line">
            <a:avLst/>
          </a:prstGeom>
          <a:ln w="190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98" name="直線コネクタ 197">
            <a:extLst>
              <a:ext uri="{FF2B5EF4-FFF2-40B4-BE49-F238E27FC236}">
                <a16:creationId xmlns:a16="http://schemas.microsoft.com/office/drawing/2014/main" id="{89C2C3E2-BE79-0D36-194B-0132583919C6}"/>
              </a:ext>
            </a:extLst>
          </p:cNvPr>
          <p:cNvCxnSpPr>
            <a:cxnSpLocks/>
            <a:stCxn id="182" idx="6"/>
          </p:cNvCxnSpPr>
          <p:nvPr/>
        </p:nvCxnSpPr>
        <p:spPr>
          <a:xfrm flipV="1">
            <a:off x="3657748" y="4335879"/>
            <a:ext cx="671735" cy="228784"/>
          </a:xfrm>
          <a:prstGeom prst="line">
            <a:avLst/>
          </a:prstGeom>
          <a:ln w="190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02" name="直線コネクタ 201">
            <a:extLst>
              <a:ext uri="{FF2B5EF4-FFF2-40B4-BE49-F238E27FC236}">
                <a16:creationId xmlns:a16="http://schemas.microsoft.com/office/drawing/2014/main" id="{979E48FF-84C7-A7BD-677C-7497F72BC2FC}"/>
              </a:ext>
            </a:extLst>
          </p:cNvPr>
          <p:cNvCxnSpPr>
            <a:cxnSpLocks/>
            <a:stCxn id="182" idx="6"/>
          </p:cNvCxnSpPr>
          <p:nvPr/>
        </p:nvCxnSpPr>
        <p:spPr>
          <a:xfrm>
            <a:off x="3657748" y="4564663"/>
            <a:ext cx="687831" cy="53996"/>
          </a:xfrm>
          <a:prstGeom prst="line">
            <a:avLst/>
          </a:prstGeom>
          <a:ln w="190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03" name="直線コネクタ 202">
            <a:extLst>
              <a:ext uri="{FF2B5EF4-FFF2-40B4-BE49-F238E27FC236}">
                <a16:creationId xmlns:a16="http://schemas.microsoft.com/office/drawing/2014/main" id="{796AA17F-BE0F-53D1-9E68-89086E8C3B6A}"/>
              </a:ext>
            </a:extLst>
          </p:cNvPr>
          <p:cNvCxnSpPr>
            <a:cxnSpLocks/>
            <a:stCxn id="182" idx="6"/>
          </p:cNvCxnSpPr>
          <p:nvPr/>
        </p:nvCxnSpPr>
        <p:spPr>
          <a:xfrm flipV="1">
            <a:off x="3657748" y="4450473"/>
            <a:ext cx="687831" cy="114190"/>
          </a:xfrm>
          <a:prstGeom prst="line">
            <a:avLst/>
          </a:prstGeom>
          <a:ln w="190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21" name="円/楕円 220">
            <a:extLst>
              <a:ext uri="{FF2B5EF4-FFF2-40B4-BE49-F238E27FC236}">
                <a16:creationId xmlns:a16="http://schemas.microsoft.com/office/drawing/2014/main" id="{9136C2DB-D62E-27F1-6D78-0BF82F35E104}"/>
              </a:ext>
            </a:extLst>
          </p:cNvPr>
          <p:cNvSpPr/>
          <p:nvPr/>
        </p:nvSpPr>
        <p:spPr>
          <a:xfrm>
            <a:off x="5855046" y="3945526"/>
            <a:ext cx="317711" cy="228380"/>
          </a:xfrm>
          <a:prstGeom prst="ellipse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23" name="テキスト ボックス 222">
            <a:extLst>
              <a:ext uri="{FF2B5EF4-FFF2-40B4-BE49-F238E27FC236}">
                <a16:creationId xmlns:a16="http://schemas.microsoft.com/office/drawing/2014/main" id="{673ADFA2-20BD-F645-B80F-93AF458635EE}"/>
              </a:ext>
            </a:extLst>
          </p:cNvPr>
          <p:cNvSpPr txBox="1"/>
          <p:nvPr/>
        </p:nvSpPr>
        <p:spPr>
          <a:xfrm rot="16200000">
            <a:off x="5786183" y="4203519"/>
            <a:ext cx="50076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dirty="0"/>
              <a:t>…</a:t>
            </a:r>
            <a:endParaRPr kumimoji="1" lang="ja-JP" altLang="en-US"/>
          </a:p>
        </p:txBody>
      </p:sp>
      <p:sp>
        <p:nvSpPr>
          <p:cNvPr id="224" name="円/楕円 223">
            <a:extLst>
              <a:ext uri="{FF2B5EF4-FFF2-40B4-BE49-F238E27FC236}">
                <a16:creationId xmlns:a16="http://schemas.microsoft.com/office/drawing/2014/main" id="{2EBC361A-28D1-073D-9A26-81FAFEDFF936}"/>
              </a:ext>
            </a:extLst>
          </p:cNvPr>
          <p:cNvSpPr/>
          <p:nvPr/>
        </p:nvSpPr>
        <p:spPr>
          <a:xfrm>
            <a:off x="3340037" y="5182955"/>
            <a:ext cx="317711" cy="228380"/>
          </a:xfrm>
          <a:prstGeom prst="ellipse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225" name="直線コネクタ 224">
            <a:extLst>
              <a:ext uri="{FF2B5EF4-FFF2-40B4-BE49-F238E27FC236}">
                <a16:creationId xmlns:a16="http://schemas.microsoft.com/office/drawing/2014/main" id="{41F1898F-DBB8-4B32-D146-1A2697D84E4A}"/>
              </a:ext>
            </a:extLst>
          </p:cNvPr>
          <p:cNvCxnSpPr>
            <a:cxnSpLocks/>
            <a:stCxn id="224" idx="6"/>
          </p:cNvCxnSpPr>
          <p:nvPr/>
        </p:nvCxnSpPr>
        <p:spPr>
          <a:xfrm>
            <a:off x="3657748" y="5297145"/>
            <a:ext cx="712133" cy="235807"/>
          </a:xfrm>
          <a:prstGeom prst="line">
            <a:avLst/>
          </a:prstGeom>
          <a:ln w="190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40" name="直線コネクタ 239">
            <a:extLst>
              <a:ext uri="{FF2B5EF4-FFF2-40B4-BE49-F238E27FC236}">
                <a16:creationId xmlns:a16="http://schemas.microsoft.com/office/drawing/2014/main" id="{A25BDF6B-C96D-8AD7-F0A7-D4214F884C91}"/>
              </a:ext>
            </a:extLst>
          </p:cNvPr>
          <p:cNvCxnSpPr>
            <a:cxnSpLocks/>
            <a:stCxn id="224" idx="6"/>
          </p:cNvCxnSpPr>
          <p:nvPr/>
        </p:nvCxnSpPr>
        <p:spPr>
          <a:xfrm flipV="1">
            <a:off x="3657748" y="5080862"/>
            <a:ext cx="671735" cy="216283"/>
          </a:xfrm>
          <a:prstGeom prst="line">
            <a:avLst/>
          </a:prstGeom>
          <a:ln w="190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41" name="直線コネクタ 240">
            <a:extLst>
              <a:ext uri="{FF2B5EF4-FFF2-40B4-BE49-F238E27FC236}">
                <a16:creationId xmlns:a16="http://schemas.microsoft.com/office/drawing/2014/main" id="{B2696B38-4442-4AD4-9E45-8499DD207F31}"/>
              </a:ext>
            </a:extLst>
          </p:cNvPr>
          <p:cNvCxnSpPr>
            <a:cxnSpLocks/>
            <a:stCxn id="224" idx="6"/>
          </p:cNvCxnSpPr>
          <p:nvPr/>
        </p:nvCxnSpPr>
        <p:spPr>
          <a:xfrm>
            <a:off x="3657748" y="5297145"/>
            <a:ext cx="687831" cy="53996"/>
          </a:xfrm>
          <a:prstGeom prst="line">
            <a:avLst/>
          </a:prstGeom>
          <a:ln w="190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68" name="直線コネクタ 267">
            <a:extLst>
              <a:ext uri="{FF2B5EF4-FFF2-40B4-BE49-F238E27FC236}">
                <a16:creationId xmlns:a16="http://schemas.microsoft.com/office/drawing/2014/main" id="{7098908D-63C1-1689-51F4-939C4E1C5513}"/>
              </a:ext>
            </a:extLst>
          </p:cNvPr>
          <p:cNvCxnSpPr>
            <a:cxnSpLocks/>
            <a:stCxn id="224" idx="6"/>
          </p:cNvCxnSpPr>
          <p:nvPr/>
        </p:nvCxnSpPr>
        <p:spPr>
          <a:xfrm flipV="1">
            <a:off x="3657748" y="5182955"/>
            <a:ext cx="687831" cy="114190"/>
          </a:xfrm>
          <a:prstGeom prst="line">
            <a:avLst/>
          </a:prstGeom>
          <a:ln w="190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74" name="直線コネクタ 273">
            <a:extLst>
              <a:ext uri="{FF2B5EF4-FFF2-40B4-BE49-F238E27FC236}">
                <a16:creationId xmlns:a16="http://schemas.microsoft.com/office/drawing/2014/main" id="{BF25FCDC-E8EA-BFDE-AAA1-3FC5507AF418}"/>
              </a:ext>
            </a:extLst>
          </p:cNvPr>
          <p:cNvCxnSpPr>
            <a:cxnSpLocks/>
          </p:cNvCxnSpPr>
          <p:nvPr/>
        </p:nvCxnSpPr>
        <p:spPr>
          <a:xfrm>
            <a:off x="6198732" y="4053629"/>
            <a:ext cx="710248" cy="137633"/>
          </a:xfrm>
          <a:prstGeom prst="line">
            <a:avLst/>
          </a:prstGeom>
          <a:ln w="190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80" name="直線コネクタ 279">
            <a:extLst>
              <a:ext uri="{FF2B5EF4-FFF2-40B4-BE49-F238E27FC236}">
                <a16:creationId xmlns:a16="http://schemas.microsoft.com/office/drawing/2014/main" id="{95154327-23C3-DEFE-D664-BEDC89EA8F47}"/>
              </a:ext>
            </a:extLst>
          </p:cNvPr>
          <p:cNvCxnSpPr>
            <a:cxnSpLocks/>
          </p:cNvCxnSpPr>
          <p:nvPr/>
        </p:nvCxnSpPr>
        <p:spPr>
          <a:xfrm>
            <a:off x="6191870" y="4053629"/>
            <a:ext cx="717110" cy="11745"/>
          </a:xfrm>
          <a:prstGeom prst="line">
            <a:avLst/>
          </a:prstGeom>
          <a:ln w="190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00" name="テキスト ボックス 299">
            <a:extLst>
              <a:ext uri="{FF2B5EF4-FFF2-40B4-BE49-F238E27FC236}">
                <a16:creationId xmlns:a16="http://schemas.microsoft.com/office/drawing/2014/main" id="{A4CF52E1-39B1-CBAC-2EC8-1B212D39A39D}"/>
              </a:ext>
            </a:extLst>
          </p:cNvPr>
          <p:cNvSpPr txBox="1"/>
          <p:nvPr/>
        </p:nvSpPr>
        <p:spPr>
          <a:xfrm rot="10800000">
            <a:off x="4492926" y="4699106"/>
            <a:ext cx="50076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dirty="0"/>
              <a:t>…</a:t>
            </a:r>
            <a:endParaRPr kumimoji="1" lang="ja-JP" altLang="en-US"/>
          </a:p>
        </p:txBody>
      </p:sp>
      <p:cxnSp>
        <p:nvCxnSpPr>
          <p:cNvPr id="305" name="直線コネクタ 304">
            <a:extLst>
              <a:ext uri="{FF2B5EF4-FFF2-40B4-BE49-F238E27FC236}">
                <a16:creationId xmlns:a16="http://schemas.microsoft.com/office/drawing/2014/main" id="{4E54371A-61F7-E695-04E5-85E1FB1B74E2}"/>
              </a:ext>
            </a:extLst>
          </p:cNvPr>
          <p:cNvCxnSpPr>
            <a:cxnSpLocks/>
          </p:cNvCxnSpPr>
          <p:nvPr/>
        </p:nvCxnSpPr>
        <p:spPr>
          <a:xfrm flipH="1">
            <a:off x="5186250" y="4065373"/>
            <a:ext cx="661706" cy="142308"/>
          </a:xfrm>
          <a:prstGeom prst="line">
            <a:avLst/>
          </a:prstGeom>
          <a:ln w="190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07" name="直線コネクタ 306">
            <a:extLst>
              <a:ext uri="{FF2B5EF4-FFF2-40B4-BE49-F238E27FC236}">
                <a16:creationId xmlns:a16="http://schemas.microsoft.com/office/drawing/2014/main" id="{BCA23B87-98AD-CCCA-7EE0-3419D70A9F0F}"/>
              </a:ext>
            </a:extLst>
          </p:cNvPr>
          <p:cNvCxnSpPr>
            <a:cxnSpLocks/>
          </p:cNvCxnSpPr>
          <p:nvPr/>
        </p:nvCxnSpPr>
        <p:spPr>
          <a:xfrm flipH="1">
            <a:off x="5149888" y="4065374"/>
            <a:ext cx="698068" cy="7225"/>
          </a:xfrm>
          <a:prstGeom prst="line">
            <a:avLst/>
          </a:prstGeom>
          <a:ln w="190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10" name="円/楕円 309">
            <a:extLst>
              <a:ext uri="{FF2B5EF4-FFF2-40B4-BE49-F238E27FC236}">
                <a16:creationId xmlns:a16="http://schemas.microsoft.com/office/drawing/2014/main" id="{2CC90D05-9A2D-F04C-399A-37503DDC6112}"/>
              </a:ext>
            </a:extLst>
          </p:cNvPr>
          <p:cNvSpPr/>
          <p:nvPr/>
        </p:nvSpPr>
        <p:spPr>
          <a:xfrm>
            <a:off x="5844811" y="5643587"/>
            <a:ext cx="317711" cy="228380"/>
          </a:xfrm>
          <a:prstGeom prst="ellipse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314" name="直線コネクタ 313">
            <a:extLst>
              <a:ext uri="{FF2B5EF4-FFF2-40B4-BE49-F238E27FC236}">
                <a16:creationId xmlns:a16="http://schemas.microsoft.com/office/drawing/2014/main" id="{82579AAF-D2E3-CAFE-CB34-BF9FFEDFE839}"/>
              </a:ext>
            </a:extLst>
          </p:cNvPr>
          <p:cNvCxnSpPr>
            <a:cxnSpLocks/>
          </p:cNvCxnSpPr>
          <p:nvPr/>
        </p:nvCxnSpPr>
        <p:spPr>
          <a:xfrm flipV="1">
            <a:off x="6181635" y="5651068"/>
            <a:ext cx="637879" cy="100622"/>
          </a:xfrm>
          <a:prstGeom prst="line">
            <a:avLst/>
          </a:prstGeom>
          <a:ln w="190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17" name="直線コネクタ 316">
            <a:extLst>
              <a:ext uri="{FF2B5EF4-FFF2-40B4-BE49-F238E27FC236}">
                <a16:creationId xmlns:a16="http://schemas.microsoft.com/office/drawing/2014/main" id="{B225B766-0ED0-0EB2-B6AB-6E8E017792DE}"/>
              </a:ext>
            </a:extLst>
          </p:cNvPr>
          <p:cNvCxnSpPr>
            <a:cxnSpLocks/>
          </p:cNvCxnSpPr>
          <p:nvPr/>
        </p:nvCxnSpPr>
        <p:spPr>
          <a:xfrm flipV="1">
            <a:off x="6181635" y="5751603"/>
            <a:ext cx="671735" cy="87"/>
          </a:xfrm>
          <a:prstGeom prst="line">
            <a:avLst/>
          </a:prstGeom>
          <a:ln w="190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20" name="直線コネクタ 319">
            <a:extLst>
              <a:ext uri="{FF2B5EF4-FFF2-40B4-BE49-F238E27FC236}">
                <a16:creationId xmlns:a16="http://schemas.microsoft.com/office/drawing/2014/main" id="{AC94DD45-97BA-730C-61AA-0BEA016478E8}"/>
              </a:ext>
            </a:extLst>
          </p:cNvPr>
          <p:cNvCxnSpPr>
            <a:cxnSpLocks/>
          </p:cNvCxnSpPr>
          <p:nvPr/>
        </p:nvCxnSpPr>
        <p:spPr>
          <a:xfrm flipH="1" flipV="1">
            <a:off x="5186250" y="5651068"/>
            <a:ext cx="651471" cy="112367"/>
          </a:xfrm>
          <a:prstGeom prst="line">
            <a:avLst/>
          </a:prstGeom>
          <a:ln w="190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22" name="直線コネクタ 321">
            <a:extLst>
              <a:ext uri="{FF2B5EF4-FFF2-40B4-BE49-F238E27FC236}">
                <a16:creationId xmlns:a16="http://schemas.microsoft.com/office/drawing/2014/main" id="{2EF92D4B-AA7B-7473-B2C6-B2B8F73F2DD3}"/>
              </a:ext>
            </a:extLst>
          </p:cNvPr>
          <p:cNvCxnSpPr>
            <a:cxnSpLocks/>
          </p:cNvCxnSpPr>
          <p:nvPr/>
        </p:nvCxnSpPr>
        <p:spPr>
          <a:xfrm flipH="1">
            <a:off x="5149888" y="5763435"/>
            <a:ext cx="687833" cy="12620"/>
          </a:xfrm>
          <a:prstGeom prst="line">
            <a:avLst/>
          </a:prstGeom>
          <a:ln w="190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24" name="テキスト ボックス 323">
            <a:extLst>
              <a:ext uri="{FF2B5EF4-FFF2-40B4-BE49-F238E27FC236}">
                <a16:creationId xmlns:a16="http://schemas.microsoft.com/office/drawing/2014/main" id="{85E293D6-0E0E-49CC-7242-F11DF1E856B5}"/>
              </a:ext>
            </a:extLst>
          </p:cNvPr>
          <p:cNvSpPr txBox="1"/>
          <p:nvPr/>
        </p:nvSpPr>
        <p:spPr>
          <a:xfrm rot="16200000">
            <a:off x="5781273" y="5126788"/>
            <a:ext cx="50076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dirty="0"/>
              <a:t>…</a:t>
            </a:r>
            <a:endParaRPr kumimoji="1" lang="ja-JP" altLang="en-US"/>
          </a:p>
        </p:txBody>
      </p:sp>
      <p:sp>
        <p:nvSpPr>
          <p:cNvPr id="325" name="円/楕円 324">
            <a:extLst>
              <a:ext uri="{FF2B5EF4-FFF2-40B4-BE49-F238E27FC236}">
                <a16:creationId xmlns:a16="http://schemas.microsoft.com/office/drawing/2014/main" id="{FAEACC9E-768A-5BBC-C848-EC4B1A313539}"/>
              </a:ext>
            </a:extLst>
          </p:cNvPr>
          <p:cNvSpPr/>
          <p:nvPr/>
        </p:nvSpPr>
        <p:spPr>
          <a:xfrm>
            <a:off x="5831013" y="4763201"/>
            <a:ext cx="317711" cy="228380"/>
          </a:xfrm>
          <a:prstGeom prst="ellipse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326" name="直線コネクタ 325">
            <a:extLst>
              <a:ext uri="{FF2B5EF4-FFF2-40B4-BE49-F238E27FC236}">
                <a16:creationId xmlns:a16="http://schemas.microsoft.com/office/drawing/2014/main" id="{7695063E-5EE7-D068-7D30-72CCE3479242}"/>
              </a:ext>
            </a:extLst>
          </p:cNvPr>
          <p:cNvCxnSpPr>
            <a:cxnSpLocks/>
          </p:cNvCxnSpPr>
          <p:nvPr/>
        </p:nvCxnSpPr>
        <p:spPr>
          <a:xfrm>
            <a:off x="6167837" y="4871304"/>
            <a:ext cx="671735" cy="200344"/>
          </a:xfrm>
          <a:prstGeom prst="line">
            <a:avLst/>
          </a:prstGeom>
          <a:ln w="190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27" name="直線コネクタ 326">
            <a:extLst>
              <a:ext uri="{FF2B5EF4-FFF2-40B4-BE49-F238E27FC236}">
                <a16:creationId xmlns:a16="http://schemas.microsoft.com/office/drawing/2014/main" id="{52E4CD15-FEB5-5AF2-4EE3-CE7B68DDEF5D}"/>
              </a:ext>
            </a:extLst>
          </p:cNvPr>
          <p:cNvCxnSpPr>
            <a:cxnSpLocks/>
          </p:cNvCxnSpPr>
          <p:nvPr/>
        </p:nvCxnSpPr>
        <p:spPr>
          <a:xfrm flipV="1">
            <a:off x="6167837" y="4655021"/>
            <a:ext cx="671735" cy="216283"/>
          </a:xfrm>
          <a:prstGeom prst="line">
            <a:avLst/>
          </a:prstGeom>
          <a:ln w="190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28" name="直線コネクタ 327">
            <a:extLst>
              <a:ext uri="{FF2B5EF4-FFF2-40B4-BE49-F238E27FC236}">
                <a16:creationId xmlns:a16="http://schemas.microsoft.com/office/drawing/2014/main" id="{24AB4F49-E482-B019-9EDA-F29C3271FFB8}"/>
              </a:ext>
            </a:extLst>
          </p:cNvPr>
          <p:cNvCxnSpPr>
            <a:cxnSpLocks/>
          </p:cNvCxnSpPr>
          <p:nvPr/>
        </p:nvCxnSpPr>
        <p:spPr>
          <a:xfrm>
            <a:off x="6167837" y="4871304"/>
            <a:ext cx="687831" cy="53996"/>
          </a:xfrm>
          <a:prstGeom prst="line">
            <a:avLst/>
          </a:prstGeom>
          <a:ln w="190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29" name="直線コネクタ 328">
            <a:extLst>
              <a:ext uri="{FF2B5EF4-FFF2-40B4-BE49-F238E27FC236}">
                <a16:creationId xmlns:a16="http://schemas.microsoft.com/office/drawing/2014/main" id="{8FB008BC-B7E3-4061-2915-81752EC2DB91}"/>
              </a:ext>
            </a:extLst>
          </p:cNvPr>
          <p:cNvCxnSpPr>
            <a:cxnSpLocks/>
          </p:cNvCxnSpPr>
          <p:nvPr/>
        </p:nvCxnSpPr>
        <p:spPr>
          <a:xfrm flipV="1">
            <a:off x="6167837" y="4757114"/>
            <a:ext cx="687831" cy="114190"/>
          </a:xfrm>
          <a:prstGeom prst="line">
            <a:avLst/>
          </a:prstGeom>
          <a:ln w="190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pSp>
        <p:nvGrpSpPr>
          <p:cNvPr id="330" name="グループ化 329">
            <a:extLst>
              <a:ext uri="{FF2B5EF4-FFF2-40B4-BE49-F238E27FC236}">
                <a16:creationId xmlns:a16="http://schemas.microsoft.com/office/drawing/2014/main" id="{6D22CC2C-E018-8DEA-FBB3-5A411A518FE9}"/>
              </a:ext>
            </a:extLst>
          </p:cNvPr>
          <p:cNvGrpSpPr/>
          <p:nvPr/>
        </p:nvGrpSpPr>
        <p:grpSpPr>
          <a:xfrm rot="10800000">
            <a:off x="5136091" y="4682705"/>
            <a:ext cx="687831" cy="416627"/>
            <a:chOff x="5803546" y="2937923"/>
            <a:chExt cx="687831" cy="416627"/>
          </a:xfrm>
        </p:grpSpPr>
        <p:cxnSp>
          <p:nvCxnSpPr>
            <p:cNvPr id="331" name="直線コネクタ 330">
              <a:extLst>
                <a:ext uri="{FF2B5EF4-FFF2-40B4-BE49-F238E27FC236}">
                  <a16:creationId xmlns:a16="http://schemas.microsoft.com/office/drawing/2014/main" id="{7D72B9B7-8030-9ACF-2812-7C206F4C4C65}"/>
                </a:ext>
              </a:extLst>
            </p:cNvPr>
            <p:cNvCxnSpPr>
              <a:cxnSpLocks/>
            </p:cNvCxnSpPr>
            <p:nvPr/>
          </p:nvCxnSpPr>
          <p:spPr>
            <a:xfrm>
              <a:off x="5803546" y="3154206"/>
              <a:ext cx="671735" cy="200344"/>
            </a:xfrm>
            <a:prstGeom prst="line">
              <a:avLst/>
            </a:prstGeom>
            <a:ln w="1905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332" name="直線コネクタ 331">
              <a:extLst>
                <a:ext uri="{FF2B5EF4-FFF2-40B4-BE49-F238E27FC236}">
                  <a16:creationId xmlns:a16="http://schemas.microsoft.com/office/drawing/2014/main" id="{D340F16D-9A47-0F1E-E5A7-CF66E9F5ED0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803546" y="2937923"/>
              <a:ext cx="671735" cy="216283"/>
            </a:xfrm>
            <a:prstGeom prst="line">
              <a:avLst/>
            </a:prstGeom>
            <a:ln w="1905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333" name="直線コネクタ 332">
              <a:extLst>
                <a:ext uri="{FF2B5EF4-FFF2-40B4-BE49-F238E27FC236}">
                  <a16:creationId xmlns:a16="http://schemas.microsoft.com/office/drawing/2014/main" id="{8CC10062-07A7-1E98-2B98-E7E5B653DCE6}"/>
                </a:ext>
              </a:extLst>
            </p:cNvPr>
            <p:cNvCxnSpPr>
              <a:cxnSpLocks/>
            </p:cNvCxnSpPr>
            <p:nvPr/>
          </p:nvCxnSpPr>
          <p:spPr>
            <a:xfrm>
              <a:off x="5803546" y="3154206"/>
              <a:ext cx="687831" cy="53996"/>
            </a:xfrm>
            <a:prstGeom prst="line">
              <a:avLst/>
            </a:prstGeom>
            <a:ln w="1905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334" name="直線コネクタ 333">
              <a:extLst>
                <a:ext uri="{FF2B5EF4-FFF2-40B4-BE49-F238E27FC236}">
                  <a16:creationId xmlns:a16="http://schemas.microsoft.com/office/drawing/2014/main" id="{6358794F-154A-5E1B-A137-390FEA122EB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803546" y="3040016"/>
              <a:ext cx="687831" cy="114190"/>
            </a:xfrm>
            <a:prstGeom prst="line">
              <a:avLst/>
            </a:prstGeom>
            <a:ln w="1905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343" name="テキスト ボックス 342">
            <a:extLst>
              <a:ext uri="{FF2B5EF4-FFF2-40B4-BE49-F238E27FC236}">
                <a16:creationId xmlns:a16="http://schemas.microsoft.com/office/drawing/2014/main" id="{F1364934-562A-3FDD-901C-9DFF2B8C28B9}"/>
              </a:ext>
            </a:extLst>
          </p:cNvPr>
          <p:cNvSpPr txBox="1"/>
          <p:nvPr/>
        </p:nvSpPr>
        <p:spPr>
          <a:xfrm rot="10800000">
            <a:off x="6836089" y="4674906"/>
            <a:ext cx="290132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dirty="0"/>
              <a:t>…</a:t>
            </a:r>
            <a:endParaRPr kumimoji="1" lang="ja-JP" alt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44" name="テキスト ボックス 343">
                <a:extLst>
                  <a:ext uri="{FF2B5EF4-FFF2-40B4-BE49-F238E27FC236}">
                    <a16:creationId xmlns:a16="http://schemas.microsoft.com/office/drawing/2014/main" id="{2472507F-0ABD-19A4-2B9A-5461901C5B5B}"/>
                  </a:ext>
                </a:extLst>
              </p:cNvPr>
              <p:cNvSpPr txBox="1"/>
              <p:nvPr/>
            </p:nvSpPr>
            <p:spPr>
              <a:xfrm>
                <a:off x="5408901" y="3952878"/>
                <a:ext cx="1216424" cy="2308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ja-JP" sz="900" b="0" i="1" smtClean="0">
                          <a:latin typeface="Cambria Math" panose="02040503050406030204" pitchFamily="18" charset="0"/>
                        </a:rPr>
                        <m:t>𝐵</m:t>
                      </m:r>
                      <m:r>
                        <a:rPr kumimoji="1" lang="en-US" altLang="ja-JP" sz="900" b="0" i="1" smtClean="0">
                          <a:latin typeface="Cambria Math" panose="02040503050406030204" pitchFamily="18" charset="0"/>
                        </a:rPr>
                        <m:t>−1</m:t>
                      </m:r>
                    </m:oMath>
                  </m:oMathPara>
                </a14:m>
                <a:endParaRPr kumimoji="1" lang="ja-JP" altLang="en-US" sz="900"/>
              </a:p>
            </p:txBody>
          </p:sp>
        </mc:Choice>
        <mc:Fallback>
          <p:sp>
            <p:nvSpPr>
              <p:cNvPr id="344" name="テキスト ボックス 343">
                <a:extLst>
                  <a:ext uri="{FF2B5EF4-FFF2-40B4-BE49-F238E27FC236}">
                    <a16:creationId xmlns:a16="http://schemas.microsoft.com/office/drawing/2014/main" id="{2472507F-0ABD-19A4-2B9A-5461901C5B5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08901" y="3952878"/>
                <a:ext cx="1216424" cy="230832"/>
              </a:xfrm>
              <a:prstGeom prst="rect">
                <a:avLst/>
              </a:prstGeom>
              <a:blipFill>
                <a:blip r:embed="rId2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50" name="テキスト ボックス 349">
                <a:extLst>
                  <a:ext uri="{FF2B5EF4-FFF2-40B4-BE49-F238E27FC236}">
                    <a16:creationId xmlns:a16="http://schemas.microsoft.com/office/drawing/2014/main" id="{DAA7B512-07C5-3D23-EC63-2DC380DBF807}"/>
                  </a:ext>
                </a:extLst>
              </p:cNvPr>
              <p:cNvSpPr txBox="1"/>
              <p:nvPr/>
            </p:nvSpPr>
            <p:spPr>
              <a:xfrm>
                <a:off x="5395454" y="2912048"/>
                <a:ext cx="1216424" cy="2308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ja-JP" sz="900" b="0" i="1" smtClean="0"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kumimoji="1" lang="ja-JP" altLang="en-US" sz="900"/>
              </a:p>
            </p:txBody>
          </p:sp>
        </mc:Choice>
        <mc:Fallback>
          <p:sp>
            <p:nvSpPr>
              <p:cNvPr id="350" name="テキスト ボックス 349">
                <a:extLst>
                  <a:ext uri="{FF2B5EF4-FFF2-40B4-BE49-F238E27FC236}">
                    <a16:creationId xmlns:a16="http://schemas.microsoft.com/office/drawing/2014/main" id="{DAA7B512-07C5-3D23-EC63-2DC380DBF80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95454" y="2912048"/>
                <a:ext cx="1216424" cy="230832"/>
              </a:xfrm>
              <a:prstGeom prst="rect">
                <a:avLst/>
              </a:prstGeom>
              <a:blipFill>
                <a:blip r:embed="rId2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51" name="テキスト ボックス 350">
            <a:extLst>
              <a:ext uri="{FF2B5EF4-FFF2-40B4-BE49-F238E27FC236}">
                <a16:creationId xmlns:a16="http://schemas.microsoft.com/office/drawing/2014/main" id="{EED3B8D3-A160-E735-3FDB-595C4715214B}"/>
              </a:ext>
            </a:extLst>
          </p:cNvPr>
          <p:cNvSpPr txBox="1"/>
          <p:nvPr/>
        </p:nvSpPr>
        <p:spPr>
          <a:xfrm rot="16200000">
            <a:off x="3248843" y="1967635"/>
            <a:ext cx="50076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dirty="0"/>
              <a:t>…</a:t>
            </a:r>
            <a:endParaRPr kumimoji="1" lang="ja-JP" altLang="en-US"/>
          </a:p>
        </p:txBody>
      </p:sp>
      <p:sp>
        <p:nvSpPr>
          <p:cNvPr id="352" name="円/楕円 351">
            <a:extLst>
              <a:ext uri="{FF2B5EF4-FFF2-40B4-BE49-F238E27FC236}">
                <a16:creationId xmlns:a16="http://schemas.microsoft.com/office/drawing/2014/main" id="{8E5B5758-C3F8-3595-9375-0D419B871B70}"/>
              </a:ext>
            </a:extLst>
          </p:cNvPr>
          <p:cNvSpPr/>
          <p:nvPr/>
        </p:nvSpPr>
        <p:spPr>
          <a:xfrm>
            <a:off x="3340037" y="1708520"/>
            <a:ext cx="317711" cy="228380"/>
          </a:xfrm>
          <a:prstGeom prst="ellipse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353" name="直線コネクタ 352">
            <a:extLst>
              <a:ext uri="{FF2B5EF4-FFF2-40B4-BE49-F238E27FC236}">
                <a16:creationId xmlns:a16="http://schemas.microsoft.com/office/drawing/2014/main" id="{73D1C227-CA37-EB10-C4A3-D0D6211C5707}"/>
              </a:ext>
            </a:extLst>
          </p:cNvPr>
          <p:cNvCxnSpPr>
            <a:cxnSpLocks/>
            <a:stCxn id="352" idx="6"/>
          </p:cNvCxnSpPr>
          <p:nvPr/>
        </p:nvCxnSpPr>
        <p:spPr>
          <a:xfrm>
            <a:off x="3657748" y="1822710"/>
            <a:ext cx="734205" cy="209382"/>
          </a:xfrm>
          <a:prstGeom prst="line">
            <a:avLst/>
          </a:prstGeom>
          <a:ln w="190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54" name="直線コネクタ 353">
            <a:extLst>
              <a:ext uri="{FF2B5EF4-FFF2-40B4-BE49-F238E27FC236}">
                <a16:creationId xmlns:a16="http://schemas.microsoft.com/office/drawing/2014/main" id="{26B26F32-5B36-5283-A329-310158E56127}"/>
              </a:ext>
            </a:extLst>
          </p:cNvPr>
          <p:cNvCxnSpPr>
            <a:cxnSpLocks/>
            <a:stCxn id="352" idx="6"/>
          </p:cNvCxnSpPr>
          <p:nvPr/>
        </p:nvCxnSpPr>
        <p:spPr>
          <a:xfrm flipV="1">
            <a:off x="3657748" y="1593926"/>
            <a:ext cx="671735" cy="228784"/>
          </a:xfrm>
          <a:prstGeom prst="line">
            <a:avLst/>
          </a:prstGeom>
          <a:ln w="190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55" name="直線コネクタ 354">
            <a:extLst>
              <a:ext uri="{FF2B5EF4-FFF2-40B4-BE49-F238E27FC236}">
                <a16:creationId xmlns:a16="http://schemas.microsoft.com/office/drawing/2014/main" id="{BA3B43E4-9921-4AAD-A3CA-7484A21FA626}"/>
              </a:ext>
            </a:extLst>
          </p:cNvPr>
          <p:cNvCxnSpPr>
            <a:cxnSpLocks/>
            <a:stCxn id="352" idx="6"/>
          </p:cNvCxnSpPr>
          <p:nvPr/>
        </p:nvCxnSpPr>
        <p:spPr>
          <a:xfrm>
            <a:off x="3657748" y="1822710"/>
            <a:ext cx="687831" cy="53996"/>
          </a:xfrm>
          <a:prstGeom prst="line">
            <a:avLst/>
          </a:prstGeom>
          <a:ln w="190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56" name="直線コネクタ 355">
            <a:extLst>
              <a:ext uri="{FF2B5EF4-FFF2-40B4-BE49-F238E27FC236}">
                <a16:creationId xmlns:a16="http://schemas.microsoft.com/office/drawing/2014/main" id="{AE321918-5D6D-4B4F-A5F7-2A15D5589143}"/>
              </a:ext>
            </a:extLst>
          </p:cNvPr>
          <p:cNvCxnSpPr>
            <a:cxnSpLocks/>
            <a:stCxn id="352" idx="6"/>
          </p:cNvCxnSpPr>
          <p:nvPr/>
        </p:nvCxnSpPr>
        <p:spPr>
          <a:xfrm flipV="1">
            <a:off x="3657748" y="1708520"/>
            <a:ext cx="687831" cy="114190"/>
          </a:xfrm>
          <a:prstGeom prst="line">
            <a:avLst/>
          </a:prstGeom>
          <a:ln w="190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57" name="円/楕円 356">
            <a:extLst>
              <a:ext uri="{FF2B5EF4-FFF2-40B4-BE49-F238E27FC236}">
                <a16:creationId xmlns:a16="http://schemas.microsoft.com/office/drawing/2014/main" id="{6335DEB5-F9B5-CE65-8A79-CB430506CC07}"/>
              </a:ext>
            </a:extLst>
          </p:cNvPr>
          <p:cNvSpPr/>
          <p:nvPr/>
        </p:nvSpPr>
        <p:spPr>
          <a:xfrm>
            <a:off x="5855046" y="1203573"/>
            <a:ext cx="317711" cy="228380"/>
          </a:xfrm>
          <a:prstGeom prst="ellipse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58" name="テキスト ボックス 357">
            <a:extLst>
              <a:ext uri="{FF2B5EF4-FFF2-40B4-BE49-F238E27FC236}">
                <a16:creationId xmlns:a16="http://schemas.microsoft.com/office/drawing/2014/main" id="{27C927A2-0CD9-884F-1479-F483F849E0B2}"/>
              </a:ext>
            </a:extLst>
          </p:cNvPr>
          <p:cNvSpPr txBox="1"/>
          <p:nvPr/>
        </p:nvSpPr>
        <p:spPr>
          <a:xfrm rot="16200000">
            <a:off x="5786183" y="1461566"/>
            <a:ext cx="50076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dirty="0"/>
              <a:t>…</a:t>
            </a:r>
            <a:endParaRPr kumimoji="1" lang="ja-JP" altLang="en-US"/>
          </a:p>
        </p:txBody>
      </p:sp>
      <p:sp>
        <p:nvSpPr>
          <p:cNvPr id="359" name="円/楕円 358">
            <a:extLst>
              <a:ext uri="{FF2B5EF4-FFF2-40B4-BE49-F238E27FC236}">
                <a16:creationId xmlns:a16="http://schemas.microsoft.com/office/drawing/2014/main" id="{D2CE18FF-D130-1473-4FD1-3CEE6CD53A00}"/>
              </a:ext>
            </a:extLst>
          </p:cNvPr>
          <p:cNvSpPr/>
          <p:nvPr/>
        </p:nvSpPr>
        <p:spPr>
          <a:xfrm>
            <a:off x="3340037" y="2441002"/>
            <a:ext cx="317711" cy="228380"/>
          </a:xfrm>
          <a:prstGeom prst="ellipse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360" name="直線コネクタ 359">
            <a:extLst>
              <a:ext uri="{FF2B5EF4-FFF2-40B4-BE49-F238E27FC236}">
                <a16:creationId xmlns:a16="http://schemas.microsoft.com/office/drawing/2014/main" id="{6801D12C-8EDF-E730-98B7-EBE2A313AC35}"/>
              </a:ext>
            </a:extLst>
          </p:cNvPr>
          <p:cNvCxnSpPr>
            <a:cxnSpLocks/>
            <a:stCxn id="359" idx="6"/>
          </p:cNvCxnSpPr>
          <p:nvPr/>
        </p:nvCxnSpPr>
        <p:spPr>
          <a:xfrm>
            <a:off x="3657748" y="2555192"/>
            <a:ext cx="712133" cy="235807"/>
          </a:xfrm>
          <a:prstGeom prst="line">
            <a:avLst/>
          </a:prstGeom>
          <a:ln w="190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61" name="直線コネクタ 360">
            <a:extLst>
              <a:ext uri="{FF2B5EF4-FFF2-40B4-BE49-F238E27FC236}">
                <a16:creationId xmlns:a16="http://schemas.microsoft.com/office/drawing/2014/main" id="{C0A121D4-E836-BD2F-09D7-7DA539C00897}"/>
              </a:ext>
            </a:extLst>
          </p:cNvPr>
          <p:cNvCxnSpPr>
            <a:cxnSpLocks/>
            <a:stCxn id="359" idx="6"/>
          </p:cNvCxnSpPr>
          <p:nvPr/>
        </p:nvCxnSpPr>
        <p:spPr>
          <a:xfrm flipV="1">
            <a:off x="3657748" y="2338909"/>
            <a:ext cx="671735" cy="216283"/>
          </a:xfrm>
          <a:prstGeom prst="line">
            <a:avLst/>
          </a:prstGeom>
          <a:ln w="190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62" name="直線コネクタ 361">
            <a:extLst>
              <a:ext uri="{FF2B5EF4-FFF2-40B4-BE49-F238E27FC236}">
                <a16:creationId xmlns:a16="http://schemas.microsoft.com/office/drawing/2014/main" id="{1AC71C9F-2E3B-B468-1E37-ADD0983DB747}"/>
              </a:ext>
            </a:extLst>
          </p:cNvPr>
          <p:cNvCxnSpPr>
            <a:cxnSpLocks/>
            <a:stCxn id="359" idx="6"/>
          </p:cNvCxnSpPr>
          <p:nvPr/>
        </p:nvCxnSpPr>
        <p:spPr>
          <a:xfrm>
            <a:off x="3657748" y="2555192"/>
            <a:ext cx="687831" cy="53996"/>
          </a:xfrm>
          <a:prstGeom prst="line">
            <a:avLst/>
          </a:prstGeom>
          <a:ln w="190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63" name="直線コネクタ 362">
            <a:extLst>
              <a:ext uri="{FF2B5EF4-FFF2-40B4-BE49-F238E27FC236}">
                <a16:creationId xmlns:a16="http://schemas.microsoft.com/office/drawing/2014/main" id="{EBA52407-B7CB-B192-C7C9-FB76BDAE898D}"/>
              </a:ext>
            </a:extLst>
          </p:cNvPr>
          <p:cNvCxnSpPr>
            <a:cxnSpLocks/>
            <a:stCxn id="359" idx="6"/>
          </p:cNvCxnSpPr>
          <p:nvPr/>
        </p:nvCxnSpPr>
        <p:spPr>
          <a:xfrm flipV="1">
            <a:off x="3657748" y="2441002"/>
            <a:ext cx="687831" cy="114190"/>
          </a:xfrm>
          <a:prstGeom prst="line">
            <a:avLst/>
          </a:prstGeom>
          <a:ln w="190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64" name="直線コネクタ 363">
            <a:extLst>
              <a:ext uri="{FF2B5EF4-FFF2-40B4-BE49-F238E27FC236}">
                <a16:creationId xmlns:a16="http://schemas.microsoft.com/office/drawing/2014/main" id="{6ACA8EE2-2E9F-0805-F446-993AA08DAE1F}"/>
              </a:ext>
            </a:extLst>
          </p:cNvPr>
          <p:cNvCxnSpPr>
            <a:cxnSpLocks/>
          </p:cNvCxnSpPr>
          <p:nvPr/>
        </p:nvCxnSpPr>
        <p:spPr>
          <a:xfrm>
            <a:off x="6198732" y="1311676"/>
            <a:ext cx="710248" cy="137633"/>
          </a:xfrm>
          <a:prstGeom prst="line">
            <a:avLst/>
          </a:prstGeom>
          <a:ln w="190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65" name="直線コネクタ 364">
            <a:extLst>
              <a:ext uri="{FF2B5EF4-FFF2-40B4-BE49-F238E27FC236}">
                <a16:creationId xmlns:a16="http://schemas.microsoft.com/office/drawing/2014/main" id="{AD1F97FB-BEBF-E528-02D9-A7EDE2C8D490}"/>
              </a:ext>
            </a:extLst>
          </p:cNvPr>
          <p:cNvCxnSpPr>
            <a:cxnSpLocks/>
          </p:cNvCxnSpPr>
          <p:nvPr/>
        </p:nvCxnSpPr>
        <p:spPr>
          <a:xfrm>
            <a:off x="6191870" y="1311676"/>
            <a:ext cx="717110" cy="11745"/>
          </a:xfrm>
          <a:prstGeom prst="line">
            <a:avLst/>
          </a:prstGeom>
          <a:ln w="190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66" name="テキスト ボックス 365">
            <a:extLst>
              <a:ext uri="{FF2B5EF4-FFF2-40B4-BE49-F238E27FC236}">
                <a16:creationId xmlns:a16="http://schemas.microsoft.com/office/drawing/2014/main" id="{B637569C-7A6B-5D10-614F-130AFCABE9BF}"/>
              </a:ext>
            </a:extLst>
          </p:cNvPr>
          <p:cNvSpPr txBox="1"/>
          <p:nvPr/>
        </p:nvSpPr>
        <p:spPr>
          <a:xfrm rot="10800000">
            <a:off x="4492926" y="1957153"/>
            <a:ext cx="50076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dirty="0"/>
              <a:t>…</a:t>
            </a:r>
            <a:endParaRPr kumimoji="1" lang="ja-JP" altLang="en-US"/>
          </a:p>
        </p:txBody>
      </p:sp>
      <p:cxnSp>
        <p:nvCxnSpPr>
          <p:cNvPr id="367" name="直線コネクタ 366">
            <a:extLst>
              <a:ext uri="{FF2B5EF4-FFF2-40B4-BE49-F238E27FC236}">
                <a16:creationId xmlns:a16="http://schemas.microsoft.com/office/drawing/2014/main" id="{8436D661-9FC5-565D-78EA-2B97B657F860}"/>
              </a:ext>
            </a:extLst>
          </p:cNvPr>
          <p:cNvCxnSpPr>
            <a:cxnSpLocks/>
          </p:cNvCxnSpPr>
          <p:nvPr/>
        </p:nvCxnSpPr>
        <p:spPr>
          <a:xfrm flipH="1">
            <a:off x="5186250" y="1323420"/>
            <a:ext cx="661706" cy="142308"/>
          </a:xfrm>
          <a:prstGeom prst="line">
            <a:avLst/>
          </a:prstGeom>
          <a:ln w="190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68" name="直線コネクタ 367">
            <a:extLst>
              <a:ext uri="{FF2B5EF4-FFF2-40B4-BE49-F238E27FC236}">
                <a16:creationId xmlns:a16="http://schemas.microsoft.com/office/drawing/2014/main" id="{F1BF17DC-F6EA-2D8A-6C25-8D8B47492005}"/>
              </a:ext>
            </a:extLst>
          </p:cNvPr>
          <p:cNvCxnSpPr>
            <a:cxnSpLocks/>
          </p:cNvCxnSpPr>
          <p:nvPr/>
        </p:nvCxnSpPr>
        <p:spPr>
          <a:xfrm flipH="1">
            <a:off x="5149888" y="1323421"/>
            <a:ext cx="698068" cy="7225"/>
          </a:xfrm>
          <a:prstGeom prst="line">
            <a:avLst/>
          </a:prstGeom>
          <a:ln w="190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69" name="円/楕円 368">
            <a:extLst>
              <a:ext uri="{FF2B5EF4-FFF2-40B4-BE49-F238E27FC236}">
                <a16:creationId xmlns:a16="http://schemas.microsoft.com/office/drawing/2014/main" id="{B3832551-0524-81B3-1EA3-B4BE74719B23}"/>
              </a:ext>
            </a:extLst>
          </p:cNvPr>
          <p:cNvSpPr/>
          <p:nvPr/>
        </p:nvSpPr>
        <p:spPr>
          <a:xfrm>
            <a:off x="5844811" y="2901634"/>
            <a:ext cx="317711" cy="228380"/>
          </a:xfrm>
          <a:prstGeom prst="ellipse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370" name="直線コネクタ 369">
            <a:extLst>
              <a:ext uri="{FF2B5EF4-FFF2-40B4-BE49-F238E27FC236}">
                <a16:creationId xmlns:a16="http://schemas.microsoft.com/office/drawing/2014/main" id="{BFB82409-F156-0110-6BA2-9B7ACB3FEBF3}"/>
              </a:ext>
            </a:extLst>
          </p:cNvPr>
          <p:cNvCxnSpPr>
            <a:cxnSpLocks/>
          </p:cNvCxnSpPr>
          <p:nvPr/>
        </p:nvCxnSpPr>
        <p:spPr>
          <a:xfrm flipV="1">
            <a:off x="6181635" y="2909115"/>
            <a:ext cx="637879" cy="100622"/>
          </a:xfrm>
          <a:prstGeom prst="line">
            <a:avLst/>
          </a:prstGeom>
          <a:ln w="190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71" name="直線コネクタ 370">
            <a:extLst>
              <a:ext uri="{FF2B5EF4-FFF2-40B4-BE49-F238E27FC236}">
                <a16:creationId xmlns:a16="http://schemas.microsoft.com/office/drawing/2014/main" id="{EB161BCF-7F3A-7C5D-0F1E-E7F4B36E9B18}"/>
              </a:ext>
            </a:extLst>
          </p:cNvPr>
          <p:cNvCxnSpPr>
            <a:cxnSpLocks/>
          </p:cNvCxnSpPr>
          <p:nvPr/>
        </p:nvCxnSpPr>
        <p:spPr>
          <a:xfrm flipV="1">
            <a:off x="6181635" y="3009650"/>
            <a:ext cx="671735" cy="87"/>
          </a:xfrm>
          <a:prstGeom prst="line">
            <a:avLst/>
          </a:prstGeom>
          <a:ln w="190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72" name="直線コネクタ 371">
            <a:extLst>
              <a:ext uri="{FF2B5EF4-FFF2-40B4-BE49-F238E27FC236}">
                <a16:creationId xmlns:a16="http://schemas.microsoft.com/office/drawing/2014/main" id="{2657506E-3B79-901A-A2CF-A93DCC809903}"/>
              </a:ext>
            </a:extLst>
          </p:cNvPr>
          <p:cNvCxnSpPr>
            <a:cxnSpLocks/>
          </p:cNvCxnSpPr>
          <p:nvPr/>
        </p:nvCxnSpPr>
        <p:spPr>
          <a:xfrm flipH="1" flipV="1">
            <a:off x="5186250" y="2909115"/>
            <a:ext cx="651471" cy="112367"/>
          </a:xfrm>
          <a:prstGeom prst="line">
            <a:avLst/>
          </a:prstGeom>
          <a:ln w="190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73" name="直線コネクタ 372">
            <a:extLst>
              <a:ext uri="{FF2B5EF4-FFF2-40B4-BE49-F238E27FC236}">
                <a16:creationId xmlns:a16="http://schemas.microsoft.com/office/drawing/2014/main" id="{4DC507DA-C7D2-A956-6040-3349F6D8A7A1}"/>
              </a:ext>
            </a:extLst>
          </p:cNvPr>
          <p:cNvCxnSpPr>
            <a:cxnSpLocks/>
          </p:cNvCxnSpPr>
          <p:nvPr/>
        </p:nvCxnSpPr>
        <p:spPr>
          <a:xfrm flipH="1">
            <a:off x="5149888" y="3021482"/>
            <a:ext cx="687833" cy="12620"/>
          </a:xfrm>
          <a:prstGeom prst="line">
            <a:avLst/>
          </a:prstGeom>
          <a:ln w="190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74" name="テキスト ボックス 373">
            <a:extLst>
              <a:ext uri="{FF2B5EF4-FFF2-40B4-BE49-F238E27FC236}">
                <a16:creationId xmlns:a16="http://schemas.microsoft.com/office/drawing/2014/main" id="{29171D9B-7FA8-356B-2C2B-AEF9198380A9}"/>
              </a:ext>
            </a:extLst>
          </p:cNvPr>
          <p:cNvSpPr txBox="1"/>
          <p:nvPr/>
        </p:nvSpPr>
        <p:spPr>
          <a:xfrm rot="16200000">
            <a:off x="5781273" y="2384835"/>
            <a:ext cx="50076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dirty="0"/>
              <a:t>…</a:t>
            </a:r>
            <a:endParaRPr kumimoji="1" lang="ja-JP" altLang="en-US"/>
          </a:p>
        </p:txBody>
      </p:sp>
      <p:sp>
        <p:nvSpPr>
          <p:cNvPr id="375" name="円/楕円 374">
            <a:extLst>
              <a:ext uri="{FF2B5EF4-FFF2-40B4-BE49-F238E27FC236}">
                <a16:creationId xmlns:a16="http://schemas.microsoft.com/office/drawing/2014/main" id="{E98E0661-A4C8-EBCB-C214-E45A35440343}"/>
              </a:ext>
            </a:extLst>
          </p:cNvPr>
          <p:cNvSpPr/>
          <p:nvPr/>
        </p:nvSpPr>
        <p:spPr>
          <a:xfrm>
            <a:off x="5831013" y="2021248"/>
            <a:ext cx="317711" cy="228380"/>
          </a:xfrm>
          <a:prstGeom prst="ellipse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376" name="直線コネクタ 375">
            <a:extLst>
              <a:ext uri="{FF2B5EF4-FFF2-40B4-BE49-F238E27FC236}">
                <a16:creationId xmlns:a16="http://schemas.microsoft.com/office/drawing/2014/main" id="{AB6A00E6-4BE8-426F-6452-2605E39682FE}"/>
              </a:ext>
            </a:extLst>
          </p:cNvPr>
          <p:cNvCxnSpPr>
            <a:cxnSpLocks/>
          </p:cNvCxnSpPr>
          <p:nvPr/>
        </p:nvCxnSpPr>
        <p:spPr>
          <a:xfrm>
            <a:off x="6167837" y="2129351"/>
            <a:ext cx="671735" cy="200344"/>
          </a:xfrm>
          <a:prstGeom prst="line">
            <a:avLst/>
          </a:prstGeom>
          <a:ln w="190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77" name="直線コネクタ 376">
            <a:extLst>
              <a:ext uri="{FF2B5EF4-FFF2-40B4-BE49-F238E27FC236}">
                <a16:creationId xmlns:a16="http://schemas.microsoft.com/office/drawing/2014/main" id="{F43AEFEF-390A-0C2B-AE87-1EF947EF30F5}"/>
              </a:ext>
            </a:extLst>
          </p:cNvPr>
          <p:cNvCxnSpPr>
            <a:cxnSpLocks/>
          </p:cNvCxnSpPr>
          <p:nvPr/>
        </p:nvCxnSpPr>
        <p:spPr>
          <a:xfrm flipV="1">
            <a:off x="6167837" y="1913068"/>
            <a:ext cx="671735" cy="216283"/>
          </a:xfrm>
          <a:prstGeom prst="line">
            <a:avLst/>
          </a:prstGeom>
          <a:ln w="190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78" name="直線コネクタ 377">
            <a:extLst>
              <a:ext uri="{FF2B5EF4-FFF2-40B4-BE49-F238E27FC236}">
                <a16:creationId xmlns:a16="http://schemas.microsoft.com/office/drawing/2014/main" id="{F8BC3A50-FE9F-3658-0AD6-9762233DA67D}"/>
              </a:ext>
            </a:extLst>
          </p:cNvPr>
          <p:cNvCxnSpPr>
            <a:cxnSpLocks/>
          </p:cNvCxnSpPr>
          <p:nvPr/>
        </p:nvCxnSpPr>
        <p:spPr>
          <a:xfrm>
            <a:off x="6167837" y="2129351"/>
            <a:ext cx="687831" cy="53996"/>
          </a:xfrm>
          <a:prstGeom prst="line">
            <a:avLst/>
          </a:prstGeom>
          <a:ln w="190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79" name="直線コネクタ 378">
            <a:extLst>
              <a:ext uri="{FF2B5EF4-FFF2-40B4-BE49-F238E27FC236}">
                <a16:creationId xmlns:a16="http://schemas.microsoft.com/office/drawing/2014/main" id="{28C63B5A-D950-FF90-CA5A-9DC73383C4BC}"/>
              </a:ext>
            </a:extLst>
          </p:cNvPr>
          <p:cNvCxnSpPr>
            <a:cxnSpLocks/>
          </p:cNvCxnSpPr>
          <p:nvPr/>
        </p:nvCxnSpPr>
        <p:spPr>
          <a:xfrm flipV="1">
            <a:off x="6167837" y="2015161"/>
            <a:ext cx="687831" cy="114190"/>
          </a:xfrm>
          <a:prstGeom prst="line">
            <a:avLst/>
          </a:prstGeom>
          <a:ln w="190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pSp>
        <p:nvGrpSpPr>
          <p:cNvPr id="380" name="グループ化 379">
            <a:extLst>
              <a:ext uri="{FF2B5EF4-FFF2-40B4-BE49-F238E27FC236}">
                <a16:creationId xmlns:a16="http://schemas.microsoft.com/office/drawing/2014/main" id="{31E20DCF-BC25-FA6D-CD41-57E0E3D51D81}"/>
              </a:ext>
            </a:extLst>
          </p:cNvPr>
          <p:cNvGrpSpPr/>
          <p:nvPr/>
        </p:nvGrpSpPr>
        <p:grpSpPr>
          <a:xfrm rot="10800000">
            <a:off x="5136091" y="1940752"/>
            <a:ext cx="687831" cy="416627"/>
            <a:chOff x="5803546" y="2937923"/>
            <a:chExt cx="687831" cy="416627"/>
          </a:xfrm>
        </p:grpSpPr>
        <p:cxnSp>
          <p:nvCxnSpPr>
            <p:cNvPr id="381" name="直線コネクタ 380">
              <a:extLst>
                <a:ext uri="{FF2B5EF4-FFF2-40B4-BE49-F238E27FC236}">
                  <a16:creationId xmlns:a16="http://schemas.microsoft.com/office/drawing/2014/main" id="{7C7BA127-B601-B9EA-7FDC-28E40E992ED6}"/>
                </a:ext>
              </a:extLst>
            </p:cNvPr>
            <p:cNvCxnSpPr>
              <a:cxnSpLocks/>
            </p:cNvCxnSpPr>
            <p:nvPr/>
          </p:nvCxnSpPr>
          <p:spPr>
            <a:xfrm>
              <a:off x="5803546" y="3154206"/>
              <a:ext cx="671735" cy="200344"/>
            </a:xfrm>
            <a:prstGeom prst="line">
              <a:avLst/>
            </a:prstGeom>
            <a:ln w="1905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382" name="直線コネクタ 381">
              <a:extLst>
                <a:ext uri="{FF2B5EF4-FFF2-40B4-BE49-F238E27FC236}">
                  <a16:creationId xmlns:a16="http://schemas.microsoft.com/office/drawing/2014/main" id="{B6C570CF-BAC5-5FCF-C1F2-348E54BDAD9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803546" y="2937923"/>
              <a:ext cx="671735" cy="216283"/>
            </a:xfrm>
            <a:prstGeom prst="line">
              <a:avLst/>
            </a:prstGeom>
            <a:ln w="1905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383" name="直線コネクタ 382">
              <a:extLst>
                <a:ext uri="{FF2B5EF4-FFF2-40B4-BE49-F238E27FC236}">
                  <a16:creationId xmlns:a16="http://schemas.microsoft.com/office/drawing/2014/main" id="{E51567C7-11EB-936D-EF81-413BD6937F57}"/>
                </a:ext>
              </a:extLst>
            </p:cNvPr>
            <p:cNvCxnSpPr>
              <a:cxnSpLocks/>
            </p:cNvCxnSpPr>
            <p:nvPr/>
          </p:nvCxnSpPr>
          <p:spPr>
            <a:xfrm>
              <a:off x="5803546" y="3154206"/>
              <a:ext cx="687831" cy="53996"/>
            </a:xfrm>
            <a:prstGeom prst="line">
              <a:avLst/>
            </a:prstGeom>
            <a:ln w="1905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384" name="直線コネクタ 383">
              <a:extLst>
                <a:ext uri="{FF2B5EF4-FFF2-40B4-BE49-F238E27FC236}">
                  <a16:creationId xmlns:a16="http://schemas.microsoft.com/office/drawing/2014/main" id="{2D939D45-428B-28E5-AC53-2D57AC96BDC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803546" y="3040016"/>
              <a:ext cx="687831" cy="114190"/>
            </a:xfrm>
            <a:prstGeom prst="line">
              <a:avLst/>
            </a:prstGeom>
            <a:ln w="1905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385" name="テキスト ボックス 384">
            <a:extLst>
              <a:ext uri="{FF2B5EF4-FFF2-40B4-BE49-F238E27FC236}">
                <a16:creationId xmlns:a16="http://schemas.microsoft.com/office/drawing/2014/main" id="{EA66ED52-1B3E-38EE-DD90-7EC10E6C9E3B}"/>
              </a:ext>
            </a:extLst>
          </p:cNvPr>
          <p:cNvSpPr txBox="1"/>
          <p:nvPr/>
        </p:nvSpPr>
        <p:spPr>
          <a:xfrm rot="10800000">
            <a:off x="6836089" y="1932953"/>
            <a:ext cx="290132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dirty="0"/>
              <a:t>…</a:t>
            </a:r>
            <a:endParaRPr kumimoji="1" lang="ja-JP" alt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86" name="テキスト ボックス 385">
                <a:extLst>
                  <a:ext uri="{FF2B5EF4-FFF2-40B4-BE49-F238E27FC236}">
                    <a16:creationId xmlns:a16="http://schemas.microsoft.com/office/drawing/2014/main" id="{935A97FB-0AA0-3550-389E-C995DDF70905}"/>
                  </a:ext>
                </a:extLst>
              </p:cNvPr>
              <p:cNvSpPr txBox="1"/>
              <p:nvPr/>
            </p:nvSpPr>
            <p:spPr>
              <a:xfrm>
                <a:off x="5408901" y="1210925"/>
                <a:ext cx="1216424" cy="2308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ja-JP" sz="900" b="0" i="1" smtClean="0">
                          <a:latin typeface="Cambria Math" panose="02040503050406030204" pitchFamily="18" charset="0"/>
                        </a:rPr>
                        <m:t>𝐵</m:t>
                      </m:r>
                      <m:r>
                        <a:rPr kumimoji="1" lang="en-US" altLang="ja-JP" sz="900" b="0" i="1" smtClean="0">
                          <a:latin typeface="Cambria Math" panose="02040503050406030204" pitchFamily="18" charset="0"/>
                        </a:rPr>
                        <m:t>−1</m:t>
                      </m:r>
                    </m:oMath>
                  </m:oMathPara>
                </a14:m>
                <a:endParaRPr kumimoji="1" lang="ja-JP" altLang="en-US" sz="900"/>
              </a:p>
            </p:txBody>
          </p:sp>
        </mc:Choice>
        <mc:Fallback>
          <p:sp>
            <p:nvSpPr>
              <p:cNvPr id="386" name="テキスト ボックス 385">
                <a:extLst>
                  <a:ext uri="{FF2B5EF4-FFF2-40B4-BE49-F238E27FC236}">
                    <a16:creationId xmlns:a16="http://schemas.microsoft.com/office/drawing/2014/main" id="{935A97FB-0AA0-3550-389E-C995DDF7090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08901" y="1210925"/>
                <a:ext cx="1216424" cy="230832"/>
              </a:xfrm>
              <a:prstGeom prst="rect">
                <a:avLst/>
              </a:prstGeom>
              <a:blipFill>
                <a:blip r:embed="rId2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89" name="直線コネクタ 388">
            <a:extLst>
              <a:ext uri="{FF2B5EF4-FFF2-40B4-BE49-F238E27FC236}">
                <a16:creationId xmlns:a16="http://schemas.microsoft.com/office/drawing/2014/main" id="{F6673336-0FF7-6F17-F896-A6F27EA4C4AE}"/>
              </a:ext>
            </a:extLst>
          </p:cNvPr>
          <p:cNvCxnSpPr>
            <a:cxnSpLocks/>
            <a:stCxn id="15" idx="6"/>
          </p:cNvCxnSpPr>
          <p:nvPr/>
        </p:nvCxnSpPr>
        <p:spPr>
          <a:xfrm flipV="1">
            <a:off x="2218115" y="-1098053"/>
            <a:ext cx="1114846" cy="6045201"/>
          </a:xfrm>
          <a:prstGeom prst="line">
            <a:avLst/>
          </a:prstGeom>
          <a:ln w="190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392" name="テキスト ボックス 391">
                <a:extLst>
                  <a:ext uri="{FF2B5EF4-FFF2-40B4-BE49-F238E27FC236}">
                    <a16:creationId xmlns:a16="http://schemas.microsoft.com/office/drawing/2014/main" id="{1ECC6FB5-B694-3C84-7595-D2F11096F0C1}"/>
                  </a:ext>
                </a:extLst>
              </p:cNvPr>
              <p:cNvSpPr txBox="1"/>
              <p:nvPr/>
            </p:nvSpPr>
            <p:spPr>
              <a:xfrm>
                <a:off x="5406763" y="-23016"/>
                <a:ext cx="1216424" cy="2308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ja-JP" sz="900" b="0" i="1" smtClean="0"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kumimoji="1" lang="ja-JP" altLang="en-US" sz="900"/>
              </a:p>
            </p:txBody>
          </p:sp>
        </mc:Choice>
        <mc:Fallback>
          <p:sp>
            <p:nvSpPr>
              <p:cNvPr id="392" name="テキスト ボックス 391">
                <a:extLst>
                  <a:ext uri="{FF2B5EF4-FFF2-40B4-BE49-F238E27FC236}">
                    <a16:creationId xmlns:a16="http://schemas.microsoft.com/office/drawing/2014/main" id="{1ECC6FB5-B694-3C84-7595-D2F11096F0C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06763" y="-23016"/>
                <a:ext cx="1216424" cy="230832"/>
              </a:xfrm>
              <a:prstGeom prst="rect">
                <a:avLst/>
              </a:prstGeom>
              <a:blipFill>
                <a:blip r:embed="rId2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93" name="テキスト ボックス 392">
            <a:extLst>
              <a:ext uri="{FF2B5EF4-FFF2-40B4-BE49-F238E27FC236}">
                <a16:creationId xmlns:a16="http://schemas.microsoft.com/office/drawing/2014/main" id="{BF6C0884-9290-DDF2-CAAD-F374638E65B7}"/>
              </a:ext>
            </a:extLst>
          </p:cNvPr>
          <p:cNvSpPr txBox="1"/>
          <p:nvPr/>
        </p:nvSpPr>
        <p:spPr>
          <a:xfrm rot="16200000">
            <a:off x="3260152" y="-967429"/>
            <a:ext cx="50076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dirty="0"/>
              <a:t>…</a:t>
            </a:r>
            <a:endParaRPr kumimoji="1" lang="ja-JP" altLang="en-US"/>
          </a:p>
        </p:txBody>
      </p:sp>
      <p:sp>
        <p:nvSpPr>
          <p:cNvPr id="394" name="円/楕円 393">
            <a:extLst>
              <a:ext uri="{FF2B5EF4-FFF2-40B4-BE49-F238E27FC236}">
                <a16:creationId xmlns:a16="http://schemas.microsoft.com/office/drawing/2014/main" id="{9838BA86-20DB-5B35-ACC6-243838A66A94}"/>
              </a:ext>
            </a:extLst>
          </p:cNvPr>
          <p:cNvSpPr/>
          <p:nvPr/>
        </p:nvSpPr>
        <p:spPr>
          <a:xfrm>
            <a:off x="3351346" y="-1226544"/>
            <a:ext cx="317711" cy="228380"/>
          </a:xfrm>
          <a:prstGeom prst="ellipse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395" name="直線コネクタ 394">
            <a:extLst>
              <a:ext uri="{FF2B5EF4-FFF2-40B4-BE49-F238E27FC236}">
                <a16:creationId xmlns:a16="http://schemas.microsoft.com/office/drawing/2014/main" id="{F1BD4973-4B32-AE87-20C1-B441E7F69BAE}"/>
              </a:ext>
            </a:extLst>
          </p:cNvPr>
          <p:cNvCxnSpPr>
            <a:cxnSpLocks/>
            <a:stCxn id="394" idx="6"/>
          </p:cNvCxnSpPr>
          <p:nvPr/>
        </p:nvCxnSpPr>
        <p:spPr>
          <a:xfrm>
            <a:off x="3669057" y="-1112354"/>
            <a:ext cx="734205" cy="209382"/>
          </a:xfrm>
          <a:prstGeom prst="line">
            <a:avLst/>
          </a:prstGeom>
          <a:ln w="190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96" name="直線コネクタ 395">
            <a:extLst>
              <a:ext uri="{FF2B5EF4-FFF2-40B4-BE49-F238E27FC236}">
                <a16:creationId xmlns:a16="http://schemas.microsoft.com/office/drawing/2014/main" id="{1C38F643-C668-9DE6-6084-C099D66F1271}"/>
              </a:ext>
            </a:extLst>
          </p:cNvPr>
          <p:cNvCxnSpPr>
            <a:cxnSpLocks/>
            <a:stCxn id="394" idx="6"/>
          </p:cNvCxnSpPr>
          <p:nvPr/>
        </p:nvCxnSpPr>
        <p:spPr>
          <a:xfrm flipV="1">
            <a:off x="3669057" y="-1341138"/>
            <a:ext cx="671735" cy="228784"/>
          </a:xfrm>
          <a:prstGeom prst="line">
            <a:avLst/>
          </a:prstGeom>
          <a:ln w="190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97" name="直線コネクタ 396">
            <a:extLst>
              <a:ext uri="{FF2B5EF4-FFF2-40B4-BE49-F238E27FC236}">
                <a16:creationId xmlns:a16="http://schemas.microsoft.com/office/drawing/2014/main" id="{F90E5D52-74CD-2CA8-7D89-1615721B8CF4}"/>
              </a:ext>
            </a:extLst>
          </p:cNvPr>
          <p:cNvCxnSpPr>
            <a:cxnSpLocks/>
            <a:stCxn id="394" idx="6"/>
          </p:cNvCxnSpPr>
          <p:nvPr/>
        </p:nvCxnSpPr>
        <p:spPr>
          <a:xfrm>
            <a:off x="3669057" y="-1112354"/>
            <a:ext cx="687831" cy="53996"/>
          </a:xfrm>
          <a:prstGeom prst="line">
            <a:avLst/>
          </a:prstGeom>
          <a:ln w="190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98" name="直線コネクタ 397">
            <a:extLst>
              <a:ext uri="{FF2B5EF4-FFF2-40B4-BE49-F238E27FC236}">
                <a16:creationId xmlns:a16="http://schemas.microsoft.com/office/drawing/2014/main" id="{AA847B33-7491-FDFC-CF2C-155BC20D7C7C}"/>
              </a:ext>
            </a:extLst>
          </p:cNvPr>
          <p:cNvCxnSpPr>
            <a:cxnSpLocks/>
            <a:stCxn id="394" idx="6"/>
          </p:cNvCxnSpPr>
          <p:nvPr/>
        </p:nvCxnSpPr>
        <p:spPr>
          <a:xfrm flipV="1">
            <a:off x="3669057" y="-1226544"/>
            <a:ext cx="687831" cy="114190"/>
          </a:xfrm>
          <a:prstGeom prst="line">
            <a:avLst/>
          </a:prstGeom>
          <a:ln w="190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99" name="円/楕円 398">
            <a:extLst>
              <a:ext uri="{FF2B5EF4-FFF2-40B4-BE49-F238E27FC236}">
                <a16:creationId xmlns:a16="http://schemas.microsoft.com/office/drawing/2014/main" id="{F677CD26-3E5C-DAAD-B9B0-15F0E5B7F517}"/>
              </a:ext>
            </a:extLst>
          </p:cNvPr>
          <p:cNvSpPr/>
          <p:nvPr/>
        </p:nvSpPr>
        <p:spPr>
          <a:xfrm>
            <a:off x="5866355" y="-1731491"/>
            <a:ext cx="317711" cy="228380"/>
          </a:xfrm>
          <a:prstGeom prst="ellipse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00" name="テキスト ボックス 399">
            <a:extLst>
              <a:ext uri="{FF2B5EF4-FFF2-40B4-BE49-F238E27FC236}">
                <a16:creationId xmlns:a16="http://schemas.microsoft.com/office/drawing/2014/main" id="{083BA766-B3F3-632E-BAFD-27F6295F2E35}"/>
              </a:ext>
            </a:extLst>
          </p:cNvPr>
          <p:cNvSpPr txBox="1"/>
          <p:nvPr/>
        </p:nvSpPr>
        <p:spPr>
          <a:xfrm rot="16200000">
            <a:off x="5797492" y="-1473498"/>
            <a:ext cx="50076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dirty="0"/>
              <a:t>…</a:t>
            </a:r>
            <a:endParaRPr kumimoji="1" lang="ja-JP" altLang="en-US"/>
          </a:p>
        </p:txBody>
      </p:sp>
      <p:sp>
        <p:nvSpPr>
          <p:cNvPr id="401" name="円/楕円 400">
            <a:extLst>
              <a:ext uri="{FF2B5EF4-FFF2-40B4-BE49-F238E27FC236}">
                <a16:creationId xmlns:a16="http://schemas.microsoft.com/office/drawing/2014/main" id="{EBF7789E-23C6-03A2-D642-D834FC191F2D}"/>
              </a:ext>
            </a:extLst>
          </p:cNvPr>
          <p:cNvSpPr/>
          <p:nvPr/>
        </p:nvSpPr>
        <p:spPr>
          <a:xfrm>
            <a:off x="3351346" y="-494062"/>
            <a:ext cx="317711" cy="228380"/>
          </a:xfrm>
          <a:prstGeom prst="ellipse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402" name="直線コネクタ 401">
            <a:extLst>
              <a:ext uri="{FF2B5EF4-FFF2-40B4-BE49-F238E27FC236}">
                <a16:creationId xmlns:a16="http://schemas.microsoft.com/office/drawing/2014/main" id="{E7024A8F-184A-6C56-D552-87FB0BA23109}"/>
              </a:ext>
            </a:extLst>
          </p:cNvPr>
          <p:cNvCxnSpPr>
            <a:cxnSpLocks/>
            <a:stCxn id="401" idx="6"/>
          </p:cNvCxnSpPr>
          <p:nvPr/>
        </p:nvCxnSpPr>
        <p:spPr>
          <a:xfrm>
            <a:off x="3669057" y="-379872"/>
            <a:ext cx="712133" cy="235807"/>
          </a:xfrm>
          <a:prstGeom prst="line">
            <a:avLst/>
          </a:prstGeom>
          <a:ln w="190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03" name="直線コネクタ 402">
            <a:extLst>
              <a:ext uri="{FF2B5EF4-FFF2-40B4-BE49-F238E27FC236}">
                <a16:creationId xmlns:a16="http://schemas.microsoft.com/office/drawing/2014/main" id="{D9F3075B-963F-9083-EA36-4329C331ACF7}"/>
              </a:ext>
            </a:extLst>
          </p:cNvPr>
          <p:cNvCxnSpPr>
            <a:cxnSpLocks/>
            <a:stCxn id="401" idx="6"/>
          </p:cNvCxnSpPr>
          <p:nvPr/>
        </p:nvCxnSpPr>
        <p:spPr>
          <a:xfrm flipV="1">
            <a:off x="3669057" y="-596155"/>
            <a:ext cx="671735" cy="216283"/>
          </a:xfrm>
          <a:prstGeom prst="line">
            <a:avLst/>
          </a:prstGeom>
          <a:ln w="190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04" name="直線コネクタ 403">
            <a:extLst>
              <a:ext uri="{FF2B5EF4-FFF2-40B4-BE49-F238E27FC236}">
                <a16:creationId xmlns:a16="http://schemas.microsoft.com/office/drawing/2014/main" id="{465AAECB-27F1-1222-6DE5-7DEE100D1BB5}"/>
              </a:ext>
            </a:extLst>
          </p:cNvPr>
          <p:cNvCxnSpPr>
            <a:cxnSpLocks/>
            <a:stCxn id="401" idx="6"/>
          </p:cNvCxnSpPr>
          <p:nvPr/>
        </p:nvCxnSpPr>
        <p:spPr>
          <a:xfrm>
            <a:off x="3669057" y="-379872"/>
            <a:ext cx="687831" cy="53996"/>
          </a:xfrm>
          <a:prstGeom prst="line">
            <a:avLst/>
          </a:prstGeom>
          <a:ln w="190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05" name="直線コネクタ 404">
            <a:extLst>
              <a:ext uri="{FF2B5EF4-FFF2-40B4-BE49-F238E27FC236}">
                <a16:creationId xmlns:a16="http://schemas.microsoft.com/office/drawing/2014/main" id="{D4B79E43-DF91-B7B8-3180-1FB4DF2300A1}"/>
              </a:ext>
            </a:extLst>
          </p:cNvPr>
          <p:cNvCxnSpPr>
            <a:cxnSpLocks/>
            <a:stCxn id="401" idx="6"/>
          </p:cNvCxnSpPr>
          <p:nvPr/>
        </p:nvCxnSpPr>
        <p:spPr>
          <a:xfrm flipV="1">
            <a:off x="3669057" y="-494062"/>
            <a:ext cx="687831" cy="114190"/>
          </a:xfrm>
          <a:prstGeom prst="line">
            <a:avLst/>
          </a:prstGeom>
          <a:ln w="190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06" name="直線コネクタ 405">
            <a:extLst>
              <a:ext uri="{FF2B5EF4-FFF2-40B4-BE49-F238E27FC236}">
                <a16:creationId xmlns:a16="http://schemas.microsoft.com/office/drawing/2014/main" id="{BD70FD31-7596-11DD-691C-123053B73813}"/>
              </a:ext>
            </a:extLst>
          </p:cNvPr>
          <p:cNvCxnSpPr>
            <a:cxnSpLocks/>
          </p:cNvCxnSpPr>
          <p:nvPr/>
        </p:nvCxnSpPr>
        <p:spPr>
          <a:xfrm>
            <a:off x="6210041" y="-1623388"/>
            <a:ext cx="710248" cy="137633"/>
          </a:xfrm>
          <a:prstGeom prst="line">
            <a:avLst/>
          </a:prstGeom>
          <a:ln w="190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07" name="直線コネクタ 406">
            <a:extLst>
              <a:ext uri="{FF2B5EF4-FFF2-40B4-BE49-F238E27FC236}">
                <a16:creationId xmlns:a16="http://schemas.microsoft.com/office/drawing/2014/main" id="{607FC8C2-1930-88AA-1151-D6C239A9DCC2}"/>
              </a:ext>
            </a:extLst>
          </p:cNvPr>
          <p:cNvCxnSpPr>
            <a:cxnSpLocks/>
          </p:cNvCxnSpPr>
          <p:nvPr/>
        </p:nvCxnSpPr>
        <p:spPr>
          <a:xfrm>
            <a:off x="6203179" y="-1623388"/>
            <a:ext cx="717110" cy="11745"/>
          </a:xfrm>
          <a:prstGeom prst="line">
            <a:avLst/>
          </a:prstGeom>
          <a:ln w="190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08" name="テキスト ボックス 407">
            <a:extLst>
              <a:ext uri="{FF2B5EF4-FFF2-40B4-BE49-F238E27FC236}">
                <a16:creationId xmlns:a16="http://schemas.microsoft.com/office/drawing/2014/main" id="{80EAA912-82B5-AF3B-92AA-5ED7811C6FE4}"/>
              </a:ext>
            </a:extLst>
          </p:cNvPr>
          <p:cNvSpPr txBox="1"/>
          <p:nvPr/>
        </p:nvSpPr>
        <p:spPr>
          <a:xfrm rot="10800000">
            <a:off x="4504235" y="-977911"/>
            <a:ext cx="50076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dirty="0"/>
              <a:t>…</a:t>
            </a:r>
            <a:endParaRPr kumimoji="1" lang="ja-JP" altLang="en-US"/>
          </a:p>
        </p:txBody>
      </p:sp>
      <p:cxnSp>
        <p:nvCxnSpPr>
          <p:cNvPr id="409" name="直線コネクタ 408">
            <a:extLst>
              <a:ext uri="{FF2B5EF4-FFF2-40B4-BE49-F238E27FC236}">
                <a16:creationId xmlns:a16="http://schemas.microsoft.com/office/drawing/2014/main" id="{ACFD7C96-D496-D732-A261-9D07077B5EA3}"/>
              </a:ext>
            </a:extLst>
          </p:cNvPr>
          <p:cNvCxnSpPr>
            <a:cxnSpLocks/>
          </p:cNvCxnSpPr>
          <p:nvPr/>
        </p:nvCxnSpPr>
        <p:spPr>
          <a:xfrm flipH="1">
            <a:off x="5197559" y="-1611644"/>
            <a:ext cx="661706" cy="142308"/>
          </a:xfrm>
          <a:prstGeom prst="line">
            <a:avLst/>
          </a:prstGeom>
          <a:ln w="190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10" name="直線コネクタ 409">
            <a:extLst>
              <a:ext uri="{FF2B5EF4-FFF2-40B4-BE49-F238E27FC236}">
                <a16:creationId xmlns:a16="http://schemas.microsoft.com/office/drawing/2014/main" id="{8BBAF24E-8E5F-9D31-AFDB-6FAB520A8AE0}"/>
              </a:ext>
            </a:extLst>
          </p:cNvPr>
          <p:cNvCxnSpPr>
            <a:cxnSpLocks/>
          </p:cNvCxnSpPr>
          <p:nvPr/>
        </p:nvCxnSpPr>
        <p:spPr>
          <a:xfrm flipH="1">
            <a:off x="5161197" y="-1611643"/>
            <a:ext cx="698068" cy="7225"/>
          </a:xfrm>
          <a:prstGeom prst="line">
            <a:avLst/>
          </a:prstGeom>
          <a:ln w="190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11" name="円/楕円 410">
            <a:extLst>
              <a:ext uri="{FF2B5EF4-FFF2-40B4-BE49-F238E27FC236}">
                <a16:creationId xmlns:a16="http://schemas.microsoft.com/office/drawing/2014/main" id="{EE2FFF33-A3EC-E92C-EA16-060611B31F9F}"/>
              </a:ext>
            </a:extLst>
          </p:cNvPr>
          <p:cNvSpPr/>
          <p:nvPr/>
        </p:nvSpPr>
        <p:spPr>
          <a:xfrm>
            <a:off x="5856120" y="-33430"/>
            <a:ext cx="317711" cy="228380"/>
          </a:xfrm>
          <a:prstGeom prst="ellipse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412" name="直線コネクタ 411">
            <a:extLst>
              <a:ext uri="{FF2B5EF4-FFF2-40B4-BE49-F238E27FC236}">
                <a16:creationId xmlns:a16="http://schemas.microsoft.com/office/drawing/2014/main" id="{2EF20DD7-C12F-C140-6DB8-E874BD5575BB}"/>
              </a:ext>
            </a:extLst>
          </p:cNvPr>
          <p:cNvCxnSpPr>
            <a:cxnSpLocks/>
          </p:cNvCxnSpPr>
          <p:nvPr/>
        </p:nvCxnSpPr>
        <p:spPr>
          <a:xfrm flipV="1">
            <a:off x="6192944" y="-25949"/>
            <a:ext cx="637879" cy="100622"/>
          </a:xfrm>
          <a:prstGeom prst="line">
            <a:avLst/>
          </a:prstGeom>
          <a:ln w="190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13" name="直線コネクタ 412">
            <a:extLst>
              <a:ext uri="{FF2B5EF4-FFF2-40B4-BE49-F238E27FC236}">
                <a16:creationId xmlns:a16="http://schemas.microsoft.com/office/drawing/2014/main" id="{861E2591-B82D-D34C-6946-5C165F09943F}"/>
              </a:ext>
            </a:extLst>
          </p:cNvPr>
          <p:cNvCxnSpPr>
            <a:cxnSpLocks/>
          </p:cNvCxnSpPr>
          <p:nvPr/>
        </p:nvCxnSpPr>
        <p:spPr>
          <a:xfrm flipV="1">
            <a:off x="6192944" y="74586"/>
            <a:ext cx="671735" cy="87"/>
          </a:xfrm>
          <a:prstGeom prst="line">
            <a:avLst/>
          </a:prstGeom>
          <a:ln w="190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14" name="直線コネクタ 413">
            <a:extLst>
              <a:ext uri="{FF2B5EF4-FFF2-40B4-BE49-F238E27FC236}">
                <a16:creationId xmlns:a16="http://schemas.microsoft.com/office/drawing/2014/main" id="{4CB3EB53-F9D0-D65C-2BCB-914DDE88EA71}"/>
              </a:ext>
            </a:extLst>
          </p:cNvPr>
          <p:cNvCxnSpPr>
            <a:cxnSpLocks/>
          </p:cNvCxnSpPr>
          <p:nvPr/>
        </p:nvCxnSpPr>
        <p:spPr>
          <a:xfrm flipH="1" flipV="1">
            <a:off x="5197559" y="-25949"/>
            <a:ext cx="651471" cy="112367"/>
          </a:xfrm>
          <a:prstGeom prst="line">
            <a:avLst/>
          </a:prstGeom>
          <a:ln w="190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15" name="直線コネクタ 414">
            <a:extLst>
              <a:ext uri="{FF2B5EF4-FFF2-40B4-BE49-F238E27FC236}">
                <a16:creationId xmlns:a16="http://schemas.microsoft.com/office/drawing/2014/main" id="{1E54D8BA-F987-D253-600A-30E443D32CF0}"/>
              </a:ext>
            </a:extLst>
          </p:cNvPr>
          <p:cNvCxnSpPr>
            <a:cxnSpLocks/>
          </p:cNvCxnSpPr>
          <p:nvPr/>
        </p:nvCxnSpPr>
        <p:spPr>
          <a:xfrm flipH="1">
            <a:off x="5161197" y="86418"/>
            <a:ext cx="687833" cy="12620"/>
          </a:xfrm>
          <a:prstGeom prst="line">
            <a:avLst/>
          </a:prstGeom>
          <a:ln w="190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16" name="テキスト ボックス 415">
            <a:extLst>
              <a:ext uri="{FF2B5EF4-FFF2-40B4-BE49-F238E27FC236}">
                <a16:creationId xmlns:a16="http://schemas.microsoft.com/office/drawing/2014/main" id="{59B134B1-753D-CBA6-E7A8-089DDDAFA58F}"/>
              </a:ext>
            </a:extLst>
          </p:cNvPr>
          <p:cNvSpPr txBox="1"/>
          <p:nvPr/>
        </p:nvSpPr>
        <p:spPr>
          <a:xfrm rot="16200000">
            <a:off x="5792582" y="-550229"/>
            <a:ext cx="50076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dirty="0"/>
              <a:t>…</a:t>
            </a:r>
            <a:endParaRPr kumimoji="1" lang="ja-JP" altLang="en-US"/>
          </a:p>
        </p:txBody>
      </p:sp>
      <p:sp>
        <p:nvSpPr>
          <p:cNvPr id="417" name="円/楕円 416">
            <a:extLst>
              <a:ext uri="{FF2B5EF4-FFF2-40B4-BE49-F238E27FC236}">
                <a16:creationId xmlns:a16="http://schemas.microsoft.com/office/drawing/2014/main" id="{610F449A-87CB-BBF0-C676-ABB1269E00E8}"/>
              </a:ext>
            </a:extLst>
          </p:cNvPr>
          <p:cNvSpPr/>
          <p:nvPr/>
        </p:nvSpPr>
        <p:spPr>
          <a:xfrm>
            <a:off x="5842322" y="-913816"/>
            <a:ext cx="317711" cy="228380"/>
          </a:xfrm>
          <a:prstGeom prst="ellipse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418" name="直線コネクタ 417">
            <a:extLst>
              <a:ext uri="{FF2B5EF4-FFF2-40B4-BE49-F238E27FC236}">
                <a16:creationId xmlns:a16="http://schemas.microsoft.com/office/drawing/2014/main" id="{16BCD2D4-1B15-E40E-B215-3AF1E435D794}"/>
              </a:ext>
            </a:extLst>
          </p:cNvPr>
          <p:cNvCxnSpPr>
            <a:cxnSpLocks/>
          </p:cNvCxnSpPr>
          <p:nvPr/>
        </p:nvCxnSpPr>
        <p:spPr>
          <a:xfrm>
            <a:off x="6179146" y="-805713"/>
            <a:ext cx="671735" cy="200344"/>
          </a:xfrm>
          <a:prstGeom prst="line">
            <a:avLst/>
          </a:prstGeom>
          <a:ln w="190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19" name="直線コネクタ 418">
            <a:extLst>
              <a:ext uri="{FF2B5EF4-FFF2-40B4-BE49-F238E27FC236}">
                <a16:creationId xmlns:a16="http://schemas.microsoft.com/office/drawing/2014/main" id="{810D3BC5-A39F-81A3-63FF-B48D33C2F60B}"/>
              </a:ext>
            </a:extLst>
          </p:cNvPr>
          <p:cNvCxnSpPr>
            <a:cxnSpLocks/>
          </p:cNvCxnSpPr>
          <p:nvPr/>
        </p:nvCxnSpPr>
        <p:spPr>
          <a:xfrm flipV="1">
            <a:off x="6179146" y="-1021996"/>
            <a:ext cx="671735" cy="216283"/>
          </a:xfrm>
          <a:prstGeom prst="line">
            <a:avLst/>
          </a:prstGeom>
          <a:ln w="190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20" name="直線コネクタ 419">
            <a:extLst>
              <a:ext uri="{FF2B5EF4-FFF2-40B4-BE49-F238E27FC236}">
                <a16:creationId xmlns:a16="http://schemas.microsoft.com/office/drawing/2014/main" id="{5B6311A7-41C5-3638-0C2D-1B0A4D83403E}"/>
              </a:ext>
            </a:extLst>
          </p:cNvPr>
          <p:cNvCxnSpPr>
            <a:cxnSpLocks/>
          </p:cNvCxnSpPr>
          <p:nvPr/>
        </p:nvCxnSpPr>
        <p:spPr>
          <a:xfrm>
            <a:off x="6179146" y="-805713"/>
            <a:ext cx="687831" cy="53996"/>
          </a:xfrm>
          <a:prstGeom prst="line">
            <a:avLst/>
          </a:prstGeom>
          <a:ln w="190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21" name="直線コネクタ 420">
            <a:extLst>
              <a:ext uri="{FF2B5EF4-FFF2-40B4-BE49-F238E27FC236}">
                <a16:creationId xmlns:a16="http://schemas.microsoft.com/office/drawing/2014/main" id="{C6C635E5-2098-FF4B-9D88-23ACF78F523A}"/>
              </a:ext>
            </a:extLst>
          </p:cNvPr>
          <p:cNvCxnSpPr>
            <a:cxnSpLocks/>
          </p:cNvCxnSpPr>
          <p:nvPr/>
        </p:nvCxnSpPr>
        <p:spPr>
          <a:xfrm flipV="1">
            <a:off x="6179146" y="-919903"/>
            <a:ext cx="687831" cy="114190"/>
          </a:xfrm>
          <a:prstGeom prst="line">
            <a:avLst/>
          </a:prstGeom>
          <a:ln w="190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pSp>
        <p:nvGrpSpPr>
          <p:cNvPr id="422" name="グループ化 421">
            <a:extLst>
              <a:ext uri="{FF2B5EF4-FFF2-40B4-BE49-F238E27FC236}">
                <a16:creationId xmlns:a16="http://schemas.microsoft.com/office/drawing/2014/main" id="{1E1F363E-191A-F311-2632-92FAA385FB32}"/>
              </a:ext>
            </a:extLst>
          </p:cNvPr>
          <p:cNvGrpSpPr/>
          <p:nvPr/>
        </p:nvGrpSpPr>
        <p:grpSpPr>
          <a:xfrm rot="10800000">
            <a:off x="5147400" y="-994312"/>
            <a:ext cx="687831" cy="416627"/>
            <a:chOff x="5803546" y="2937923"/>
            <a:chExt cx="687831" cy="416627"/>
          </a:xfrm>
        </p:grpSpPr>
        <p:cxnSp>
          <p:nvCxnSpPr>
            <p:cNvPr id="423" name="直線コネクタ 422">
              <a:extLst>
                <a:ext uri="{FF2B5EF4-FFF2-40B4-BE49-F238E27FC236}">
                  <a16:creationId xmlns:a16="http://schemas.microsoft.com/office/drawing/2014/main" id="{55735E4B-1B0F-A094-897D-2B41677C723B}"/>
                </a:ext>
              </a:extLst>
            </p:cNvPr>
            <p:cNvCxnSpPr>
              <a:cxnSpLocks/>
            </p:cNvCxnSpPr>
            <p:nvPr/>
          </p:nvCxnSpPr>
          <p:spPr>
            <a:xfrm>
              <a:off x="5803546" y="3154206"/>
              <a:ext cx="671735" cy="200344"/>
            </a:xfrm>
            <a:prstGeom prst="line">
              <a:avLst/>
            </a:prstGeom>
            <a:ln w="1905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424" name="直線コネクタ 423">
              <a:extLst>
                <a:ext uri="{FF2B5EF4-FFF2-40B4-BE49-F238E27FC236}">
                  <a16:creationId xmlns:a16="http://schemas.microsoft.com/office/drawing/2014/main" id="{C0CB53BF-2CC0-2C2D-E773-4549AEB32BA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803546" y="2937923"/>
              <a:ext cx="671735" cy="216283"/>
            </a:xfrm>
            <a:prstGeom prst="line">
              <a:avLst/>
            </a:prstGeom>
            <a:ln w="1905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425" name="直線コネクタ 424">
              <a:extLst>
                <a:ext uri="{FF2B5EF4-FFF2-40B4-BE49-F238E27FC236}">
                  <a16:creationId xmlns:a16="http://schemas.microsoft.com/office/drawing/2014/main" id="{071E9AEA-55AC-A1DF-91F2-46A0639739C1}"/>
                </a:ext>
              </a:extLst>
            </p:cNvPr>
            <p:cNvCxnSpPr>
              <a:cxnSpLocks/>
            </p:cNvCxnSpPr>
            <p:nvPr/>
          </p:nvCxnSpPr>
          <p:spPr>
            <a:xfrm>
              <a:off x="5803546" y="3154206"/>
              <a:ext cx="687831" cy="53996"/>
            </a:xfrm>
            <a:prstGeom prst="line">
              <a:avLst/>
            </a:prstGeom>
            <a:ln w="1905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426" name="直線コネクタ 425">
              <a:extLst>
                <a:ext uri="{FF2B5EF4-FFF2-40B4-BE49-F238E27FC236}">
                  <a16:creationId xmlns:a16="http://schemas.microsoft.com/office/drawing/2014/main" id="{7AEE425A-5183-1906-B3CE-49402D1989A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803546" y="3040016"/>
              <a:ext cx="687831" cy="114190"/>
            </a:xfrm>
            <a:prstGeom prst="line">
              <a:avLst/>
            </a:prstGeom>
            <a:ln w="1905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427" name="テキスト ボックス 426">
            <a:extLst>
              <a:ext uri="{FF2B5EF4-FFF2-40B4-BE49-F238E27FC236}">
                <a16:creationId xmlns:a16="http://schemas.microsoft.com/office/drawing/2014/main" id="{E3E4EABB-5A1C-8A64-0B01-0483AD428962}"/>
              </a:ext>
            </a:extLst>
          </p:cNvPr>
          <p:cNvSpPr txBox="1"/>
          <p:nvPr/>
        </p:nvSpPr>
        <p:spPr>
          <a:xfrm rot="10800000">
            <a:off x="8664661" y="-1002111"/>
            <a:ext cx="108405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dirty="0"/>
              <a:t>…</a:t>
            </a:r>
            <a:endParaRPr kumimoji="1" lang="ja-JP" alt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28" name="テキスト ボックス 427">
                <a:extLst>
                  <a:ext uri="{FF2B5EF4-FFF2-40B4-BE49-F238E27FC236}">
                    <a16:creationId xmlns:a16="http://schemas.microsoft.com/office/drawing/2014/main" id="{9F272DA8-28CA-FB23-F53D-DE3EB96A230B}"/>
                  </a:ext>
                </a:extLst>
              </p:cNvPr>
              <p:cNvSpPr txBox="1"/>
              <p:nvPr/>
            </p:nvSpPr>
            <p:spPr>
              <a:xfrm>
                <a:off x="5420210" y="-1724139"/>
                <a:ext cx="1216424" cy="2308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ja-JP" sz="900" b="0" i="1" smtClean="0">
                          <a:latin typeface="Cambria Math" panose="02040503050406030204" pitchFamily="18" charset="0"/>
                        </a:rPr>
                        <m:t>𝐵</m:t>
                      </m:r>
                      <m:r>
                        <a:rPr kumimoji="1" lang="en-US" altLang="ja-JP" sz="900" b="0" i="1" smtClean="0">
                          <a:latin typeface="Cambria Math" panose="02040503050406030204" pitchFamily="18" charset="0"/>
                        </a:rPr>
                        <m:t>−1</m:t>
                      </m:r>
                    </m:oMath>
                  </m:oMathPara>
                </a14:m>
                <a:endParaRPr kumimoji="1" lang="ja-JP" altLang="en-US" sz="900"/>
              </a:p>
            </p:txBody>
          </p:sp>
        </mc:Choice>
        <mc:Fallback>
          <p:sp>
            <p:nvSpPr>
              <p:cNvPr id="428" name="テキスト ボックス 427">
                <a:extLst>
                  <a:ext uri="{FF2B5EF4-FFF2-40B4-BE49-F238E27FC236}">
                    <a16:creationId xmlns:a16="http://schemas.microsoft.com/office/drawing/2014/main" id="{9F272DA8-28CA-FB23-F53D-DE3EB96A230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20210" y="-1724139"/>
                <a:ext cx="1216424" cy="230832"/>
              </a:xfrm>
              <a:prstGeom prst="rect">
                <a:avLst/>
              </a:prstGeom>
              <a:blipFill>
                <a:blip r:embed="rId2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503" name="直線コネクタ 502">
            <a:extLst>
              <a:ext uri="{FF2B5EF4-FFF2-40B4-BE49-F238E27FC236}">
                <a16:creationId xmlns:a16="http://schemas.microsoft.com/office/drawing/2014/main" id="{B114A27D-55B4-D767-38F8-835006594533}"/>
              </a:ext>
            </a:extLst>
          </p:cNvPr>
          <p:cNvCxnSpPr>
            <a:cxnSpLocks/>
          </p:cNvCxnSpPr>
          <p:nvPr/>
        </p:nvCxnSpPr>
        <p:spPr>
          <a:xfrm flipV="1">
            <a:off x="3665299" y="-1112354"/>
            <a:ext cx="870261" cy="5715570"/>
          </a:xfrm>
          <a:prstGeom prst="line">
            <a:avLst/>
          </a:prstGeom>
          <a:ln w="190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05" name="直線コネクタ 504">
            <a:extLst>
              <a:ext uri="{FF2B5EF4-FFF2-40B4-BE49-F238E27FC236}">
                <a16:creationId xmlns:a16="http://schemas.microsoft.com/office/drawing/2014/main" id="{37D43E7C-7B33-BE64-C764-2B88257259F1}"/>
              </a:ext>
            </a:extLst>
          </p:cNvPr>
          <p:cNvCxnSpPr>
            <a:cxnSpLocks/>
          </p:cNvCxnSpPr>
          <p:nvPr/>
        </p:nvCxnSpPr>
        <p:spPr>
          <a:xfrm flipV="1">
            <a:off x="2236571" y="2402685"/>
            <a:ext cx="885948" cy="2525452"/>
          </a:xfrm>
          <a:prstGeom prst="line">
            <a:avLst/>
          </a:prstGeom>
          <a:ln w="190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08" name="直線コネクタ 507">
            <a:extLst>
              <a:ext uri="{FF2B5EF4-FFF2-40B4-BE49-F238E27FC236}">
                <a16:creationId xmlns:a16="http://schemas.microsoft.com/office/drawing/2014/main" id="{41B49ECB-B41A-BC0B-8DA1-EAF5D668C091}"/>
              </a:ext>
            </a:extLst>
          </p:cNvPr>
          <p:cNvCxnSpPr>
            <a:cxnSpLocks/>
          </p:cNvCxnSpPr>
          <p:nvPr/>
        </p:nvCxnSpPr>
        <p:spPr>
          <a:xfrm flipV="1">
            <a:off x="3667506" y="2460000"/>
            <a:ext cx="825419" cy="2791134"/>
          </a:xfrm>
          <a:prstGeom prst="line">
            <a:avLst/>
          </a:prstGeom>
          <a:ln w="190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10" name="直線コネクタ 509">
            <a:extLst>
              <a:ext uri="{FF2B5EF4-FFF2-40B4-BE49-F238E27FC236}">
                <a16:creationId xmlns:a16="http://schemas.microsoft.com/office/drawing/2014/main" id="{F6209303-73E5-7C08-F5F6-1525D45A5182}"/>
              </a:ext>
            </a:extLst>
          </p:cNvPr>
          <p:cNvCxnSpPr>
            <a:cxnSpLocks/>
            <a:stCxn id="224" idx="6"/>
          </p:cNvCxnSpPr>
          <p:nvPr/>
        </p:nvCxnSpPr>
        <p:spPr>
          <a:xfrm flipV="1">
            <a:off x="3657748" y="-894245"/>
            <a:ext cx="913183" cy="6191390"/>
          </a:xfrm>
          <a:prstGeom prst="line">
            <a:avLst/>
          </a:prstGeom>
          <a:ln w="190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12" name="直線コネクタ 511">
            <a:extLst>
              <a:ext uri="{FF2B5EF4-FFF2-40B4-BE49-F238E27FC236}">
                <a16:creationId xmlns:a16="http://schemas.microsoft.com/office/drawing/2014/main" id="{5F1DD0E8-1B36-2038-23E4-5381131D60FA}"/>
              </a:ext>
            </a:extLst>
          </p:cNvPr>
          <p:cNvCxnSpPr>
            <a:cxnSpLocks/>
          </p:cNvCxnSpPr>
          <p:nvPr/>
        </p:nvCxnSpPr>
        <p:spPr>
          <a:xfrm flipV="1">
            <a:off x="3685032" y="-1104942"/>
            <a:ext cx="793365" cy="3671734"/>
          </a:xfrm>
          <a:prstGeom prst="line">
            <a:avLst/>
          </a:prstGeom>
          <a:ln w="190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14" name="直線コネクタ 513">
            <a:extLst>
              <a:ext uri="{FF2B5EF4-FFF2-40B4-BE49-F238E27FC236}">
                <a16:creationId xmlns:a16="http://schemas.microsoft.com/office/drawing/2014/main" id="{9F4AAD4A-EEA5-E8EB-C3F8-0397EAB71B16}"/>
              </a:ext>
            </a:extLst>
          </p:cNvPr>
          <p:cNvCxnSpPr>
            <a:cxnSpLocks/>
          </p:cNvCxnSpPr>
          <p:nvPr/>
        </p:nvCxnSpPr>
        <p:spPr>
          <a:xfrm flipV="1">
            <a:off x="3683586" y="-1178804"/>
            <a:ext cx="754348" cy="3021640"/>
          </a:xfrm>
          <a:prstGeom prst="line">
            <a:avLst/>
          </a:prstGeom>
          <a:ln w="190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21" name="テキスト ボックス 520">
            <a:extLst>
              <a:ext uri="{FF2B5EF4-FFF2-40B4-BE49-F238E27FC236}">
                <a16:creationId xmlns:a16="http://schemas.microsoft.com/office/drawing/2014/main" id="{B3CC3719-44D2-6779-E11C-5A68E308AF98}"/>
              </a:ext>
            </a:extLst>
          </p:cNvPr>
          <p:cNvSpPr txBox="1"/>
          <p:nvPr/>
        </p:nvSpPr>
        <p:spPr>
          <a:xfrm rot="16200000">
            <a:off x="5783312" y="504038"/>
            <a:ext cx="50076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dirty="0"/>
              <a:t>…</a:t>
            </a:r>
            <a:endParaRPr kumimoji="1" lang="ja-JP" altLang="en-US"/>
          </a:p>
        </p:txBody>
      </p:sp>
      <p:cxnSp>
        <p:nvCxnSpPr>
          <p:cNvPr id="531" name="直線コネクタ 530">
            <a:extLst>
              <a:ext uri="{FF2B5EF4-FFF2-40B4-BE49-F238E27FC236}">
                <a16:creationId xmlns:a16="http://schemas.microsoft.com/office/drawing/2014/main" id="{335B686C-4F24-354C-634B-203F0336C735}"/>
              </a:ext>
            </a:extLst>
          </p:cNvPr>
          <p:cNvCxnSpPr>
            <a:cxnSpLocks/>
          </p:cNvCxnSpPr>
          <p:nvPr/>
        </p:nvCxnSpPr>
        <p:spPr>
          <a:xfrm flipV="1">
            <a:off x="6182666" y="-859618"/>
            <a:ext cx="870261" cy="5715570"/>
          </a:xfrm>
          <a:prstGeom prst="line">
            <a:avLst/>
          </a:prstGeom>
          <a:ln w="190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32" name="直線コネクタ 531">
            <a:extLst>
              <a:ext uri="{FF2B5EF4-FFF2-40B4-BE49-F238E27FC236}">
                <a16:creationId xmlns:a16="http://schemas.microsoft.com/office/drawing/2014/main" id="{F871D7D8-D784-802C-A737-5A8299521BC1}"/>
              </a:ext>
            </a:extLst>
          </p:cNvPr>
          <p:cNvCxnSpPr>
            <a:cxnSpLocks/>
          </p:cNvCxnSpPr>
          <p:nvPr/>
        </p:nvCxnSpPr>
        <p:spPr>
          <a:xfrm flipV="1">
            <a:off x="6195316" y="2945117"/>
            <a:ext cx="825419" cy="2791134"/>
          </a:xfrm>
          <a:prstGeom prst="line">
            <a:avLst/>
          </a:prstGeom>
          <a:ln w="190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33" name="直線コネクタ 532">
            <a:extLst>
              <a:ext uri="{FF2B5EF4-FFF2-40B4-BE49-F238E27FC236}">
                <a16:creationId xmlns:a16="http://schemas.microsoft.com/office/drawing/2014/main" id="{6230246E-2EFE-7F6E-75BC-657B8B46B70D}"/>
              </a:ext>
            </a:extLst>
          </p:cNvPr>
          <p:cNvCxnSpPr>
            <a:cxnSpLocks/>
          </p:cNvCxnSpPr>
          <p:nvPr/>
        </p:nvCxnSpPr>
        <p:spPr>
          <a:xfrm flipV="1">
            <a:off x="6185558" y="-409128"/>
            <a:ext cx="913183" cy="6191390"/>
          </a:xfrm>
          <a:prstGeom prst="line">
            <a:avLst/>
          </a:prstGeom>
          <a:ln w="190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35" name="直線コネクタ 534">
            <a:extLst>
              <a:ext uri="{FF2B5EF4-FFF2-40B4-BE49-F238E27FC236}">
                <a16:creationId xmlns:a16="http://schemas.microsoft.com/office/drawing/2014/main" id="{43A45EF3-6389-F6A6-17DC-A44CFF084298}"/>
              </a:ext>
            </a:extLst>
          </p:cNvPr>
          <p:cNvCxnSpPr>
            <a:cxnSpLocks/>
          </p:cNvCxnSpPr>
          <p:nvPr/>
        </p:nvCxnSpPr>
        <p:spPr>
          <a:xfrm flipV="1">
            <a:off x="6196891" y="-929493"/>
            <a:ext cx="813218" cy="4988057"/>
          </a:xfrm>
          <a:prstGeom prst="line">
            <a:avLst/>
          </a:prstGeom>
          <a:ln w="190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37" name="直線コネクタ 536">
            <a:extLst>
              <a:ext uri="{FF2B5EF4-FFF2-40B4-BE49-F238E27FC236}">
                <a16:creationId xmlns:a16="http://schemas.microsoft.com/office/drawing/2014/main" id="{50015B45-4724-EF12-0D3E-8B6158CED80A}"/>
              </a:ext>
            </a:extLst>
          </p:cNvPr>
          <p:cNvCxnSpPr>
            <a:cxnSpLocks/>
          </p:cNvCxnSpPr>
          <p:nvPr/>
        </p:nvCxnSpPr>
        <p:spPr>
          <a:xfrm flipV="1">
            <a:off x="6184397" y="-1038448"/>
            <a:ext cx="788703" cy="4068977"/>
          </a:xfrm>
          <a:prstGeom prst="line">
            <a:avLst/>
          </a:prstGeom>
          <a:ln w="190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50" name="直線コネクタ 549">
            <a:extLst>
              <a:ext uri="{FF2B5EF4-FFF2-40B4-BE49-F238E27FC236}">
                <a16:creationId xmlns:a16="http://schemas.microsoft.com/office/drawing/2014/main" id="{2260CC8F-F728-5C70-14A5-5535698D394E}"/>
              </a:ext>
            </a:extLst>
          </p:cNvPr>
          <p:cNvCxnSpPr>
            <a:cxnSpLocks/>
          </p:cNvCxnSpPr>
          <p:nvPr/>
        </p:nvCxnSpPr>
        <p:spPr>
          <a:xfrm flipV="1">
            <a:off x="4983516" y="-1628153"/>
            <a:ext cx="896413" cy="3060106"/>
          </a:xfrm>
          <a:prstGeom prst="line">
            <a:avLst/>
          </a:prstGeom>
          <a:ln w="190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53" name="直線コネクタ 552">
            <a:extLst>
              <a:ext uri="{FF2B5EF4-FFF2-40B4-BE49-F238E27FC236}">
                <a16:creationId xmlns:a16="http://schemas.microsoft.com/office/drawing/2014/main" id="{CE8C8FFA-F0B6-5502-526D-86DF0C83E4DF}"/>
              </a:ext>
            </a:extLst>
          </p:cNvPr>
          <p:cNvCxnSpPr>
            <a:cxnSpLocks/>
          </p:cNvCxnSpPr>
          <p:nvPr/>
        </p:nvCxnSpPr>
        <p:spPr>
          <a:xfrm flipV="1">
            <a:off x="4938657" y="1328196"/>
            <a:ext cx="879267" cy="2140731"/>
          </a:xfrm>
          <a:prstGeom prst="line">
            <a:avLst/>
          </a:prstGeom>
          <a:ln w="190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55" name="直線コネクタ 554">
            <a:extLst>
              <a:ext uri="{FF2B5EF4-FFF2-40B4-BE49-F238E27FC236}">
                <a16:creationId xmlns:a16="http://schemas.microsoft.com/office/drawing/2014/main" id="{EBECE890-03D2-B8C0-994F-616D033926B1}"/>
              </a:ext>
            </a:extLst>
          </p:cNvPr>
          <p:cNvCxnSpPr>
            <a:cxnSpLocks/>
          </p:cNvCxnSpPr>
          <p:nvPr/>
        </p:nvCxnSpPr>
        <p:spPr>
          <a:xfrm flipV="1">
            <a:off x="4971415" y="2136703"/>
            <a:ext cx="847079" cy="1451189"/>
          </a:xfrm>
          <a:prstGeom prst="line">
            <a:avLst/>
          </a:prstGeom>
          <a:ln w="190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57" name="直線コネクタ 556">
            <a:extLst>
              <a:ext uri="{FF2B5EF4-FFF2-40B4-BE49-F238E27FC236}">
                <a16:creationId xmlns:a16="http://schemas.microsoft.com/office/drawing/2014/main" id="{EC5903B2-5B08-D851-6417-50876DDE8F26}"/>
              </a:ext>
            </a:extLst>
          </p:cNvPr>
          <p:cNvCxnSpPr>
            <a:cxnSpLocks/>
          </p:cNvCxnSpPr>
          <p:nvPr/>
        </p:nvCxnSpPr>
        <p:spPr>
          <a:xfrm flipV="1">
            <a:off x="4908271" y="-1583017"/>
            <a:ext cx="972589" cy="4934434"/>
          </a:xfrm>
          <a:prstGeom prst="line">
            <a:avLst/>
          </a:prstGeom>
          <a:ln w="190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559" name="テキスト ボックス 558">
                <a:extLst>
                  <a:ext uri="{FF2B5EF4-FFF2-40B4-BE49-F238E27FC236}">
                    <a16:creationId xmlns:a16="http://schemas.microsoft.com/office/drawing/2014/main" id="{4DC184EA-BB52-84BF-C724-AE4D86CBE1DB}"/>
                  </a:ext>
                </a:extLst>
              </p:cNvPr>
              <p:cNvSpPr txBox="1"/>
              <p:nvPr/>
            </p:nvSpPr>
            <p:spPr>
              <a:xfrm>
                <a:off x="7599200" y="5630467"/>
                <a:ext cx="1216424" cy="2308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ja-JP" sz="900" b="0" i="1" smtClean="0"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kumimoji="1" lang="ja-JP" altLang="en-US" sz="900"/>
              </a:p>
            </p:txBody>
          </p:sp>
        </mc:Choice>
        <mc:Fallback>
          <p:sp>
            <p:nvSpPr>
              <p:cNvPr id="559" name="テキスト ボックス 558">
                <a:extLst>
                  <a:ext uri="{FF2B5EF4-FFF2-40B4-BE49-F238E27FC236}">
                    <a16:creationId xmlns:a16="http://schemas.microsoft.com/office/drawing/2014/main" id="{4DC184EA-BB52-84BF-C724-AE4D86CBE1D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99200" y="5630467"/>
                <a:ext cx="1216424" cy="230832"/>
              </a:xfrm>
              <a:prstGeom prst="rect">
                <a:avLst/>
              </a:prstGeom>
              <a:blipFill>
                <a:blip r:embed="rId2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60" name="円/楕円 559">
            <a:extLst>
              <a:ext uri="{FF2B5EF4-FFF2-40B4-BE49-F238E27FC236}">
                <a16:creationId xmlns:a16="http://schemas.microsoft.com/office/drawing/2014/main" id="{C1C4757E-F8AE-F809-EBE1-4B9509527C2C}"/>
              </a:ext>
            </a:extLst>
          </p:cNvPr>
          <p:cNvSpPr/>
          <p:nvPr/>
        </p:nvSpPr>
        <p:spPr>
          <a:xfrm>
            <a:off x="8058792" y="3921992"/>
            <a:ext cx="317711" cy="228380"/>
          </a:xfrm>
          <a:prstGeom prst="ellipse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61" name="テキスト ボックス 560">
            <a:extLst>
              <a:ext uri="{FF2B5EF4-FFF2-40B4-BE49-F238E27FC236}">
                <a16:creationId xmlns:a16="http://schemas.microsoft.com/office/drawing/2014/main" id="{D06C0E7D-7F9B-9438-5F86-044624474A5A}"/>
              </a:ext>
            </a:extLst>
          </p:cNvPr>
          <p:cNvSpPr txBox="1"/>
          <p:nvPr/>
        </p:nvSpPr>
        <p:spPr>
          <a:xfrm rot="16200000">
            <a:off x="7989929" y="4179985"/>
            <a:ext cx="50076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dirty="0"/>
              <a:t>…</a:t>
            </a:r>
            <a:endParaRPr kumimoji="1" lang="ja-JP" altLang="en-US"/>
          </a:p>
        </p:txBody>
      </p:sp>
      <p:cxnSp>
        <p:nvCxnSpPr>
          <p:cNvPr id="562" name="直線コネクタ 561">
            <a:extLst>
              <a:ext uri="{FF2B5EF4-FFF2-40B4-BE49-F238E27FC236}">
                <a16:creationId xmlns:a16="http://schemas.microsoft.com/office/drawing/2014/main" id="{8DFAAD0A-9732-253B-F13C-B8BC1DB00F9F}"/>
              </a:ext>
            </a:extLst>
          </p:cNvPr>
          <p:cNvCxnSpPr>
            <a:cxnSpLocks/>
          </p:cNvCxnSpPr>
          <p:nvPr/>
        </p:nvCxnSpPr>
        <p:spPr>
          <a:xfrm>
            <a:off x="8402478" y="4030095"/>
            <a:ext cx="710248" cy="137633"/>
          </a:xfrm>
          <a:prstGeom prst="line">
            <a:avLst/>
          </a:prstGeom>
          <a:ln w="190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63" name="直線コネクタ 562">
            <a:extLst>
              <a:ext uri="{FF2B5EF4-FFF2-40B4-BE49-F238E27FC236}">
                <a16:creationId xmlns:a16="http://schemas.microsoft.com/office/drawing/2014/main" id="{7702C6FB-4BD5-8F32-2E58-FC7E5362D5ED}"/>
              </a:ext>
            </a:extLst>
          </p:cNvPr>
          <p:cNvCxnSpPr>
            <a:cxnSpLocks/>
          </p:cNvCxnSpPr>
          <p:nvPr/>
        </p:nvCxnSpPr>
        <p:spPr>
          <a:xfrm>
            <a:off x="8395616" y="4030095"/>
            <a:ext cx="717110" cy="11745"/>
          </a:xfrm>
          <a:prstGeom prst="line">
            <a:avLst/>
          </a:prstGeom>
          <a:ln w="190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64" name="直線コネクタ 563">
            <a:extLst>
              <a:ext uri="{FF2B5EF4-FFF2-40B4-BE49-F238E27FC236}">
                <a16:creationId xmlns:a16="http://schemas.microsoft.com/office/drawing/2014/main" id="{11D2FE9B-AF75-F086-E9F4-5517DC6F0EBC}"/>
              </a:ext>
            </a:extLst>
          </p:cNvPr>
          <p:cNvCxnSpPr>
            <a:cxnSpLocks/>
          </p:cNvCxnSpPr>
          <p:nvPr/>
        </p:nvCxnSpPr>
        <p:spPr>
          <a:xfrm flipH="1">
            <a:off x="7389996" y="4041839"/>
            <a:ext cx="661706" cy="142308"/>
          </a:xfrm>
          <a:prstGeom prst="line">
            <a:avLst/>
          </a:prstGeom>
          <a:ln w="190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65" name="直線コネクタ 564">
            <a:extLst>
              <a:ext uri="{FF2B5EF4-FFF2-40B4-BE49-F238E27FC236}">
                <a16:creationId xmlns:a16="http://schemas.microsoft.com/office/drawing/2014/main" id="{E267DFC0-2EC1-E591-B7EC-4CAF6AE00C75}"/>
              </a:ext>
            </a:extLst>
          </p:cNvPr>
          <p:cNvCxnSpPr>
            <a:cxnSpLocks/>
          </p:cNvCxnSpPr>
          <p:nvPr/>
        </p:nvCxnSpPr>
        <p:spPr>
          <a:xfrm flipH="1">
            <a:off x="7353634" y="4041840"/>
            <a:ext cx="698068" cy="7225"/>
          </a:xfrm>
          <a:prstGeom prst="line">
            <a:avLst/>
          </a:prstGeom>
          <a:ln w="190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66" name="円/楕円 565">
            <a:extLst>
              <a:ext uri="{FF2B5EF4-FFF2-40B4-BE49-F238E27FC236}">
                <a16:creationId xmlns:a16="http://schemas.microsoft.com/office/drawing/2014/main" id="{981EDE0D-0517-828B-D16F-C7374876CB6E}"/>
              </a:ext>
            </a:extLst>
          </p:cNvPr>
          <p:cNvSpPr/>
          <p:nvPr/>
        </p:nvSpPr>
        <p:spPr>
          <a:xfrm>
            <a:off x="8048557" y="5620053"/>
            <a:ext cx="317711" cy="228380"/>
          </a:xfrm>
          <a:prstGeom prst="ellipse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567" name="直線コネクタ 566">
            <a:extLst>
              <a:ext uri="{FF2B5EF4-FFF2-40B4-BE49-F238E27FC236}">
                <a16:creationId xmlns:a16="http://schemas.microsoft.com/office/drawing/2014/main" id="{94A37F4A-E5F7-EDDF-F439-49C3A70792F1}"/>
              </a:ext>
            </a:extLst>
          </p:cNvPr>
          <p:cNvCxnSpPr>
            <a:cxnSpLocks/>
          </p:cNvCxnSpPr>
          <p:nvPr/>
        </p:nvCxnSpPr>
        <p:spPr>
          <a:xfrm flipV="1">
            <a:off x="8385381" y="5627534"/>
            <a:ext cx="637879" cy="100622"/>
          </a:xfrm>
          <a:prstGeom prst="line">
            <a:avLst/>
          </a:prstGeom>
          <a:ln w="190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68" name="直線コネクタ 567">
            <a:extLst>
              <a:ext uri="{FF2B5EF4-FFF2-40B4-BE49-F238E27FC236}">
                <a16:creationId xmlns:a16="http://schemas.microsoft.com/office/drawing/2014/main" id="{344113C8-5F7B-FCA9-4C7A-6BFAAB739439}"/>
              </a:ext>
            </a:extLst>
          </p:cNvPr>
          <p:cNvCxnSpPr>
            <a:cxnSpLocks/>
          </p:cNvCxnSpPr>
          <p:nvPr/>
        </p:nvCxnSpPr>
        <p:spPr>
          <a:xfrm flipV="1">
            <a:off x="8385381" y="5728069"/>
            <a:ext cx="671735" cy="87"/>
          </a:xfrm>
          <a:prstGeom prst="line">
            <a:avLst/>
          </a:prstGeom>
          <a:ln w="190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69" name="直線コネクタ 568">
            <a:extLst>
              <a:ext uri="{FF2B5EF4-FFF2-40B4-BE49-F238E27FC236}">
                <a16:creationId xmlns:a16="http://schemas.microsoft.com/office/drawing/2014/main" id="{228E21EF-87FA-7573-7B22-F60C5760B22A}"/>
              </a:ext>
            </a:extLst>
          </p:cNvPr>
          <p:cNvCxnSpPr>
            <a:cxnSpLocks/>
          </p:cNvCxnSpPr>
          <p:nvPr/>
        </p:nvCxnSpPr>
        <p:spPr>
          <a:xfrm flipH="1" flipV="1">
            <a:off x="7389996" y="5627534"/>
            <a:ext cx="651471" cy="112367"/>
          </a:xfrm>
          <a:prstGeom prst="line">
            <a:avLst/>
          </a:prstGeom>
          <a:ln w="190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70" name="直線コネクタ 569">
            <a:extLst>
              <a:ext uri="{FF2B5EF4-FFF2-40B4-BE49-F238E27FC236}">
                <a16:creationId xmlns:a16="http://schemas.microsoft.com/office/drawing/2014/main" id="{CF9EAF3F-0D7A-7969-9749-50EF7FFC55A6}"/>
              </a:ext>
            </a:extLst>
          </p:cNvPr>
          <p:cNvCxnSpPr>
            <a:cxnSpLocks/>
          </p:cNvCxnSpPr>
          <p:nvPr/>
        </p:nvCxnSpPr>
        <p:spPr>
          <a:xfrm flipH="1">
            <a:off x="7353634" y="5739901"/>
            <a:ext cx="687833" cy="12620"/>
          </a:xfrm>
          <a:prstGeom prst="line">
            <a:avLst/>
          </a:prstGeom>
          <a:ln w="190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71" name="テキスト ボックス 570">
            <a:extLst>
              <a:ext uri="{FF2B5EF4-FFF2-40B4-BE49-F238E27FC236}">
                <a16:creationId xmlns:a16="http://schemas.microsoft.com/office/drawing/2014/main" id="{B7533655-B8DD-7E3A-81F1-C3F5C0B6EC2D}"/>
              </a:ext>
            </a:extLst>
          </p:cNvPr>
          <p:cNvSpPr txBox="1"/>
          <p:nvPr/>
        </p:nvSpPr>
        <p:spPr>
          <a:xfrm rot="16200000">
            <a:off x="7985019" y="5103254"/>
            <a:ext cx="50076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dirty="0"/>
              <a:t>…</a:t>
            </a:r>
            <a:endParaRPr kumimoji="1" lang="ja-JP" altLang="en-US"/>
          </a:p>
        </p:txBody>
      </p:sp>
      <p:sp>
        <p:nvSpPr>
          <p:cNvPr id="572" name="円/楕円 571">
            <a:extLst>
              <a:ext uri="{FF2B5EF4-FFF2-40B4-BE49-F238E27FC236}">
                <a16:creationId xmlns:a16="http://schemas.microsoft.com/office/drawing/2014/main" id="{95E4753F-A8A4-2DFD-B47E-3900F3FAD115}"/>
              </a:ext>
            </a:extLst>
          </p:cNvPr>
          <p:cNvSpPr/>
          <p:nvPr/>
        </p:nvSpPr>
        <p:spPr>
          <a:xfrm>
            <a:off x="8034759" y="4739667"/>
            <a:ext cx="317711" cy="228380"/>
          </a:xfrm>
          <a:prstGeom prst="ellipse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573" name="直線コネクタ 572">
            <a:extLst>
              <a:ext uri="{FF2B5EF4-FFF2-40B4-BE49-F238E27FC236}">
                <a16:creationId xmlns:a16="http://schemas.microsoft.com/office/drawing/2014/main" id="{7DCD9093-3A3F-1093-8BFD-A61D26F02595}"/>
              </a:ext>
            </a:extLst>
          </p:cNvPr>
          <p:cNvCxnSpPr>
            <a:cxnSpLocks/>
          </p:cNvCxnSpPr>
          <p:nvPr/>
        </p:nvCxnSpPr>
        <p:spPr>
          <a:xfrm>
            <a:off x="8371583" y="4847770"/>
            <a:ext cx="671735" cy="200344"/>
          </a:xfrm>
          <a:prstGeom prst="line">
            <a:avLst/>
          </a:prstGeom>
          <a:ln w="190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74" name="直線コネクタ 573">
            <a:extLst>
              <a:ext uri="{FF2B5EF4-FFF2-40B4-BE49-F238E27FC236}">
                <a16:creationId xmlns:a16="http://schemas.microsoft.com/office/drawing/2014/main" id="{45C6ABB8-FC1A-82A2-95F5-A4E3179616C9}"/>
              </a:ext>
            </a:extLst>
          </p:cNvPr>
          <p:cNvCxnSpPr>
            <a:cxnSpLocks/>
          </p:cNvCxnSpPr>
          <p:nvPr/>
        </p:nvCxnSpPr>
        <p:spPr>
          <a:xfrm flipV="1">
            <a:off x="8371583" y="4631487"/>
            <a:ext cx="671735" cy="216283"/>
          </a:xfrm>
          <a:prstGeom prst="line">
            <a:avLst/>
          </a:prstGeom>
          <a:ln w="190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75" name="直線コネクタ 574">
            <a:extLst>
              <a:ext uri="{FF2B5EF4-FFF2-40B4-BE49-F238E27FC236}">
                <a16:creationId xmlns:a16="http://schemas.microsoft.com/office/drawing/2014/main" id="{618CF17E-94C8-8CD8-A2FA-6B89A1F4A5F3}"/>
              </a:ext>
            </a:extLst>
          </p:cNvPr>
          <p:cNvCxnSpPr>
            <a:cxnSpLocks/>
          </p:cNvCxnSpPr>
          <p:nvPr/>
        </p:nvCxnSpPr>
        <p:spPr>
          <a:xfrm>
            <a:off x="8371583" y="4847770"/>
            <a:ext cx="687831" cy="53996"/>
          </a:xfrm>
          <a:prstGeom prst="line">
            <a:avLst/>
          </a:prstGeom>
          <a:ln w="190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76" name="直線コネクタ 575">
            <a:extLst>
              <a:ext uri="{FF2B5EF4-FFF2-40B4-BE49-F238E27FC236}">
                <a16:creationId xmlns:a16="http://schemas.microsoft.com/office/drawing/2014/main" id="{462ACB60-E1C7-CB9B-BACB-412D8AB73D40}"/>
              </a:ext>
            </a:extLst>
          </p:cNvPr>
          <p:cNvCxnSpPr>
            <a:cxnSpLocks/>
          </p:cNvCxnSpPr>
          <p:nvPr/>
        </p:nvCxnSpPr>
        <p:spPr>
          <a:xfrm flipV="1">
            <a:off x="8371583" y="4733580"/>
            <a:ext cx="687831" cy="114190"/>
          </a:xfrm>
          <a:prstGeom prst="line">
            <a:avLst/>
          </a:prstGeom>
          <a:ln w="190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pSp>
        <p:nvGrpSpPr>
          <p:cNvPr id="577" name="グループ化 576">
            <a:extLst>
              <a:ext uri="{FF2B5EF4-FFF2-40B4-BE49-F238E27FC236}">
                <a16:creationId xmlns:a16="http://schemas.microsoft.com/office/drawing/2014/main" id="{7FC93065-CCBD-E9DA-4F8C-C2B55536BB12}"/>
              </a:ext>
            </a:extLst>
          </p:cNvPr>
          <p:cNvGrpSpPr/>
          <p:nvPr/>
        </p:nvGrpSpPr>
        <p:grpSpPr>
          <a:xfrm rot="10800000">
            <a:off x="7339837" y="4659171"/>
            <a:ext cx="687831" cy="416627"/>
            <a:chOff x="5803546" y="2937923"/>
            <a:chExt cx="687831" cy="416627"/>
          </a:xfrm>
        </p:grpSpPr>
        <p:cxnSp>
          <p:nvCxnSpPr>
            <p:cNvPr id="578" name="直線コネクタ 577">
              <a:extLst>
                <a:ext uri="{FF2B5EF4-FFF2-40B4-BE49-F238E27FC236}">
                  <a16:creationId xmlns:a16="http://schemas.microsoft.com/office/drawing/2014/main" id="{6F37BD60-C6BD-120E-8D9E-BCB888284B4B}"/>
                </a:ext>
              </a:extLst>
            </p:cNvPr>
            <p:cNvCxnSpPr>
              <a:cxnSpLocks/>
            </p:cNvCxnSpPr>
            <p:nvPr/>
          </p:nvCxnSpPr>
          <p:spPr>
            <a:xfrm>
              <a:off x="5803546" y="3154206"/>
              <a:ext cx="671735" cy="200344"/>
            </a:xfrm>
            <a:prstGeom prst="line">
              <a:avLst/>
            </a:prstGeom>
            <a:ln w="1905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579" name="直線コネクタ 578">
              <a:extLst>
                <a:ext uri="{FF2B5EF4-FFF2-40B4-BE49-F238E27FC236}">
                  <a16:creationId xmlns:a16="http://schemas.microsoft.com/office/drawing/2014/main" id="{876084E9-5BB8-9B2F-59B0-39492919CAA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803546" y="2937923"/>
              <a:ext cx="671735" cy="216283"/>
            </a:xfrm>
            <a:prstGeom prst="line">
              <a:avLst/>
            </a:prstGeom>
            <a:ln w="1905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580" name="直線コネクタ 579">
              <a:extLst>
                <a:ext uri="{FF2B5EF4-FFF2-40B4-BE49-F238E27FC236}">
                  <a16:creationId xmlns:a16="http://schemas.microsoft.com/office/drawing/2014/main" id="{F029E779-C60A-F5FE-D31A-9102AD410564}"/>
                </a:ext>
              </a:extLst>
            </p:cNvPr>
            <p:cNvCxnSpPr>
              <a:cxnSpLocks/>
            </p:cNvCxnSpPr>
            <p:nvPr/>
          </p:nvCxnSpPr>
          <p:spPr>
            <a:xfrm>
              <a:off x="5803546" y="3154206"/>
              <a:ext cx="687831" cy="53996"/>
            </a:xfrm>
            <a:prstGeom prst="line">
              <a:avLst/>
            </a:prstGeom>
            <a:ln w="1905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581" name="直線コネクタ 580">
              <a:extLst>
                <a:ext uri="{FF2B5EF4-FFF2-40B4-BE49-F238E27FC236}">
                  <a16:creationId xmlns:a16="http://schemas.microsoft.com/office/drawing/2014/main" id="{A7A78A09-1CE7-766D-4DC0-0E24AAAD6A2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803546" y="3040016"/>
              <a:ext cx="687831" cy="114190"/>
            </a:xfrm>
            <a:prstGeom prst="line">
              <a:avLst/>
            </a:prstGeom>
            <a:ln w="1905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582" name="テキスト ボックス 581">
                <a:extLst>
                  <a:ext uri="{FF2B5EF4-FFF2-40B4-BE49-F238E27FC236}">
                    <a16:creationId xmlns:a16="http://schemas.microsoft.com/office/drawing/2014/main" id="{28D3E60D-5E42-C557-2A74-AAB571F2D674}"/>
                  </a:ext>
                </a:extLst>
              </p:cNvPr>
              <p:cNvSpPr txBox="1"/>
              <p:nvPr/>
            </p:nvSpPr>
            <p:spPr>
              <a:xfrm>
                <a:off x="7612647" y="3929344"/>
                <a:ext cx="1216424" cy="2308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ja-JP" sz="900" b="0" i="1" smtClean="0">
                          <a:latin typeface="Cambria Math" panose="02040503050406030204" pitchFamily="18" charset="0"/>
                        </a:rPr>
                        <m:t>𝐵</m:t>
                      </m:r>
                      <m:r>
                        <a:rPr kumimoji="1" lang="en-US" altLang="ja-JP" sz="900" b="0" i="1" smtClean="0">
                          <a:latin typeface="Cambria Math" panose="02040503050406030204" pitchFamily="18" charset="0"/>
                        </a:rPr>
                        <m:t>−1</m:t>
                      </m:r>
                    </m:oMath>
                  </m:oMathPara>
                </a14:m>
                <a:endParaRPr kumimoji="1" lang="ja-JP" altLang="en-US" sz="900"/>
              </a:p>
            </p:txBody>
          </p:sp>
        </mc:Choice>
        <mc:Fallback>
          <p:sp>
            <p:nvSpPr>
              <p:cNvPr id="582" name="テキスト ボックス 581">
                <a:extLst>
                  <a:ext uri="{FF2B5EF4-FFF2-40B4-BE49-F238E27FC236}">
                    <a16:creationId xmlns:a16="http://schemas.microsoft.com/office/drawing/2014/main" id="{28D3E60D-5E42-C557-2A74-AAB571F2D67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12647" y="3929344"/>
                <a:ext cx="1216424" cy="230832"/>
              </a:xfrm>
              <a:prstGeom prst="rect">
                <a:avLst/>
              </a:prstGeom>
              <a:blipFill>
                <a:blip r:embed="rId3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83" name="テキスト ボックス 582">
                <a:extLst>
                  <a:ext uri="{FF2B5EF4-FFF2-40B4-BE49-F238E27FC236}">
                    <a16:creationId xmlns:a16="http://schemas.microsoft.com/office/drawing/2014/main" id="{FEA058C6-0670-55F3-C5E5-FB322ADEDB1A}"/>
                  </a:ext>
                </a:extLst>
              </p:cNvPr>
              <p:cNvSpPr txBox="1"/>
              <p:nvPr/>
            </p:nvSpPr>
            <p:spPr>
              <a:xfrm>
                <a:off x="7599200" y="2888514"/>
                <a:ext cx="1216424" cy="2308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ja-JP" sz="900" b="0" i="1" smtClean="0"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kumimoji="1" lang="ja-JP" altLang="en-US" sz="900"/>
              </a:p>
            </p:txBody>
          </p:sp>
        </mc:Choice>
        <mc:Fallback>
          <p:sp>
            <p:nvSpPr>
              <p:cNvPr id="583" name="テキスト ボックス 582">
                <a:extLst>
                  <a:ext uri="{FF2B5EF4-FFF2-40B4-BE49-F238E27FC236}">
                    <a16:creationId xmlns:a16="http://schemas.microsoft.com/office/drawing/2014/main" id="{FEA058C6-0670-55F3-C5E5-FB322ADEDB1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99200" y="2888514"/>
                <a:ext cx="1216424" cy="230832"/>
              </a:xfrm>
              <a:prstGeom prst="rect">
                <a:avLst/>
              </a:prstGeom>
              <a:blipFill>
                <a:blip r:embed="rId2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84" name="円/楕円 583">
            <a:extLst>
              <a:ext uri="{FF2B5EF4-FFF2-40B4-BE49-F238E27FC236}">
                <a16:creationId xmlns:a16="http://schemas.microsoft.com/office/drawing/2014/main" id="{A2881BDD-93D7-A272-855C-98A5695642EB}"/>
              </a:ext>
            </a:extLst>
          </p:cNvPr>
          <p:cNvSpPr/>
          <p:nvPr/>
        </p:nvSpPr>
        <p:spPr>
          <a:xfrm>
            <a:off x="8058792" y="1180039"/>
            <a:ext cx="317711" cy="228380"/>
          </a:xfrm>
          <a:prstGeom prst="ellipse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85" name="テキスト ボックス 584">
            <a:extLst>
              <a:ext uri="{FF2B5EF4-FFF2-40B4-BE49-F238E27FC236}">
                <a16:creationId xmlns:a16="http://schemas.microsoft.com/office/drawing/2014/main" id="{84C60671-3990-7222-441A-3687D2018C6E}"/>
              </a:ext>
            </a:extLst>
          </p:cNvPr>
          <p:cNvSpPr txBox="1"/>
          <p:nvPr/>
        </p:nvSpPr>
        <p:spPr>
          <a:xfrm rot="16200000">
            <a:off x="7989929" y="1438032"/>
            <a:ext cx="50076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dirty="0"/>
              <a:t>…</a:t>
            </a:r>
            <a:endParaRPr kumimoji="1" lang="ja-JP" altLang="en-US"/>
          </a:p>
        </p:txBody>
      </p:sp>
      <p:cxnSp>
        <p:nvCxnSpPr>
          <p:cNvPr id="586" name="直線コネクタ 585">
            <a:extLst>
              <a:ext uri="{FF2B5EF4-FFF2-40B4-BE49-F238E27FC236}">
                <a16:creationId xmlns:a16="http://schemas.microsoft.com/office/drawing/2014/main" id="{19DADEB7-266B-9FFD-C96B-E0C4E1C4D1F4}"/>
              </a:ext>
            </a:extLst>
          </p:cNvPr>
          <p:cNvCxnSpPr>
            <a:cxnSpLocks/>
          </p:cNvCxnSpPr>
          <p:nvPr/>
        </p:nvCxnSpPr>
        <p:spPr>
          <a:xfrm>
            <a:off x="8402478" y="1288142"/>
            <a:ext cx="710248" cy="137633"/>
          </a:xfrm>
          <a:prstGeom prst="line">
            <a:avLst/>
          </a:prstGeom>
          <a:ln w="190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87" name="直線コネクタ 586">
            <a:extLst>
              <a:ext uri="{FF2B5EF4-FFF2-40B4-BE49-F238E27FC236}">
                <a16:creationId xmlns:a16="http://schemas.microsoft.com/office/drawing/2014/main" id="{2957CBE3-C6ED-533E-C340-BA0F65B39AD1}"/>
              </a:ext>
            </a:extLst>
          </p:cNvPr>
          <p:cNvCxnSpPr>
            <a:cxnSpLocks/>
          </p:cNvCxnSpPr>
          <p:nvPr/>
        </p:nvCxnSpPr>
        <p:spPr>
          <a:xfrm>
            <a:off x="8395616" y="1288142"/>
            <a:ext cx="717110" cy="11745"/>
          </a:xfrm>
          <a:prstGeom prst="line">
            <a:avLst/>
          </a:prstGeom>
          <a:ln w="190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88" name="直線コネクタ 587">
            <a:extLst>
              <a:ext uri="{FF2B5EF4-FFF2-40B4-BE49-F238E27FC236}">
                <a16:creationId xmlns:a16="http://schemas.microsoft.com/office/drawing/2014/main" id="{4545DA62-3796-80E1-AD5E-879FEE72B07F}"/>
              </a:ext>
            </a:extLst>
          </p:cNvPr>
          <p:cNvCxnSpPr>
            <a:cxnSpLocks/>
          </p:cNvCxnSpPr>
          <p:nvPr/>
        </p:nvCxnSpPr>
        <p:spPr>
          <a:xfrm flipH="1">
            <a:off x="7389996" y="1299886"/>
            <a:ext cx="661706" cy="142308"/>
          </a:xfrm>
          <a:prstGeom prst="line">
            <a:avLst/>
          </a:prstGeom>
          <a:ln w="190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89" name="直線コネクタ 588">
            <a:extLst>
              <a:ext uri="{FF2B5EF4-FFF2-40B4-BE49-F238E27FC236}">
                <a16:creationId xmlns:a16="http://schemas.microsoft.com/office/drawing/2014/main" id="{074C3707-C6D7-4179-435C-AD0A866384A9}"/>
              </a:ext>
            </a:extLst>
          </p:cNvPr>
          <p:cNvCxnSpPr>
            <a:cxnSpLocks/>
          </p:cNvCxnSpPr>
          <p:nvPr/>
        </p:nvCxnSpPr>
        <p:spPr>
          <a:xfrm flipH="1">
            <a:off x="7353634" y="1299887"/>
            <a:ext cx="698068" cy="7225"/>
          </a:xfrm>
          <a:prstGeom prst="line">
            <a:avLst/>
          </a:prstGeom>
          <a:ln w="190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90" name="円/楕円 589">
            <a:extLst>
              <a:ext uri="{FF2B5EF4-FFF2-40B4-BE49-F238E27FC236}">
                <a16:creationId xmlns:a16="http://schemas.microsoft.com/office/drawing/2014/main" id="{27D96918-61DB-FF7A-243D-4CB6E12BBA2D}"/>
              </a:ext>
            </a:extLst>
          </p:cNvPr>
          <p:cNvSpPr/>
          <p:nvPr/>
        </p:nvSpPr>
        <p:spPr>
          <a:xfrm>
            <a:off x="8048557" y="2878100"/>
            <a:ext cx="317711" cy="228380"/>
          </a:xfrm>
          <a:prstGeom prst="ellipse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591" name="直線コネクタ 590">
            <a:extLst>
              <a:ext uri="{FF2B5EF4-FFF2-40B4-BE49-F238E27FC236}">
                <a16:creationId xmlns:a16="http://schemas.microsoft.com/office/drawing/2014/main" id="{C771DB17-F0BA-100A-7BB6-5517AF73E1AE}"/>
              </a:ext>
            </a:extLst>
          </p:cNvPr>
          <p:cNvCxnSpPr>
            <a:cxnSpLocks/>
          </p:cNvCxnSpPr>
          <p:nvPr/>
        </p:nvCxnSpPr>
        <p:spPr>
          <a:xfrm flipV="1">
            <a:off x="8385381" y="2885581"/>
            <a:ext cx="637879" cy="100622"/>
          </a:xfrm>
          <a:prstGeom prst="line">
            <a:avLst/>
          </a:prstGeom>
          <a:ln w="190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92" name="直線コネクタ 591">
            <a:extLst>
              <a:ext uri="{FF2B5EF4-FFF2-40B4-BE49-F238E27FC236}">
                <a16:creationId xmlns:a16="http://schemas.microsoft.com/office/drawing/2014/main" id="{958D3398-6558-C683-B4C0-CFCBE9A8BDB5}"/>
              </a:ext>
            </a:extLst>
          </p:cNvPr>
          <p:cNvCxnSpPr>
            <a:cxnSpLocks/>
          </p:cNvCxnSpPr>
          <p:nvPr/>
        </p:nvCxnSpPr>
        <p:spPr>
          <a:xfrm flipV="1">
            <a:off x="8385381" y="2986116"/>
            <a:ext cx="671735" cy="87"/>
          </a:xfrm>
          <a:prstGeom prst="line">
            <a:avLst/>
          </a:prstGeom>
          <a:ln w="190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93" name="直線コネクタ 592">
            <a:extLst>
              <a:ext uri="{FF2B5EF4-FFF2-40B4-BE49-F238E27FC236}">
                <a16:creationId xmlns:a16="http://schemas.microsoft.com/office/drawing/2014/main" id="{09E00EA8-940D-5907-10D5-465DEF0ECCDD}"/>
              </a:ext>
            </a:extLst>
          </p:cNvPr>
          <p:cNvCxnSpPr>
            <a:cxnSpLocks/>
          </p:cNvCxnSpPr>
          <p:nvPr/>
        </p:nvCxnSpPr>
        <p:spPr>
          <a:xfrm flipH="1" flipV="1">
            <a:off x="7389996" y="2885581"/>
            <a:ext cx="651471" cy="112367"/>
          </a:xfrm>
          <a:prstGeom prst="line">
            <a:avLst/>
          </a:prstGeom>
          <a:ln w="190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94" name="直線コネクタ 593">
            <a:extLst>
              <a:ext uri="{FF2B5EF4-FFF2-40B4-BE49-F238E27FC236}">
                <a16:creationId xmlns:a16="http://schemas.microsoft.com/office/drawing/2014/main" id="{779C03E8-A235-2C82-E0CB-FF9F043B74FA}"/>
              </a:ext>
            </a:extLst>
          </p:cNvPr>
          <p:cNvCxnSpPr>
            <a:cxnSpLocks/>
          </p:cNvCxnSpPr>
          <p:nvPr/>
        </p:nvCxnSpPr>
        <p:spPr>
          <a:xfrm flipH="1">
            <a:off x="7353634" y="2997948"/>
            <a:ext cx="687833" cy="12620"/>
          </a:xfrm>
          <a:prstGeom prst="line">
            <a:avLst/>
          </a:prstGeom>
          <a:ln w="190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95" name="テキスト ボックス 594">
            <a:extLst>
              <a:ext uri="{FF2B5EF4-FFF2-40B4-BE49-F238E27FC236}">
                <a16:creationId xmlns:a16="http://schemas.microsoft.com/office/drawing/2014/main" id="{7268F9F3-2ACD-48E5-F99B-F051337848EA}"/>
              </a:ext>
            </a:extLst>
          </p:cNvPr>
          <p:cNvSpPr txBox="1"/>
          <p:nvPr/>
        </p:nvSpPr>
        <p:spPr>
          <a:xfrm rot="16200000">
            <a:off x="7985019" y="2361301"/>
            <a:ext cx="50076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dirty="0"/>
              <a:t>…</a:t>
            </a:r>
            <a:endParaRPr kumimoji="1" lang="ja-JP" altLang="en-US"/>
          </a:p>
        </p:txBody>
      </p:sp>
      <p:sp>
        <p:nvSpPr>
          <p:cNvPr id="596" name="円/楕円 595">
            <a:extLst>
              <a:ext uri="{FF2B5EF4-FFF2-40B4-BE49-F238E27FC236}">
                <a16:creationId xmlns:a16="http://schemas.microsoft.com/office/drawing/2014/main" id="{F6ACA993-5606-838D-8B64-E2FDCC257E6B}"/>
              </a:ext>
            </a:extLst>
          </p:cNvPr>
          <p:cNvSpPr/>
          <p:nvPr/>
        </p:nvSpPr>
        <p:spPr>
          <a:xfrm>
            <a:off x="8034759" y="1997714"/>
            <a:ext cx="317711" cy="228380"/>
          </a:xfrm>
          <a:prstGeom prst="ellipse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597" name="直線コネクタ 596">
            <a:extLst>
              <a:ext uri="{FF2B5EF4-FFF2-40B4-BE49-F238E27FC236}">
                <a16:creationId xmlns:a16="http://schemas.microsoft.com/office/drawing/2014/main" id="{59C0D407-FAA3-010A-A79C-A3662080E0CD}"/>
              </a:ext>
            </a:extLst>
          </p:cNvPr>
          <p:cNvCxnSpPr>
            <a:cxnSpLocks/>
          </p:cNvCxnSpPr>
          <p:nvPr/>
        </p:nvCxnSpPr>
        <p:spPr>
          <a:xfrm>
            <a:off x="8371583" y="2105817"/>
            <a:ext cx="671735" cy="200344"/>
          </a:xfrm>
          <a:prstGeom prst="line">
            <a:avLst/>
          </a:prstGeom>
          <a:ln w="190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98" name="直線コネクタ 597">
            <a:extLst>
              <a:ext uri="{FF2B5EF4-FFF2-40B4-BE49-F238E27FC236}">
                <a16:creationId xmlns:a16="http://schemas.microsoft.com/office/drawing/2014/main" id="{111E1CEF-B90F-0244-8291-8913B21C8294}"/>
              </a:ext>
            </a:extLst>
          </p:cNvPr>
          <p:cNvCxnSpPr>
            <a:cxnSpLocks/>
          </p:cNvCxnSpPr>
          <p:nvPr/>
        </p:nvCxnSpPr>
        <p:spPr>
          <a:xfrm flipV="1">
            <a:off x="8371583" y="1889534"/>
            <a:ext cx="671735" cy="216283"/>
          </a:xfrm>
          <a:prstGeom prst="line">
            <a:avLst/>
          </a:prstGeom>
          <a:ln w="190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99" name="直線コネクタ 598">
            <a:extLst>
              <a:ext uri="{FF2B5EF4-FFF2-40B4-BE49-F238E27FC236}">
                <a16:creationId xmlns:a16="http://schemas.microsoft.com/office/drawing/2014/main" id="{CCE46B1A-4EBA-B205-15C1-845B5C882491}"/>
              </a:ext>
            </a:extLst>
          </p:cNvPr>
          <p:cNvCxnSpPr>
            <a:cxnSpLocks/>
          </p:cNvCxnSpPr>
          <p:nvPr/>
        </p:nvCxnSpPr>
        <p:spPr>
          <a:xfrm>
            <a:off x="8371583" y="2105817"/>
            <a:ext cx="687831" cy="53996"/>
          </a:xfrm>
          <a:prstGeom prst="line">
            <a:avLst/>
          </a:prstGeom>
          <a:ln w="190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00" name="直線コネクタ 599">
            <a:extLst>
              <a:ext uri="{FF2B5EF4-FFF2-40B4-BE49-F238E27FC236}">
                <a16:creationId xmlns:a16="http://schemas.microsoft.com/office/drawing/2014/main" id="{7CA6F253-43DC-AD50-42BD-AEB0D78BCA78}"/>
              </a:ext>
            </a:extLst>
          </p:cNvPr>
          <p:cNvCxnSpPr>
            <a:cxnSpLocks/>
          </p:cNvCxnSpPr>
          <p:nvPr/>
        </p:nvCxnSpPr>
        <p:spPr>
          <a:xfrm flipV="1">
            <a:off x="8371583" y="1991627"/>
            <a:ext cx="687831" cy="114190"/>
          </a:xfrm>
          <a:prstGeom prst="line">
            <a:avLst/>
          </a:prstGeom>
          <a:ln w="190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pSp>
        <p:nvGrpSpPr>
          <p:cNvPr id="601" name="グループ化 600">
            <a:extLst>
              <a:ext uri="{FF2B5EF4-FFF2-40B4-BE49-F238E27FC236}">
                <a16:creationId xmlns:a16="http://schemas.microsoft.com/office/drawing/2014/main" id="{1FDD09CC-F8AF-BCF6-B67C-6C7E1490A025}"/>
              </a:ext>
            </a:extLst>
          </p:cNvPr>
          <p:cNvGrpSpPr/>
          <p:nvPr/>
        </p:nvGrpSpPr>
        <p:grpSpPr>
          <a:xfrm rot="10800000">
            <a:off x="7339837" y="1917218"/>
            <a:ext cx="687831" cy="416627"/>
            <a:chOff x="5803546" y="2937923"/>
            <a:chExt cx="687831" cy="416627"/>
          </a:xfrm>
        </p:grpSpPr>
        <p:cxnSp>
          <p:nvCxnSpPr>
            <p:cNvPr id="602" name="直線コネクタ 601">
              <a:extLst>
                <a:ext uri="{FF2B5EF4-FFF2-40B4-BE49-F238E27FC236}">
                  <a16:creationId xmlns:a16="http://schemas.microsoft.com/office/drawing/2014/main" id="{79E15695-581A-E853-76B7-57ECA078DB2F}"/>
                </a:ext>
              </a:extLst>
            </p:cNvPr>
            <p:cNvCxnSpPr>
              <a:cxnSpLocks/>
            </p:cNvCxnSpPr>
            <p:nvPr/>
          </p:nvCxnSpPr>
          <p:spPr>
            <a:xfrm>
              <a:off x="5803546" y="3154206"/>
              <a:ext cx="671735" cy="200344"/>
            </a:xfrm>
            <a:prstGeom prst="line">
              <a:avLst/>
            </a:prstGeom>
            <a:ln w="1905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603" name="直線コネクタ 602">
              <a:extLst>
                <a:ext uri="{FF2B5EF4-FFF2-40B4-BE49-F238E27FC236}">
                  <a16:creationId xmlns:a16="http://schemas.microsoft.com/office/drawing/2014/main" id="{80A39518-D9C8-FBE3-CF93-F7E371543FE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803546" y="2937923"/>
              <a:ext cx="671735" cy="216283"/>
            </a:xfrm>
            <a:prstGeom prst="line">
              <a:avLst/>
            </a:prstGeom>
            <a:ln w="1905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604" name="直線コネクタ 603">
              <a:extLst>
                <a:ext uri="{FF2B5EF4-FFF2-40B4-BE49-F238E27FC236}">
                  <a16:creationId xmlns:a16="http://schemas.microsoft.com/office/drawing/2014/main" id="{C33C71C8-5846-0F79-3D23-61B0B02162A6}"/>
                </a:ext>
              </a:extLst>
            </p:cNvPr>
            <p:cNvCxnSpPr>
              <a:cxnSpLocks/>
            </p:cNvCxnSpPr>
            <p:nvPr/>
          </p:nvCxnSpPr>
          <p:spPr>
            <a:xfrm>
              <a:off x="5803546" y="3154206"/>
              <a:ext cx="687831" cy="53996"/>
            </a:xfrm>
            <a:prstGeom prst="line">
              <a:avLst/>
            </a:prstGeom>
            <a:ln w="1905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605" name="直線コネクタ 604">
              <a:extLst>
                <a:ext uri="{FF2B5EF4-FFF2-40B4-BE49-F238E27FC236}">
                  <a16:creationId xmlns:a16="http://schemas.microsoft.com/office/drawing/2014/main" id="{1AE4BC0B-1029-FE7C-8A20-AEDFC06B932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803546" y="3040016"/>
              <a:ext cx="687831" cy="114190"/>
            </a:xfrm>
            <a:prstGeom prst="line">
              <a:avLst/>
            </a:prstGeom>
            <a:ln w="1905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606" name="テキスト ボックス 605">
                <a:extLst>
                  <a:ext uri="{FF2B5EF4-FFF2-40B4-BE49-F238E27FC236}">
                    <a16:creationId xmlns:a16="http://schemas.microsoft.com/office/drawing/2014/main" id="{53586034-0AA4-B97C-FFDC-70403793A834}"/>
                  </a:ext>
                </a:extLst>
              </p:cNvPr>
              <p:cNvSpPr txBox="1"/>
              <p:nvPr/>
            </p:nvSpPr>
            <p:spPr>
              <a:xfrm>
                <a:off x="7612647" y="1187391"/>
                <a:ext cx="1216424" cy="2308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ja-JP" sz="900" b="0" i="1" smtClean="0">
                          <a:latin typeface="Cambria Math" panose="02040503050406030204" pitchFamily="18" charset="0"/>
                        </a:rPr>
                        <m:t>𝐵</m:t>
                      </m:r>
                      <m:r>
                        <a:rPr kumimoji="1" lang="en-US" altLang="ja-JP" sz="900" b="0" i="1" smtClean="0">
                          <a:latin typeface="Cambria Math" panose="02040503050406030204" pitchFamily="18" charset="0"/>
                        </a:rPr>
                        <m:t>−1</m:t>
                      </m:r>
                    </m:oMath>
                  </m:oMathPara>
                </a14:m>
                <a:endParaRPr kumimoji="1" lang="ja-JP" altLang="en-US" sz="900"/>
              </a:p>
            </p:txBody>
          </p:sp>
        </mc:Choice>
        <mc:Fallback>
          <p:sp>
            <p:nvSpPr>
              <p:cNvPr id="606" name="テキスト ボックス 605">
                <a:extLst>
                  <a:ext uri="{FF2B5EF4-FFF2-40B4-BE49-F238E27FC236}">
                    <a16:creationId xmlns:a16="http://schemas.microsoft.com/office/drawing/2014/main" id="{53586034-0AA4-B97C-FFDC-70403793A83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12647" y="1187391"/>
                <a:ext cx="1216424" cy="230832"/>
              </a:xfrm>
              <a:prstGeom prst="rect">
                <a:avLst/>
              </a:prstGeom>
              <a:blipFill>
                <a:blip r:embed="rId3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07" name="テキスト ボックス 606">
                <a:extLst>
                  <a:ext uri="{FF2B5EF4-FFF2-40B4-BE49-F238E27FC236}">
                    <a16:creationId xmlns:a16="http://schemas.microsoft.com/office/drawing/2014/main" id="{06107EEA-343F-E9CA-D571-0908703DFE52}"/>
                  </a:ext>
                </a:extLst>
              </p:cNvPr>
              <p:cNvSpPr txBox="1"/>
              <p:nvPr/>
            </p:nvSpPr>
            <p:spPr>
              <a:xfrm>
                <a:off x="7610509" y="-46550"/>
                <a:ext cx="1216424" cy="2308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ja-JP" sz="900" b="0" i="1" smtClean="0"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kumimoji="1" lang="ja-JP" altLang="en-US" sz="900"/>
              </a:p>
            </p:txBody>
          </p:sp>
        </mc:Choice>
        <mc:Fallback>
          <p:sp>
            <p:nvSpPr>
              <p:cNvPr id="607" name="テキスト ボックス 606">
                <a:extLst>
                  <a:ext uri="{FF2B5EF4-FFF2-40B4-BE49-F238E27FC236}">
                    <a16:creationId xmlns:a16="http://schemas.microsoft.com/office/drawing/2014/main" id="{06107EEA-343F-E9CA-D571-0908703DFE5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10509" y="-46550"/>
                <a:ext cx="1216424" cy="230832"/>
              </a:xfrm>
              <a:prstGeom prst="rect">
                <a:avLst/>
              </a:prstGeom>
              <a:blipFill>
                <a:blip r:embed="rId2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08" name="円/楕円 607">
            <a:extLst>
              <a:ext uri="{FF2B5EF4-FFF2-40B4-BE49-F238E27FC236}">
                <a16:creationId xmlns:a16="http://schemas.microsoft.com/office/drawing/2014/main" id="{53D34A57-0C3D-82A9-024E-98BDA89C8AFE}"/>
              </a:ext>
            </a:extLst>
          </p:cNvPr>
          <p:cNvSpPr/>
          <p:nvPr/>
        </p:nvSpPr>
        <p:spPr>
          <a:xfrm>
            <a:off x="8070101" y="-1755025"/>
            <a:ext cx="317711" cy="228380"/>
          </a:xfrm>
          <a:prstGeom prst="ellipse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609" name="テキスト ボックス 608">
            <a:extLst>
              <a:ext uri="{FF2B5EF4-FFF2-40B4-BE49-F238E27FC236}">
                <a16:creationId xmlns:a16="http://schemas.microsoft.com/office/drawing/2014/main" id="{1CEECD1A-95AE-A960-EFBB-BDDFC0A59CF3}"/>
              </a:ext>
            </a:extLst>
          </p:cNvPr>
          <p:cNvSpPr txBox="1"/>
          <p:nvPr/>
        </p:nvSpPr>
        <p:spPr>
          <a:xfrm rot="16200000">
            <a:off x="8001238" y="-1497032"/>
            <a:ext cx="50076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dirty="0"/>
              <a:t>…</a:t>
            </a:r>
            <a:endParaRPr kumimoji="1" lang="ja-JP" altLang="en-US"/>
          </a:p>
        </p:txBody>
      </p:sp>
      <p:cxnSp>
        <p:nvCxnSpPr>
          <p:cNvPr id="610" name="直線コネクタ 609">
            <a:extLst>
              <a:ext uri="{FF2B5EF4-FFF2-40B4-BE49-F238E27FC236}">
                <a16:creationId xmlns:a16="http://schemas.microsoft.com/office/drawing/2014/main" id="{AF23F641-9025-95F3-CF10-579BB07C81D1}"/>
              </a:ext>
            </a:extLst>
          </p:cNvPr>
          <p:cNvCxnSpPr>
            <a:cxnSpLocks/>
          </p:cNvCxnSpPr>
          <p:nvPr/>
        </p:nvCxnSpPr>
        <p:spPr>
          <a:xfrm>
            <a:off x="8413787" y="-1646922"/>
            <a:ext cx="710248" cy="137633"/>
          </a:xfrm>
          <a:prstGeom prst="line">
            <a:avLst/>
          </a:prstGeom>
          <a:ln w="190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11" name="直線コネクタ 610">
            <a:extLst>
              <a:ext uri="{FF2B5EF4-FFF2-40B4-BE49-F238E27FC236}">
                <a16:creationId xmlns:a16="http://schemas.microsoft.com/office/drawing/2014/main" id="{93056ED3-0E6C-87BD-A9E8-8C3B01077919}"/>
              </a:ext>
            </a:extLst>
          </p:cNvPr>
          <p:cNvCxnSpPr>
            <a:cxnSpLocks/>
          </p:cNvCxnSpPr>
          <p:nvPr/>
        </p:nvCxnSpPr>
        <p:spPr>
          <a:xfrm>
            <a:off x="8406925" y="-1646922"/>
            <a:ext cx="717110" cy="11745"/>
          </a:xfrm>
          <a:prstGeom prst="line">
            <a:avLst/>
          </a:prstGeom>
          <a:ln w="190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12" name="直線コネクタ 611">
            <a:extLst>
              <a:ext uri="{FF2B5EF4-FFF2-40B4-BE49-F238E27FC236}">
                <a16:creationId xmlns:a16="http://schemas.microsoft.com/office/drawing/2014/main" id="{EAA9368F-AFC5-E260-AB50-2B48AA283449}"/>
              </a:ext>
            </a:extLst>
          </p:cNvPr>
          <p:cNvCxnSpPr>
            <a:cxnSpLocks/>
          </p:cNvCxnSpPr>
          <p:nvPr/>
        </p:nvCxnSpPr>
        <p:spPr>
          <a:xfrm flipH="1">
            <a:off x="7401305" y="-1635178"/>
            <a:ext cx="661706" cy="142308"/>
          </a:xfrm>
          <a:prstGeom prst="line">
            <a:avLst/>
          </a:prstGeom>
          <a:ln w="190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13" name="直線コネクタ 612">
            <a:extLst>
              <a:ext uri="{FF2B5EF4-FFF2-40B4-BE49-F238E27FC236}">
                <a16:creationId xmlns:a16="http://schemas.microsoft.com/office/drawing/2014/main" id="{1583E27C-6B3C-EBFB-3671-7E822854EB37}"/>
              </a:ext>
            </a:extLst>
          </p:cNvPr>
          <p:cNvCxnSpPr>
            <a:cxnSpLocks/>
          </p:cNvCxnSpPr>
          <p:nvPr/>
        </p:nvCxnSpPr>
        <p:spPr>
          <a:xfrm flipH="1">
            <a:off x="7364943" y="-1635177"/>
            <a:ext cx="698068" cy="7225"/>
          </a:xfrm>
          <a:prstGeom prst="line">
            <a:avLst/>
          </a:prstGeom>
          <a:ln w="190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14" name="円/楕円 613">
            <a:extLst>
              <a:ext uri="{FF2B5EF4-FFF2-40B4-BE49-F238E27FC236}">
                <a16:creationId xmlns:a16="http://schemas.microsoft.com/office/drawing/2014/main" id="{3AE29378-A9D2-F6C8-1778-8F0B0D014F56}"/>
              </a:ext>
            </a:extLst>
          </p:cNvPr>
          <p:cNvSpPr/>
          <p:nvPr/>
        </p:nvSpPr>
        <p:spPr>
          <a:xfrm>
            <a:off x="8059866" y="-56964"/>
            <a:ext cx="317711" cy="228380"/>
          </a:xfrm>
          <a:prstGeom prst="ellipse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615" name="直線コネクタ 614">
            <a:extLst>
              <a:ext uri="{FF2B5EF4-FFF2-40B4-BE49-F238E27FC236}">
                <a16:creationId xmlns:a16="http://schemas.microsoft.com/office/drawing/2014/main" id="{73D0F439-F759-CA7C-2FBD-0C787AEF3F0D}"/>
              </a:ext>
            </a:extLst>
          </p:cNvPr>
          <p:cNvCxnSpPr>
            <a:cxnSpLocks/>
          </p:cNvCxnSpPr>
          <p:nvPr/>
        </p:nvCxnSpPr>
        <p:spPr>
          <a:xfrm flipV="1">
            <a:off x="8396690" y="-49483"/>
            <a:ext cx="637879" cy="100622"/>
          </a:xfrm>
          <a:prstGeom prst="line">
            <a:avLst/>
          </a:prstGeom>
          <a:ln w="190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16" name="直線コネクタ 615">
            <a:extLst>
              <a:ext uri="{FF2B5EF4-FFF2-40B4-BE49-F238E27FC236}">
                <a16:creationId xmlns:a16="http://schemas.microsoft.com/office/drawing/2014/main" id="{6F4970F4-E4EB-2905-506B-C74F7984F169}"/>
              </a:ext>
            </a:extLst>
          </p:cNvPr>
          <p:cNvCxnSpPr>
            <a:cxnSpLocks/>
          </p:cNvCxnSpPr>
          <p:nvPr/>
        </p:nvCxnSpPr>
        <p:spPr>
          <a:xfrm flipV="1">
            <a:off x="8396690" y="51052"/>
            <a:ext cx="671735" cy="87"/>
          </a:xfrm>
          <a:prstGeom prst="line">
            <a:avLst/>
          </a:prstGeom>
          <a:ln w="190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17" name="直線コネクタ 616">
            <a:extLst>
              <a:ext uri="{FF2B5EF4-FFF2-40B4-BE49-F238E27FC236}">
                <a16:creationId xmlns:a16="http://schemas.microsoft.com/office/drawing/2014/main" id="{B7FF1093-B34B-4A6C-12CC-6B18E019A318}"/>
              </a:ext>
            </a:extLst>
          </p:cNvPr>
          <p:cNvCxnSpPr>
            <a:cxnSpLocks/>
          </p:cNvCxnSpPr>
          <p:nvPr/>
        </p:nvCxnSpPr>
        <p:spPr>
          <a:xfrm flipH="1" flipV="1">
            <a:off x="7401305" y="-49483"/>
            <a:ext cx="651471" cy="112367"/>
          </a:xfrm>
          <a:prstGeom prst="line">
            <a:avLst/>
          </a:prstGeom>
          <a:ln w="190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18" name="直線コネクタ 617">
            <a:extLst>
              <a:ext uri="{FF2B5EF4-FFF2-40B4-BE49-F238E27FC236}">
                <a16:creationId xmlns:a16="http://schemas.microsoft.com/office/drawing/2014/main" id="{3F187161-5702-35FB-31D5-51A99ADC53F0}"/>
              </a:ext>
            </a:extLst>
          </p:cNvPr>
          <p:cNvCxnSpPr>
            <a:cxnSpLocks/>
          </p:cNvCxnSpPr>
          <p:nvPr/>
        </p:nvCxnSpPr>
        <p:spPr>
          <a:xfrm flipH="1">
            <a:off x="7364943" y="62884"/>
            <a:ext cx="687833" cy="12620"/>
          </a:xfrm>
          <a:prstGeom prst="line">
            <a:avLst/>
          </a:prstGeom>
          <a:ln w="190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19" name="テキスト ボックス 618">
            <a:extLst>
              <a:ext uri="{FF2B5EF4-FFF2-40B4-BE49-F238E27FC236}">
                <a16:creationId xmlns:a16="http://schemas.microsoft.com/office/drawing/2014/main" id="{00248CAC-EAF7-A55B-1338-70B90BEA086E}"/>
              </a:ext>
            </a:extLst>
          </p:cNvPr>
          <p:cNvSpPr txBox="1"/>
          <p:nvPr/>
        </p:nvSpPr>
        <p:spPr>
          <a:xfrm rot="16200000">
            <a:off x="7996328" y="-573763"/>
            <a:ext cx="50076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dirty="0"/>
              <a:t>…</a:t>
            </a:r>
            <a:endParaRPr kumimoji="1" lang="ja-JP" altLang="en-US"/>
          </a:p>
        </p:txBody>
      </p:sp>
      <p:sp>
        <p:nvSpPr>
          <p:cNvPr id="620" name="円/楕円 619">
            <a:extLst>
              <a:ext uri="{FF2B5EF4-FFF2-40B4-BE49-F238E27FC236}">
                <a16:creationId xmlns:a16="http://schemas.microsoft.com/office/drawing/2014/main" id="{26102662-3649-3C76-F734-5AC6F0204F97}"/>
              </a:ext>
            </a:extLst>
          </p:cNvPr>
          <p:cNvSpPr/>
          <p:nvPr/>
        </p:nvSpPr>
        <p:spPr>
          <a:xfrm>
            <a:off x="8046068" y="-937350"/>
            <a:ext cx="317711" cy="228380"/>
          </a:xfrm>
          <a:prstGeom prst="ellipse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621" name="直線コネクタ 620">
            <a:extLst>
              <a:ext uri="{FF2B5EF4-FFF2-40B4-BE49-F238E27FC236}">
                <a16:creationId xmlns:a16="http://schemas.microsoft.com/office/drawing/2014/main" id="{63CC45FA-7432-A8E1-17C5-4DDED13C40AB}"/>
              </a:ext>
            </a:extLst>
          </p:cNvPr>
          <p:cNvCxnSpPr>
            <a:cxnSpLocks/>
          </p:cNvCxnSpPr>
          <p:nvPr/>
        </p:nvCxnSpPr>
        <p:spPr>
          <a:xfrm>
            <a:off x="8382892" y="-829247"/>
            <a:ext cx="671735" cy="200344"/>
          </a:xfrm>
          <a:prstGeom prst="line">
            <a:avLst/>
          </a:prstGeom>
          <a:ln w="190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22" name="直線コネクタ 621">
            <a:extLst>
              <a:ext uri="{FF2B5EF4-FFF2-40B4-BE49-F238E27FC236}">
                <a16:creationId xmlns:a16="http://schemas.microsoft.com/office/drawing/2014/main" id="{4750DF89-36F7-1E41-5A99-6C3C8FF7DC6E}"/>
              </a:ext>
            </a:extLst>
          </p:cNvPr>
          <p:cNvCxnSpPr>
            <a:cxnSpLocks/>
          </p:cNvCxnSpPr>
          <p:nvPr/>
        </p:nvCxnSpPr>
        <p:spPr>
          <a:xfrm flipV="1">
            <a:off x="8382892" y="-1045530"/>
            <a:ext cx="671735" cy="216283"/>
          </a:xfrm>
          <a:prstGeom prst="line">
            <a:avLst/>
          </a:prstGeom>
          <a:ln w="190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23" name="直線コネクタ 622">
            <a:extLst>
              <a:ext uri="{FF2B5EF4-FFF2-40B4-BE49-F238E27FC236}">
                <a16:creationId xmlns:a16="http://schemas.microsoft.com/office/drawing/2014/main" id="{B818FE98-EB85-14C0-6982-7DDF5623F8CD}"/>
              </a:ext>
            </a:extLst>
          </p:cNvPr>
          <p:cNvCxnSpPr>
            <a:cxnSpLocks/>
          </p:cNvCxnSpPr>
          <p:nvPr/>
        </p:nvCxnSpPr>
        <p:spPr>
          <a:xfrm>
            <a:off x="8382892" y="-829247"/>
            <a:ext cx="687831" cy="53996"/>
          </a:xfrm>
          <a:prstGeom prst="line">
            <a:avLst/>
          </a:prstGeom>
          <a:ln w="190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24" name="直線コネクタ 623">
            <a:extLst>
              <a:ext uri="{FF2B5EF4-FFF2-40B4-BE49-F238E27FC236}">
                <a16:creationId xmlns:a16="http://schemas.microsoft.com/office/drawing/2014/main" id="{B7F21816-3584-0AD3-7919-60ED366AFF9D}"/>
              </a:ext>
            </a:extLst>
          </p:cNvPr>
          <p:cNvCxnSpPr>
            <a:cxnSpLocks/>
          </p:cNvCxnSpPr>
          <p:nvPr/>
        </p:nvCxnSpPr>
        <p:spPr>
          <a:xfrm flipV="1">
            <a:off x="8382892" y="-943437"/>
            <a:ext cx="687831" cy="114190"/>
          </a:xfrm>
          <a:prstGeom prst="line">
            <a:avLst/>
          </a:prstGeom>
          <a:ln w="190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pSp>
        <p:nvGrpSpPr>
          <p:cNvPr id="625" name="グループ化 624">
            <a:extLst>
              <a:ext uri="{FF2B5EF4-FFF2-40B4-BE49-F238E27FC236}">
                <a16:creationId xmlns:a16="http://schemas.microsoft.com/office/drawing/2014/main" id="{5FF6CC09-E28B-8869-6261-F52A75CA3EBE}"/>
              </a:ext>
            </a:extLst>
          </p:cNvPr>
          <p:cNvGrpSpPr/>
          <p:nvPr/>
        </p:nvGrpSpPr>
        <p:grpSpPr>
          <a:xfrm rot="10800000">
            <a:off x="7351146" y="-1017846"/>
            <a:ext cx="687831" cy="416627"/>
            <a:chOff x="5803546" y="2937923"/>
            <a:chExt cx="687831" cy="416627"/>
          </a:xfrm>
        </p:grpSpPr>
        <p:cxnSp>
          <p:nvCxnSpPr>
            <p:cNvPr id="626" name="直線コネクタ 625">
              <a:extLst>
                <a:ext uri="{FF2B5EF4-FFF2-40B4-BE49-F238E27FC236}">
                  <a16:creationId xmlns:a16="http://schemas.microsoft.com/office/drawing/2014/main" id="{7707717C-24FC-3918-53A8-B51CD4F1F33A}"/>
                </a:ext>
              </a:extLst>
            </p:cNvPr>
            <p:cNvCxnSpPr>
              <a:cxnSpLocks/>
            </p:cNvCxnSpPr>
            <p:nvPr/>
          </p:nvCxnSpPr>
          <p:spPr>
            <a:xfrm>
              <a:off x="5803546" y="3154206"/>
              <a:ext cx="671735" cy="200344"/>
            </a:xfrm>
            <a:prstGeom prst="line">
              <a:avLst/>
            </a:prstGeom>
            <a:ln w="1905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627" name="直線コネクタ 626">
              <a:extLst>
                <a:ext uri="{FF2B5EF4-FFF2-40B4-BE49-F238E27FC236}">
                  <a16:creationId xmlns:a16="http://schemas.microsoft.com/office/drawing/2014/main" id="{BD6268CC-2FE7-CBF4-CD9A-85F649E689C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803546" y="2937923"/>
              <a:ext cx="671735" cy="216283"/>
            </a:xfrm>
            <a:prstGeom prst="line">
              <a:avLst/>
            </a:prstGeom>
            <a:ln w="1905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628" name="直線コネクタ 627">
              <a:extLst>
                <a:ext uri="{FF2B5EF4-FFF2-40B4-BE49-F238E27FC236}">
                  <a16:creationId xmlns:a16="http://schemas.microsoft.com/office/drawing/2014/main" id="{ECEDDCFE-FDE5-8933-0886-CDAE0CDB8325}"/>
                </a:ext>
              </a:extLst>
            </p:cNvPr>
            <p:cNvCxnSpPr>
              <a:cxnSpLocks/>
            </p:cNvCxnSpPr>
            <p:nvPr/>
          </p:nvCxnSpPr>
          <p:spPr>
            <a:xfrm>
              <a:off x="5803546" y="3154206"/>
              <a:ext cx="687831" cy="53996"/>
            </a:xfrm>
            <a:prstGeom prst="line">
              <a:avLst/>
            </a:prstGeom>
            <a:ln w="1905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629" name="直線コネクタ 628">
              <a:extLst>
                <a:ext uri="{FF2B5EF4-FFF2-40B4-BE49-F238E27FC236}">
                  <a16:creationId xmlns:a16="http://schemas.microsoft.com/office/drawing/2014/main" id="{4C32D29F-42D5-0AFE-74CB-A7AB69B9E62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803546" y="3040016"/>
              <a:ext cx="687831" cy="114190"/>
            </a:xfrm>
            <a:prstGeom prst="line">
              <a:avLst/>
            </a:prstGeom>
            <a:ln w="1905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630" name="テキスト ボックス 629">
                <a:extLst>
                  <a:ext uri="{FF2B5EF4-FFF2-40B4-BE49-F238E27FC236}">
                    <a16:creationId xmlns:a16="http://schemas.microsoft.com/office/drawing/2014/main" id="{CB7411EE-06A2-7E5B-81E6-BBC199B7D6C6}"/>
                  </a:ext>
                </a:extLst>
              </p:cNvPr>
              <p:cNvSpPr txBox="1"/>
              <p:nvPr/>
            </p:nvSpPr>
            <p:spPr>
              <a:xfrm>
                <a:off x="7623956" y="-1747673"/>
                <a:ext cx="1216424" cy="2308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ja-JP" sz="900" b="0" i="1" smtClean="0">
                          <a:latin typeface="Cambria Math" panose="02040503050406030204" pitchFamily="18" charset="0"/>
                        </a:rPr>
                        <m:t>𝐵</m:t>
                      </m:r>
                      <m:r>
                        <a:rPr kumimoji="1" lang="en-US" altLang="ja-JP" sz="900" b="0" i="1" smtClean="0">
                          <a:latin typeface="Cambria Math" panose="02040503050406030204" pitchFamily="18" charset="0"/>
                        </a:rPr>
                        <m:t>−1</m:t>
                      </m:r>
                    </m:oMath>
                  </m:oMathPara>
                </a14:m>
                <a:endParaRPr kumimoji="1" lang="ja-JP" altLang="en-US" sz="900"/>
              </a:p>
            </p:txBody>
          </p:sp>
        </mc:Choice>
        <mc:Fallback>
          <p:sp>
            <p:nvSpPr>
              <p:cNvPr id="630" name="テキスト ボックス 629">
                <a:extLst>
                  <a:ext uri="{FF2B5EF4-FFF2-40B4-BE49-F238E27FC236}">
                    <a16:creationId xmlns:a16="http://schemas.microsoft.com/office/drawing/2014/main" id="{CB7411EE-06A2-7E5B-81E6-BBC199B7D6C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23956" y="-1747673"/>
                <a:ext cx="1216424" cy="230832"/>
              </a:xfrm>
              <a:prstGeom prst="rect">
                <a:avLst/>
              </a:prstGeom>
              <a:blipFill>
                <a:blip r:embed="rId3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31" name="テキスト ボックス 630">
            <a:extLst>
              <a:ext uri="{FF2B5EF4-FFF2-40B4-BE49-F238E27FC236}">
                <a16:creationId xmlns:a16="http://schemas.microsoft.com/office/drawing/2014/main" id="{AD7D637E-0627-A071-077E-B323536BF0A3}"/>
              </a:ext>
            </a:extLst>
          </p:cNvPr>
          <p:cNvSpPr txBox="1"/>
          <p:nvPr/>
        </p:nvSpPr>
        <p:spPr>
          <a:xfrm rot="16200000">
            <a:off x="7971875" y="465130"/>
            <a:ext cx="50076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dirty="0"/>
              <a:t>…</a:t>
            </a:r>
            <a:endParaRPr kumimoji="1" lang="ja-JP" altLang="en-US"/>
          </a:p>
        </p:txBody>
      </p:sp>
      <p:cxnSp>
        <p:nvCxnSpPr>
          <p:cNvPr id="632" name="直線コネクタ 631">
            <a:extLst>
              <a:ext uri="{FF2B5EF4-FFF2-40B4-BE49-F238E27FC236}">
                <a16:creationId xmlns:a16="http://schemas.microsoft.com/office/drawing/2014/main" id="{8E0081E9-B8D3-95A2-CDE6-B450AA717F88}"/>
              </a:ext>
            </a:extLst>
          </p:cNvPr>
          <p:cNvCxnSpPr>
            <a:cxnSpLocks/>
          </p:cNvCxnSpPr>
          <p:nvPr/>
        </p:nvCxnSpPr>
        <p:spPr>
          <a:xfrm flipV="1">
            <a:off x="8386412" y="-883152"/>
            <a:ext cx="870261" cy="5715570"/>
          </a:xfrm>
          <a:prstGeom prst="line">
            <a:avLst/>
          </a:prstGeom>
          <a:ln w="190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33" name="直線コネクタ 632">
            <a:extLst>
              <a:ext uri="{FF2B5EF4-FFF2-40B4-BE49-F238E27FC236}">
                <a16:creationId xmlns:a16="http://schemas.microsoft.com/office/drawing/2014/main" id="{C61E2656-6C9A-058A-995D-CE7EC573ED29}"/>
              </a:ext>
            </a:extLst>
          </p:cNvPr>
          <p:cNvCxnSpPr>
            <a:cxnSpLocks/>
          </p:cNvCxnSpPr>
          <p:nvPr/>
        </p:nvCxnSpPr>
        <p:spPr>
          <a:xfrm flipV="1">
            <a:off x="8399062" y="2921583"/>
            <a:ext cx="825419" cy="2791134"/>
          </a:xfrm>
          <a:prstGeom prst="line">
            <a:avLst/>
          </a:prstGeom>
          <a:ln w="190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34" name="直線コネクタ 633">
            <a:extLst>
              <a:ext uri="{FF2B5EF4-FFF2-40B4-BE49-F238E27FC236}">
                <a16:creationId xmlns:a16="http://schemas.microsoft.com/office/drawing/2014/main" id="{042FF625-A52D-1931-9BE5-340FC9657C25}"/>
              </a:ext>
            </a:extLst>
          </p:cNvPr>
          <p:cNvCxnSpPr>
            <a:cxnSpLocks/>
          </p:cNvCxnSpPr>
          <p:nvPr/>
        </p:nvCxnSpPr>
        <p:spPr>
          <a:xfrm flipV="1">
            <a:off x="8389304" y="-432662"/>
            <a:ext cx="913183" cy="6191390"/>
          </a:xfrm>
          <a:prstGeom prst="line">
            <a:avLst/>
          </a:prstGeom>
          <a:ln w="190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35" name="直線コネクタ 634">
            <a:extLst>
              <a:ext uri="{FF2B5EF4-FFF2-40B4-BE49-F238E27FC236}">
                <a16:creationId xmlns:a16="http://schemas.microsoft.com/office/drawing/2014/main" id="{053A118E-170C-1A86-9CB4-589830496D57}"/>
              </a:ext>
            </a:extLst>
          </p:cNvPr>
          <p:cNvCxnSpPr>
            <a:cxnSpLocks/>
            <a:endCxn id="427" idx="2"/>
          </p:cNvCxnSpPr>
          <p:nvPr/>
        </p:nvCxnSpPr>
        <p:spPr>
          <a:xfrm flipV="1">
            <a:off x="8400637" y="-1002111"/>
            <a:ext cx="806052" cy="5037141"/>
          </a:xfrm>
          <a:prstGeom prst="line">
            <a:avLst/>
          </a:prstGeom>
          <a:ln w="190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36" name="直線コネクタ 635">
            <a:extLst>
              <a:ext uri="{FF2B5EF4-FFF2-40B4-BE49-F238E27FC236}">
                <a16:creationId xmlns:a16="http://schemas.microsoft.com/office/drawing/2014/main" id="{D78339E9-7F99-BA60-A1FB-9EE4AB4DB2EA}"/>
              </a:ext>
            </a:extLst>
          </p:cNvPr>
          <p:cNvCxnSpPr>
            <a:cxnSpLocks/>
          </p:cNvCxnSpPr>
          <p:nvPr/>
        </p:nvCxnSpPr>
        <p:spPr>
          <a:xfrm flipV="1">
            <a:off x="8388143" y="-1061982"/>
            <a:ext cx="792223" cy="4068977"/>
          </a:xfrm>
          <a:prstGeom prst="line">
            <a:avLst/>
          </a:prstGeom>
          <a:ln w="190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42" name="直線コネクタ 641">
            <a:extLst>
              <a:ext uri="{FF2B5EF4-FFF2-40B4-BE49-F238E27FC236}">
                <a16:creationId xmlns:a16="http://schemas.microsoft.com/office/drawing/2014/main" id="{7A9DE0C1-86E2-BFC5-9FC8-926BE40BD261}"/>
              </a:ext>
            </a:extLst>
          </p:cNvPr>
          <p:cNvCxnSpPr>
            <a:cxnSpLocks/>
          </p:cNvCxnSpPr>
          <p:nvPr/>
        </p:nvCxnSpPr>
        <p:spPr>
          <a:xfrm flipV="1">
            <a:off x="7187262" y="-1651687"/>
            <a:ext cx="896413" cy="3060106"/>
          </a:xfrm>
          <a:prstGeom prst="line">
            <a:avLst/>
          </a:prstGeom>
          <a:ln w="190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43" name="直線コネクタ 642">
            <a:extLst>
              <a:ext uri="{FF2B5EF4-FFF2-40B4-BE49-F238E27FC236}">
                <a16:creationId xmlns:a16="http://schemas.microsoft.com/office/drawing/2014/main" id="{01951328-6BC2-05C6-C0E5-322EE4043D11}"/>
              </a:ext>
            </a:extLst>
          </p:cNvPr>
          <p:cNvCxnSpPr>
            <a:cxnSpLocks/>
          </p:cNvCxnSpPr>
          <p:nvPr/>
        </p:nvCxnSpPr>
        <p:spPr>
          <a:xfrm flipV="1">
            <a:off x="7142403" y="1304662"/>
            <a:ext cx="879267" cy="2140731"/>
          </a:xfrm>
          <a:prstGeom prst="line">
            <a:avLst/>
          </a:prstGeom>
          <a:ln w="190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44" name="直線コネクタ 643">
            <a:extLst>
              <a:ext uri="{FF2B5EF4-FFF2-40B4-BE49-F238E27FC236}">
                <a16:creationId xmlns:a16="http://schemas.microsoft.com/office/drawing/2014/main" id="{36515CE8-10E5-AA63-EED6-FB91E630190E}"/>
              </a:ext>
            </a:extLst>
          </p:cNvPr>
          <p:cNvCxnSpPr>
            <a:cxnSpLocks/>
          </p:cNvCxnSpPr>
          <p:nvPr/>
        </p:nvCxnSpPr>
        <p:spPr>
          <a:xfrm flipV="1">
            <a:off x="7175161" y="2113169"/>
            <a:ext cx="847079" cy="1451189"/>
          </a:xfrm>
          <a:prstGeom prst="line">
            <a:avLst/>
          </a:prstGeom>
          <a:ln w="190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59" name="角丸四角形 658">
            <a:extLst>
              <a:ext uri="{FF2B5EF4-FFF2-40B4-BE49-F238E27FC236}">
                <a16:creationId xmlns:a16="http://schemas.microsoft.com/office/drawing/2014/main" id="{1A2AA5AC-0BA6-A076-2C6A-2CA9EA607481}"/>
              </a:ext>
            </a:extLst>
          </p:cNvPr>
          <p:cNvSpPr/>
          <p:nvPr/>
        </p:nvSpPr>
        <p:spPr>
          <a:xfrm>
            <a:off x="1592142" y="-2406937"/>
            <a:ext cx="1083408" cy="8569922"/>
          </a:xfrm>
          <a:prstGeom prst="roundRect">
            <a:avLst/>
          </a:prstGeom>
          <a:noFill/>
          <a:ln w="19050">
            <a:solidFill>
              <a:srgbClr val="C0000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660" name="角丸四角形 659">
            <a:extLst>
              <a:ext uri="{FF2B5EF4-FFF2-40B4-BE49-F238E27FC236}">
                <a16:creationId xmlns:a16="http://schemas.microsoft.com/office/drawing/2014/main" id="{C6D4231A-9D84-EB08-135D-895908CD46A1}"/>
              </a:ext>
            </a:extLst>
          </p:cNvPr>
          <p:cNvSpPr/>
          <p:nvPr/>
        </p:nvSpPr>
        <p:spPr>
          <a:xfrm>
            <a:off x="2969178" y="-2424050"/>
            <a:ext cx="1083408" cy="8569922"/>
          </a:xfrm>
          <a:prstGeom prst="roundRect">
            <a:avLst/>
          </a:prstGeom>
          <a:noFill/>
          <a:ln w="19050">
            <a:solidFill>
              <a:srgbClr val="C0000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661" name="角丸四角形 660">
            <a:extLst>
              <a:ext uri="{FF2B5EF4-FFF2-40B4-BE49-F238E27FC236}">
                <a16:creationId xmlns:a16="http://schemas.microsoft.com/office/drawing/2014/main" id="{867E89C3-D838-CA91-CC1D-44863ABE1B83}"/>
              </a:ext>
            </a:extLst>
          </p:cNvPr>
          <p:cNvSpPr/>
          <p:nvPr/>
        </p:nvSpPr>
        <p:spPr>
          <a:xfrm>
            <a:off x="5479840" y="-2424050"/>
            <a:ext cx="1083408" cy="8569922"/>
          </a:xfrm>
          <a:prstGeom prst="roundRect">
            <a:avLst/>
          </a:prstGeom>
          <a:noFill/>
          <a:ln w="19050">
            <a:solidFill>
              <a:srgbClr val="C0000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662" name="角丸四角形 661">
            <a:extLst>
              <a:ext uri="{FF2B5EF4-FFF2-40B4-BE49-F238E27FC236}">
                <a16:creationId xmlns:a16="http://schemas.microsoft.com/office/drawing/2014/main" id="{02688A1D-A400-B813-2536-0FE81500EAE4}"/>
              </a:ext>
            </a:extLst>
          </p:cNvPr>
          <p:cNvSpPr/>
          <p:nvPr/>
        </p:nvSpPr>
        <p:spPr>
          <a:xfrm>
            <a:off x="7661894" y="-2424050"/>
            <a:ext cx="1083408" cy="8569922"/>
          </a:xfrm>
          <a:prstGeom prst="roundRect">
            <a:avLst/>
          </a:prstGeom>
          <a:noFill/>
          <a:ln w="19050">
            <a:solidFill>
              <a:srgbClr val="C0000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56203975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角丸四角形 88">
            <a:extLst>
              <a:ext uri="{FF2B5EF4-FFF2-40B4-BE49-F238E27FC236}">
                <a16:creationId xmlns:a16="http://schemas.microsoft.com/office/drawing/2014/main" id="{B5AE7472-5F17-E678-4336-03B3399558AB}"/>
              </a:ext>
            </a:extLst>
          </p:cNvPr>
          <p:cNvSpPr/>
          <p:nvPr/>
        </p:nvSpPr>
        <p:spPr>
          <a:xfrm>
            <a:off x="8069449" y="1130462"/>
            <a:ext cx="1083408" cy="4645312"/>
          </a:xfrm>
          <a:prstGeom prst="roundRect">
            <a:avLst/>
          </a:prstGeom>
          <a:noFill/>
          <a:ln w="38100"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0" name="テキスト ボックス 89">
                <a:extLst>
                  <a:ext uri="{FF2B5EF4-FFF2-40B4-BE49-F238E27FC236}">
                    <a16:creationId xmlns:a16="http://schemas.microsoft.com/office/drawing/2014/main" id="{E27627E5-58C8-42E1-D64D-1AD56AA0C0B1}"/>
                  </a:ext>
                </a:extLst>
              </p:cNvPr>
              <p:cNvSpPr txBox="1"/>
              <p:nvPr/>
            </p:nvSpPr>
            <p:spPr>
              <a:xfrm>
                <a:off x="8503629" y="5625296"/>
                <a:ext cx="284758" cy="276999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ja-JP" b="0" i="1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ja-JP" b="0" i="1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  <m:t>𝑆</m:t>
                          </m:r>
                        </m:e>
                        <m:sub>
                          <m:r>
                            <a:rPr kumimoji="1" lang="en-US" altLang="ja-JP" b="0" i="1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kumimoji="1" lang="ja-JP" altLang="en-US"/>
              </a:p>
            </p:txBody>
          </p:sp>
        </mc:Choice>
        <mc:Fallback xmlns="">
          <p:sp>
            <p:nvSpPr>
              <p:cNvPr id="90" name="テキスト ボックス 89">
                <a:extLst>
                  <a:ext uri="{FF2B5EF4-FFF2-40B4-BE49-F238E27FC236}">
                    <a16:creationId xmlns:a16="http://schemas.microsoft.com/office/drawing/2014/main" id="{E27627E5-58C8-42E1-D64D-1AD56AA0C0B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503629" y="5625296"/>
                <a:ext cx="284758" cy="276999"/>
              </a:xfrm>
              <a:prstGeom prst="rect">
                <a:avLst/>
              </a:prstGeom>
              <a:blipFill>
                <a:blip r:embed="rId2"/>
                <a:stretch>
                  <a:fillRect l="-16667" b="-18182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7" name="角丸四角形 86">
            <a:extLst>
              <a:ext uri="{FF2B5EF4-FFF2-40B4-BE49-F238E27FC236}">
                <a16:creationId xmlns:a16="http://schemas.microsoft.com/office/drawing/2014/main" id="{CA7651E8-B762-BBE4-66AE-3A1C2FC4B176}"/>
              </a:ext>
            </a:extLst>
          </p:cNvPr>
          <p:cNvSpPr/>
          <p:nvPr/>
        </p:nvSpPr>
        <p:spPr>
          <a:xfrm>
            <a:off x="5805240" y="1130462"/>
            <a:ext cx="1083408" cy="4645312"/>
          </a:xfrm>
          <a:prstGeom prst="roundRect">
            <a:avLst/>
          </a:prstGeom>
          <a:noFill/>
          <a:ln w="38100"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8" name="テキスト ボックス 87">
                <a:extLst>
                  <a:ext uri="{FF2B5EF4-FFF2-40B4-BE49-F238E27FC236}">
                    <a16:creationId xmlns:a16="http://schemas.microsoft.com/office/drawing/2014/main" id="{666DEC34-08ED-8FDF-F789-19B4EF2EDC1C}"/>
                  </a:ext>
                </a:extLst>
              </p:cNvPr>
              <p:cNvSpPr txBox="1"/>
              <p:nvPr/>
            </p:nvSpPr>
            <p:spPr>
              <a:xfrm>
                <a:off x="6239420" y="5625296"/>
                <a:ext cx="284758" cy="276999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ja-JP" b="0" i="1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ja-JP" b="0" i="1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  <m:t>𝑆</m:t>
                          </m:r>
                        </m:e>
                        <m:sub>
                          <m:r>
                            <a:rPr kumimoji="1" lang="en-US" altLang="ja-JP" b="0" i="1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kumimoji="1" lang="ja-JP" altLang="en-US"/>
              </a:p>
            </p:txBody>
          </p:sp>
        </mc:Choice>
        <mc:Fallback xmlns="">
          <p:sp>
            <p:nvSpPr>
              <p:cNvPr id="88" name="テキスト ボックス 87">
                <a:extLst>
                  <a:ext uri="{FF2B5EF4-FFF2-40B4-BE49-F238E27FC236}">
                    <a16:creationId xmlns:a16="http://schemas.microsoft.com/office/drawing/2014/main" id="{666DEC34-08ED-8FDF-F789-19B4EF2EDC1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39420" y="5625296"/>
                <a:ext cx="284758" cy="276999"/>
              </a:xfrm>
              <a:prstGeom prst="rect">
                <a:avLst/>
              </a:prstGeom>
              <a:blipFill>
                <a:blip r:embed="rId3"/>
                <a:stretch>
                  <a:fillRect l="-17391" r="-4348" b="-18182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98" name="角丸四角形 297">
            <a:extLst>
              <a:ext uri="{FF2B5EF4-FFF2-40B4-BE49-F238E27FC236}">
                <a16:creationId xmlns:a16="http://schemas.microsoft.com/office/drawing/2014/main" id="{47356E7D-9EF7-E11A-D042-6853C0BADA42}"/>
              </a:ext>
            </a:extLst>
          </p:cNvPr>
          <p:cNvSpPr/>
          <p:nvPr/>
        </p:nvSpPr>
        <p:spPr>
          <a:xfrm>
            <a:off x="3545683" y="1130462"/>
            <a:ext cx="1083408" cy="4645312"/>
          </a:xfrm>
          <a:prstGeom prst="roundRect">
            <a:avLst/>
          </a:prstGeom>
          <a:noFill/>
          <a:ln w="38100"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96" name="角丸四角形 295">
            <a:extLst>
              <a:ext uri="{FF2B5EF4-FFF2-40B4-BE49-F238E27FC236}">
                <a16:creationId xmlns:a16="http://schemas.microsoft.com/office/drawing/2014/main" id="{A796074C-5DEC-C02D-5F6B-067126DA7F7E}"/>
              </a:ext>
            </a:extLst>
          </p:cNvPr>
          <p:cNvSpPr/>
          <p:nvPr/>
        </p:nvSpPr>
        <p:spPr>
          <a:xfrm>
            <a:off x="1229949" y="1135416"/>
            <a:ext cx="1083408" cy="4645312"/>
          </a:xfrm>
          <a:prstGeom prst="roundRect">
            <a:avLst/>
          </a:prstGeom>
          <a:noFill/>
          <a:ln w="38100"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8" name="円/楕円 7">
            <a:extLst>
              <a:ext uri="{FF2B5EF4-FFF2-40B4-BE49-F238E27FC236}">
                <a16:creationId xmlns:a16="http://schemas.microsoft.com/office/drawing/2014/main" id="{A0C68C5F-A61D-FC29-432F-D3EA805457A0}"/>
              </a:ext>
            </a:extLst>
          </p:cNvPr>
          <p:cNvSpPr/>
          <p:nvPr/>
        </p:nvSpPr>
        <p:spPr>
          <a:xfrm>
            <a:off x="3880023" y="1700266"/>
            <a:ext cx="360000" cy="360000"/>
          </a:xfrm>
          <a:prstGeom prst="ellipse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1" name="円/楕円 10">
            <a:extLst>
              <a:ext uri="{FF2B5EF4-FFF2-40B4-BE49-F238E27FC236}">
                <a16:creationId xmlns:a16="http://schemas.microsoft.com/office/drawing/2014/main" id="{48ED8423-BE6D-B2F3-DE88-E9F1A4B8973D}"/>
              </a:ext>
            </a:extLst>
          </p:cNvPr>
          <p:cNvSpPr/>
          <p:nvPr/>
        </p:nvSpPr>
        <p:spPr>
          <a:xfrm>
            <a:off x="3880023" y="3252737"/>
            <a:ext cx="360000" cy="360000"/>
          </a:xfrm>
          <a:prstGeom prst="ellipse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2" name="円/楕円 11">
            <a:extLst>
              <a:ext uri="{FF2B5EF4-FFF2-40B4-BE49-F238E27FC236}">
                <a16:creationId xmlns:a16="http://schemas.microsoft.com/office/drawing/2014/main" id="{3346A2A4-0F4B-C151-82AE-5ED38A957585}"/>
              </a:ext>
            </a:extLst>
          </p:cNvPr>
          <p:cNvSpPr/>
          <p:nvPr/>
        </p:nvSpPr>
        <p:spPr>
          <a:xfrm>
            <a:off x="3880023" y="4905966"/>
            <a:ext cx="360000" cy="360000"/>
          </a:xfrm>
          <a:prstGeom prst="ellipse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5" name="円/楕円 14">
            <a:extLst>
              <a:ext uri="{FF2B5EF4-FFF2-40B4-BE49-F238E27FC236}">
                <a16:creationId xmlns:a16="http://schemas.microsoft.com/office/drawing/2014/main" id="{57FA4CB0-3D72-AB2C-4912-CD1C0DA61122}"/>
              </a:ext>
            </a:extLst>
          </p:cNvPr>
          <p:cNvSpPr/>
          <p:nvPr/>
        </p:nvSpPr>
        <p:spPr>
          <a:xfrm>
            <a:off x="1588886" y="4882169"/>
            <a:ext cx="360000" cy="360000"/>
          </a:xfrm>
          <a:prstGeom prst="ellipse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22" name="直線コネクタ 21">
            <a:extLst>
              <a:ext uri="{FF2B5EF4-FFF2-40B4-BE49-F238E27FC236}">
                <a16:creationId xmlns:a16="http://schemas.microsoft.com/office/drawing/2014/main" id="{04876BC1-1ED6-AC9E-3DF5-038BCFC4462B}"/>
              </a:ext>
            </a:extLst>
          </p:cNvPr>
          <p:cNvCxnSpPr>
            <a:cxnSpLocks/>
            <a:endCxn id="12" idx="2"/>
          </p:cNvCxnSpPr>
          <p:nvPr/>
        </p:nvCxnSpPr>
        <p:spPr>
          <a:xfrm flipV="1">
            <a:off x="1952695" y="5085966"/>
            <a:ext cx="1927328" cy="12310"/>
          </a:xfrm>
          <a:prstGeom prst="line">
            <a:avLst/>
          </a:prstGeom>
          <a:ln w="571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8" name="テキスト ボックス 37">
                <a:extLst>
                  <a:ext uri="{FF2B5EF4-FFF2-40B4-BE49-F238E27FC236}">
                    <a16:creationId xmlns:a16="http://schemas.microsoft.com/office/drawing/2014/main" id="{AA4C7FBD-E184-C2C6-74E0-C86D3B616FA8}"/>
                  </a:ext>
                </a:extLst>
              </p:cNvPr>
              <p:cNvSpPr txBox="1"/>
              <p:nvPr/>
            </p:nvSpPr>
            <p:spPr>
              <a:xfrm>
                <a:off x="1313531" y="4869859"/>
                <a:ext cx="915361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ja-JP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ja-JP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  <m:sub>
                          <m:r>
                            <a:rPr kumimoji="1" lang="en-US" altLang="ja-JP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</m:oMath>
                  </m:oMathPara>
                </a14:m>
                <a:endParaRPr kumimoji="1" lang="ja-JP" altLang="en-US"/>
              </a:p>
            </p:txBody>
          </p:sp>
        </mc:Choice>
        <mc:Fallback xmlns="">
          <p:sp>
            <p:nvSpPr>
              <p:cNvPr id="38" name="テキスト ボックス 37">
                <a:extLst>
                  <a:ext uri="{FF2B5EF4-FFF2-40B4-BE49-F238E27FC236}">
                    <a16:creationId xmlns:a16="http://schemas.microsoft.com/office/drawing/2014/main" id="{AA4C7FBD-E184-C2C6-74E0-C86D3B616FA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13531" y="4869859"/>
                <a:ext cx="915361" cy="369332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1" name="テキスト ボックス 110">
                <a:extLst>
                  <a:ext uri="{FF2B5EF4-FFF2-40B4-BE49-F238E27FC236}">
                    <a16:creationId xmlns:a16="http://schemas.microsoft.com/office/drawing/2014/main" id="{E75B0484-6CAD-C65A-194B-2340194239D1}"/>
                  </a:ext>
                </a:extLst>
              </p:cNvPr>
              <p:cNvSpPr txBox="1"/>
              <p:nvPr/>
            </p:nvSpPr>
            <p:spPr>
              <a:xfrm>
                <a:off x="3730144" y="1667465"/>
                <a:ext cx="659757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ja-JP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ja-JP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  <m:sub>
                          <m:r>
                            <a:rPr kumimoji="1" lang="en-US" altLang="ja-JP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kumimoji="1" lang="ja-JP" altLang="en-US"/>
              </a:p>
            </p:txBody>
          </p:sp>
        </mc:Choice>
        <mc:Fallback xmlns="">
          <p:sp>
            <p:nvSpPr>
              <p:cNvPr id="111" name="テキスト ボックス 110">
                <a:extLst>
                  <a:ext uri="{FF2B5EF4-FFF2-40B4-BE49-F238E27FC236}">
                    <a16:creationId xmlns:a16="http://schemas.microsoft.com/office/drawing/2014/main" id="{E75B0484-6CAD-C65A-194B-2340194239D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30144" y="1667465"/>
                <a:ext cx="659757" cy="369332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17" name="直線コネクタ 116">
            <a:extLst>
              <a:ext uri="{FF2B5EF4-FFF2-40B4-BE49-F238E27FC236}">
                <a16:creationId xmlns:a16="http://schemas.microsoft.com/office/drawing/2014/main" id="{6B46BE10-5651-6841-326D-08DC83B42A64}"/>
              </a:ext>
            </a:extLst>
          </p:cNvPr>
          <p:cNvCxnSpPr>
            <a:cxnSpLocks/>
            <a:endCxn id="8" idx="2"/>
          </p:cNvCxnSpPr>
          <p:nvPr/>
        </p:nvCxnSpPr>
        <p:spPr>
          <a:xfrm flipV="1">
            <a:off x="1948886" y="1880266"/>
            <a:ext cx="1931137" cy="3205700"/>
          </a:xfrm>
          <a:prstGeom prst="line">
            <a:avLst/>
          </a:prstGeom>
          <a:ln w="190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97" name="テキスト ボックス 296">
                <a:extLst>
                  <a:ext uri="{FF2B5EF4-FFF2-40B4-BE49-F238E27FC236}">
                    <a16:creationId xmlns:a16="http://schemas.microsoft.com/office/drawing/2014/main" id="{E9CF1607-8D96-00C3-FFC8-24ED8CB11147}"/>
                  </a:ext>
                </a:extLst>
              </p:cNvPr>
              <p:cNvSpPr txBox="1"/>
              <p:nvPr/>
            </p:nvSpPr>
            <p:spPr>
              <a:xfrm>
                <a:off x="1664129" y="5630250"/>
                <a:ext cx="284757" cy="276999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ja-JP" b="0" i="1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ja-JP" b="0" i="1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  <m:t>𝑆</m:t>
                          </m:r>
                        </m:e>
                        <m:sub>
                          <m:r>
                            <a:rPr kumimoji="1" lang="en-US" altLang="ja-JP" b="0" i="1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</m:oMath>
                  </m:oMathPara>
                </a14:m>
                <a:endParaRPr kumimoji="1" lang="ja-JP" altLang="en-US"/>
              </a:p>
            </p:txBody>
          </p:sp>
        </mc:Choice>
        <mc:Fallback xmlns="">
          <p:sp>
            <p:nvSpPr>
              <p:cNvPr id="297" name="テキスト ボックス 296">
                <a:extLst>
                  <a:ext uri="{FF2B5EF4-FFF2-40B4-BE49-F238E27FC236}">
                    <a16:creationId xmlns:a16="http://schemas.microsoft.com/office/drawing/2014/main" id="{E9CF1607-8D96-00C3-FFC8-24ED8CB1114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64129" y="5630250"/>
                <a:ext cx="284757" cy="276999"/>
              </a:xfrm>
              <a:prstGeom prst="rect">
                <a:avLst/>
              </a:prstGeom>
              <a:blipFill>
                <a:blip r:embed="rId10"/>
                <a:stretch>
                  <a:fillRect l="-17391" r="-4348" b="-13043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99" name="テキスト ボックス 298">
                <a:extLst>
                  <a:ext uri="{FF2B5EF4-FFF2-40B4-BE49-F238E27FC236}">
                    <a16:creationId xmlns:a16="http://schemas.microsoft.com/office/drawing/2014/main" id="{6F32AD85-5F19-DFEA-15E2-2021F5A9C7FD}"/>
                  </a:ext>
                </a:extLst>
              </p:cNvPr>
              <p:cNvSpPr txBox="1"/>
              <p:nvPr/>
            </p:nvSpPr>
            <p:spPr>
              <a:xfrm>
                <a:off x="3981182" y="5653405"/>
                <a:ext cx="279435" cy="276999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ja-JP" b="0" i="1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ja-JP" b="0" i="1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  <m:t>𝑆</m:t>
                          </m:r>
                        </m:e>
                        <m:sub>
                          <m:r>
                            <a:rPr kumimoji="1" lang="en-US" altLang="ja-JP" b="0" i="1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kumimoji="1" lang="ja-JP" altLang="en-US"/>
              </a:p>
            </p:txBody>
          </p:sp>
        </mc:Choice>
        <mc:Fallback xmlns="">
          <p:sp>
            <p:nvSpPr>
              <p:cNvPr id="299" name="テキスト ボックス 298">
                <a:extLst>
                  <a:ext uri="{FF2B5EF4-FFF2-40B4-BE49-F238E27FC236}">
                    <a16:creationId xmlns:a16="http://schemas.microsoft.com/office/drawing/2014/main" id="{6F32AD85-5F19-DFEA-15E2-2021F5A9C7F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81182" y="5653405"/>
                <a:ext cx="279435" cy="276999"/>
              </a:xfrm>
              <a:prstGeom prst="rect">
                <a:avLst/>
              </a:prstGeom>
              <a:blipFill>
                <a:blip r:embed="rId11"/>
                <a:stretch>
                  <a:fillRect l="-13043" r="-4348" b="-8333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6" name="直線コネクタ 25">
            <a:extLst>
              <a:ext uri="{FF2B5EF4-FFF2-40B4-BE49-F238E27FC236}">
                <a16:creationId xmlns:a16="http://schemas.microsoft.com/office/drawing/2014/main" id="{1578185F-71BD-4A98-35F2-BD215CE15869}"/>
              </a:ext>
            </a:extLst>
          </p:cNvPr>
          <p:cNvCxnSpPr>
            <a:cxnSpLocks/>
            <a:stCxn id="15" idx="6"/>
            <a:endCxn id="11" idx="2"/>
          </p:cNvCxnSpPr>
          <p:nvPr/>
        </p:nvCxnSpPr>
        <p:spPr>
          <a:xfrm flipV="1">
            <a:off x="1948886" y="3432737"/>
            <a:ext cx="1931137" cy="1629432"/>
          </a:xfrm>
          <a:prstGeom prst="line">
            <a:avLst/>
          </a:prstGeom>
          <a:ln w="57150">
            <a:solidFill>
              <a:srgbClr val="FF0000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テキスト ボックス 4">
                <a:extLst>
                  <a:ext uri="{FF2B5EF4-FFF2-40B4-BE49-F238E27FC236}">
                    <a16:creationId xmlns:a16="http://schemas.microsoft.com/office/drawing/2014/main" id="{46A4A956-8AD1-7224-42D1-EF61298BB9F0}"/>
                  </a:ext>
                </a:extLst>
              </p:cNvPr>
              <p:cNvSpPr txBox="1"/>
              <p:nvPr/>
            </p:nvSpPr>
            <p:spPr>
              <a:xfrm>
                <a:off x="3738545" y="3212322"/>
                <a:ext cx="659757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ja-JP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ja-JP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  <m:sub>
                          <m:r>
                            <a:rPr kumimoji="1" lang="en-US" altLang="ja-JP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kumimoji="1" lang="ja-JP" altLang="en-US"/>
              </a:p>
            </p:txBody>
          </p:sp>
        </mc:Choice>
        <mc:Fallback xmlns="">
          <p:sp>
            <p:nvSpPr>
              <p:cNvPr id="5" name="テキスト ボックス 4">
                <a:extLst>
                  <a:ext uri="{FF2B5EF4-FFF2-40B4-BE49-F238E27FC236}">
                    <a16:creationId xmlns:a16="http://schemas.microsoft.com/office/drawing/2014/main" id="{46A4A956-8AD1-7224-42D1-EF61298BB9F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38545" y="3212322"/>
                <a:ext cx="659757" cy="369332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テキスト ボックス 5">
                <a:extLst>
                  <a:ext uri="{FF2B5EF4-FFF2-40B4-BE49-F238E27FC236}">
                    <a16:creationId xmlns:a16="http://schemas.microsoft.com/office/drawing/2014/main" id="{5D43C776-72B7-0045-E7F5-582DAEEDF8AF}"/>
                  </a:ext>
                </a:extLst>
              </p:cNvPr>
              <p:cNvSpPr txBox="1"/>
              <p:nvPr/>
            </p:nvSpPr>
            <p:spPr>
              <a:xfrm>
                <a:off x="3610742" y="4901300"/>
                <a:ext cx="915361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ja-JP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ja-JP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  <m:sub>
                          <m:r>
                            <a:rPr kumimoji="1" lang="en-US" altLang="ja-JP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</m:oMath>
                  </m:oMathPara>
                </a14:m>
                <a:endParaRPr kumimoji="1" lang="ja-JP" altLang="en-US"/>
              </a:p>
            </p:txBody>
          </p:sp>
        </mc:Choice>
        <mc:Fallback xmlns="">
          <p:sp>
            <p:nvSpPr>
              <p:cNvPr id="6" name="テキスト ボックス 5">
                <a:extLst>
                  <a:ext uri="{FF2B5EF4-FFF2-40B4-BE49-F238E27FC236}">
                    <a16:creationId xmlns:a16="http://schemas.microsoft.com/office/drawing/2014/main" id="{5D43C776-72B7-0045-E7F5-582DAEEDF8A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10742" y="4901300"/>
                <a:ext cx="915361" cy="369332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1" name="直線コネクタ 30">
            <a:extLst>
              <a:ext uri="{FF2B5EF4-FFF2-40B4-BE49-F238E27FC236}">
                <a16:creationId xmlns:a16="http://schemas.microsoft.com/office/drawing/2014/main" id="{0BA39949-7B2B-11C6-3832-729FF5371F96}"/>
              </a:ext>
            </a:extLst>
          </p:cNvPr>
          <p:cNvCxnSpPr>
            <a:cxnSpLocks/>
          </p:cNvCxnSpPr>
          <p:nvPr/>
        </p:nvCxnSpPr>
        <p:spPr>
          <a:xfrm flipV="1">
            <a:off x="4243832" y="5074067"/>
            <a:ext cx="1928500" cy="7233"/>
          </a:xfrm>
          <a:prstGeom prst="line">
            <a:avLst/>
          </a:prstGeom>
          <a:ln w="190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5" name="直線コネクタ 34">
            <a:extLst>
              <a:ext uri="{FF2B5EF4-FFF2-40B4-BE49-F238E27FC236}">
                <a16:creationId xmlns:a16="http://schemas.microsoft.com/office/drawing/2014/main" id="{B5996CD6-DEDD-F19B-F4FF-89B8439D04AD}"/>
              </a:ext>
            </a:extLst>
          </p:cNvPr>
          <p:cNvCxnSpPr>
            <a:cxnSpLocks/>
          </p:cNvCxnSpPr>
          <p:nvPr/>
        </p:nvCxnSpPr>
        <p:spPr>
          <a:xfrm flipV="1">
            <a:off x="4243832" y="3432737"/>
            <a:ext cx="1928500" cy="7233"/>
          </a:xfrm>
          <a:prstGeom prst="line">
            <a:avLst/>
          </a:prstGeom>
          <a:ln w="190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7" name="直線コネクタ 36">
            <a:extLst>
              <a:ext uri="{FF2B5EF4-FFF2-40B4-BE49-F238E27FC236}">
                <a16:creationId xmlns:a16="http://schemas.microsoft.com/office/drawing/2014/main" id="{485FBDF9-3E92-60F1-FAB7-1D12AEA55130}"/>
              </a:ext>
            </a:extLst>
          </p:cNvPr>
          <p:cNvCxnSpPr>
            <a:cxnSpLocks/>
          </p:cNvCxnSpPr>
          <p:nvPr/>
        </p:nvCxnSpPr>
        <p:spPr>
          <a:xfrm flipV="1">
            <a:off x="4255407" y="1880705"/>
            <a:ext cx="1928500" cy="7233"/>
          </a:xfrm>
          <a:prstGeom prst="line">
            <a:avLst/>
          </a:prstGeom>
          <a:ln w="190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4" name="直線コネクタ 43">
            <a:extLst>
              <a:ext uri="{FF2B5EF4-FFF2-40B4-BE49-F238E27FC236}">
                <a16:creationId xmlns:a16="http://schemas.microsoft.com/office/drawing/2014/main" id="{75B72C8A-D029-42F4-2255-297CAE651106}"/>
              </a:ext>
            </a:extLst>
          </p:cNvPr>
          <p:cNvCxnSpPr>
            <a:cxnSpLocks/>
          </p:cNvCxnSpPr>
          <p:nvPr/>
        </p:nvCxnSpPr>
        <p:spPr>
          <a:xfrm>
            <a:off x="4255407" y="1887938"/>
            <a:ext cx="1916925" cy="1537325"/>
          </a:xfrm>
          <a:prstGeom prst="line">
            <a:avLst/>
          </a:prstGeom>
          <a:ln w="190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6" name="直線コネクタ 45">
            <a:extLst>
              <a:ext uri="{FF2B5EF4-FFF2-40B4-BE49-F238E27FC236}">
                <a16:creationId xmlns:a16="http://schemas.microsoft.com/office/drawing/2014/main" id="{CCE8BA13-6FC9-2EA9-11C0-08D2469B9190}"/>
              </a:ext>
            </a:extLst>
          </p:cNvPr>
          <p:cNvCxnSpPr>
            <a:cxnSpLocks/>
          </p:cNvCxnSpPr>
          <p:nvPr/>
        </p:nvCxnSpPr>
        <p:spPr>
          <a:xfrm>
            <a:off x="4243832" y="1887618"/>
            <a:ext cx="1928500" cy="3179880"/>
          </a:xfrm>
          <a:prstGeom prst="line">
            <a:avLst/>
          </a:prstGeom>
          <a:ln w="190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0" name="直線コネクタ 49">
            <a:extLst>
              <a:ext uri="{FF2B5EF4-FFF2-40B4-BE49-F238E27FC236}">
                <a16:creationId xmlns:a16="http://schemas.microsoft.com/office/drawing/2014/main" id="{00653941-EE08-8DC9-786D-9C9136E14970}"/>
              </a:ext>
            </a:extLst>
          </p:cNvPr>
          <p:cNvCxnSpPr>
            <a:cxnSpLocks/>
          </p:cNvCxnSpPr>
          <p:nvPr/>
        </p:nvCxnSpPr>
        <p:spPr>
          <a:xfrm flipV="1">
            <a:off x="4254176" y="3439650"/>
            <a:ext cx="1918156" cy="1645266"/>
          </a:xfrm>
          <a:prstGeom prst="line">
            <a:avLst/>
          </a:prstGeom>
          <a:ln w="190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2" name="直線コネクタ 51">
            <a:extLst>
              <a:ext uri="{FF2B5EF4-FFF2-40B4-BE49-F238E27FC236}">
                <a16:creationId xmlns:a16="http://schemas.microsoft.com/office/drawing/2014/main" id="{9B3C7A78-920D-1EB4-0CFD-ACE7A4BA9C58}"/>
              </a:ext>
            </a:extLst>
          </p:cNvPr>
          <p:cNvCxnSpPr>
            <a:cxnSpLocks/>
          </p:cNvCxnSpPr>
          <p:nvPr/>
        </p:nvCxnSpPr>
        <p:spPr>
          <a:xfrm flipV="1">
            <a:off x="4267287" y="1839254"/>
            <a:ext cx="1926752" cy="3233443"/>
          </a:xfrm>
          <a:prstGeom prst="line">
            <a:avLst/>
          </a:prstGeom>
          <a:ln w="571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4" name="直線コネクタ 53">
            <a:extLst>
              <a:ext uri="{FF2B5EF4-FFF2-40B4-BE49-F238E27FC236}">
                <a16:creationId xmlns:a16="http://schemas.microsoft.com/office/drawing/2014/main" id="{7C122287-F75C-0914-1B34-008C3D95D721}"/>
              </a:ext>
            </a:extLst>
          </p:cNvPr>
          <p:cNvCxnSpPr>
            <a:cxnSpLocks/>
          </p:cNvCxnSpPr>
          <p:nvPr/>
        </p:nvCxnSpPr>
        <p:spPr>
          <a:xfrm flipV="1">
            <a:off x="4267818" y="1886568"/>
            <a:ext cx="1904514" cy="1563128"/>
          </a:xfrm>
          <a:prstGeom prst="line">
            <a:avLst/>
          </a:prstGeom>
          <a:ln w="57150">
            <a:solidFill>
              <a:srgbClr val="FF0000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6" name="直線コネクタ 55">
            <a:extLst>
              <a:ext uri="{FF2B5EF4-FFF2-40B4-BE49-F238E27FC236}">
                <a16:creationId xmlns:a16="http://schemas.microsoft.com/office/drawing/2014/main" id="{B5DBB066-EF35-13A3-2A11-B00FAA96D7FE}"/>
              </a:ext>
            </a:extLst>
          </p:cNvPr>
          <p:cNvCxnSpPr>
            <a:cxnSpLocks/>
          </p:cNvCxnSpPr>
          <p:nvPr/>
        </p:nvCxnSpPr>
        <p:spPr>
          <a:xfrm>
            <a:off x="4278223" y="3447389"/>
            <a:ext cx="1915816" cy="1643390"/>
          </a:xfrm>
          <a:prstGeom prst="line">
            <a:avLst/>
          </a:prstGeom>
          <a:ln w="190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9" name="円/楕円 58">
            <a:extLst>
              <a:ext uri="{FF2B5EF4-FFF2-40B4-BE49-F238E27FC236}">
                <a16:creationId xmlns:a16="http://schemas.microsoft.com/office/drawing/2014/main" id="{540991A3-8095-FBAB-D485-CCD4C0BF8F7B}"/>
              </a:ext>
            </a:extLst>
          </p:cNvPr>
          <p:cNvSpPr/>
          <p:nvPr/>
        </p:nvSpPr>
        <p:spPr>
          <a:xfrm>
            <a:off x="6183262" y="1668825"/>
            <a:ext cx="360000" cy="360000"/>
          </a:xfrm>
          <a:prstGeom prst="ellipse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60" name="円/楕円 59">
            <a:extLst>
              <a:ext uri="{FF2B5EF4-FFF2-40B4-BE49-F238E27FC236}">
                <a16:creationId xmlns:a16="http://schemas.microsoft.com/office/drawing/2014/main" id="{CF4AD9B9-85AD-3FD0-B28B-E8799A9F6EA6}"/>
              </a:ext>
            </a:extLst>
          </p:cNvPr>
          <p:cNvSpPr/>
          <p:nvPr/>
        </p:nvSpPr>
        <p:spPr>
          <a:xfrm>
            <a:off x="6183262" y="3221296"/>
            <a:ext cx="360000" cy="360000"/>
          </a:xfrm>
          <a:prstGeom prst="ellipse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61" name="円/楕円 60">
            <a:extLst>
              <a:ext uri="{FF2B5EF4-FFF2-40B4-BE49-F238E27FC236}">
                <a16:creationId xmlns:a16="http://schemas.microsoft.com/office/drawing/2014/main" id="{08461246-E79B-37E4-7DF3-1EB23F6B7975}"/>
              </a:ext>
            </a:extLst>
          </p:cNvPr>
          <p:cNvSpPr/>
          <p:nvPr/>
        </p:nvSpPr>
        <p:spPr>
          <a:xfrm>
            <a:off x="6183262" y="4874525"/>
            <a:ext cx="360000" cy="360000"/>
          </a:xfrm>
          <a:prstGeom prst="ellipse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5" name="テキスト ボックス 64">
                <a:extLst>
                  <a:ext uri="{FF2B5EF4-FFF2-40B4-BE49-F238E27FC236}">
                    <a16:creationId xmlns:a16="http://schemas.microsoft.com/office/drawing/2014/main" id="{49EA9311-FEAE-6248-278A-452006D59209}"/>
                  </a:ext>
                </a:extLst>
              </p:cNvPr>
              <p:cNvSpPr txBox="1"/>
              <p:nvPr/>
            </p:nvSpPr>
            <p:spPr>
              <a:xfrm>
                <a:off x="6033383" y="1636024"/>
                <a:ext cx="659757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ja-JP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ja-JP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  <m:sub>
                          <m:r>
                            <a:rPr kumimoji="1" lang="en-US" altLang="ja-JP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kumimoji="1" lang="ja-JP" altLang="en-US"/>
              </a:p>
            </p:txBody>
          </p:sp>
        </mc:Choice>
        <mc:Fallback xmlns="">
          <p:sp>
            <p:nvSpPr>
              <p:cNvPr id="65" name="テキスト ボックス 64">
                <a:extLst>
                  <a:ext uri="{FF2B5EF4-FFF2-40B4-BE49-F238E27FC236}">
                    <a16:creationId xmlns:a16="http://schemas.microsoft.com/office/drawing/2014/main" id="{49EA9311-FEAE-6248-278A-452006D5920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33383" y="1636024"/>
                <a:ext cx="659757" cy="369332"/>
              </a:xfrm>
              <a:prstGeom prst="rect">
                <a:avLst/>
              </a:prstGeom>
              <a:blipFill>
                <a:blip r:embed="rId1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6" name="テキスト ボックス 65">
                <a:extLst>
                  <a:ext uri="{FF2B5EF4-FFF2-40B4-BE49-F238E27FC236}">
                    <a16:creationId xmlns:a16="http://schemas.microsoft.com/office/drawing/2014/main" id="{EA7B987C-E175-D35F-4398-657D7DC9AB43}"/>
                  </a:ext>
                </a:extLst>
              </p:cNvPr>
              <p:cNvSpPr txBox="1"/>
              <p:nvPr/>
            </p:nvSpPr>
            <p:spPr>
              <a:xfrm>
                <a:off x="6041784" y="3180881"/>
                <a:ext cx="659757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ja-JP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ja-JP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  <m:sub>
                          <m:r>
                            <a:rPr kumimoji="1" lang="en-US" altLang="ja-JP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kumimoji="1" lang="ja-JP" altLang="en-US"/>
              </a:p>
            </p:txBody>
          </p:sp>
        </mc:Choice>
        <mc:Fallback xmlns="">
          <p:sp>
            <p:nvSpPr>
              <p:cNvPr id="66" name="テキスト ボックス 65">
                <a:extLst>
                  <a:ext uri="{FF2B5EF4-FFF2-40B4-BE49-F238E27FC236}">
                    <a16:creationId xmlns:a16="http://schemas.microsoft.com/office/drawing/2014/main" id="{EA7B987C-E175-D35F-4398-657D7DC9AB4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41784" y="3180881"/>
                <a:ext cx="659757" cy="369332"/>
              </a:xfrm>
              <a:prstGeom prst="rect">
                <a:avLst/>
              </a:prstGeom>
              <a:blipFill>
                <a:blip r:embed="rId1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7" name="テキスト ボックス 66">
                <a:extLst>
                  <a:ext uri="{FF2B5EF4-FFF2-40B4-BE49-F238E27FC236}">
                    <a16:creationId xmlns:a16="http://schemas.microsoft.com/office/drawing/2014/main" id="{8EAA652C-5C51-A9BD-A411-F667F83824A9}"/>
                  </a:ext>
                </a:extLst>
              </p:cNvPr>
              <p:cNvSpPr txBox="1"/>
              <p:nvPr/>
            </p:nvSpPr>
            <p:spPr>
              <a:xfrm>
                <a:off x="5913981" y="4869859"/>
                <a:ext cx="915361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ja-JP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ja-JP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  <m:sub>
                          <m:r>
                            <a:rPr kumimoji="1" lang="en-US" altLang="ja-JP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</m:oMath>
                  </m:oMathPara>
                </a14:m>
                <a:endParaRPr kumimoji="1" lang="ja-JP" altLang="en-US"/>
              </a:p>
            </p:txBody>
          </p:sp>
        </mc:Choice>
        <mc:Fallback xmlns="">
          <p:sp>
            <p:nvSpPr>
              <p:cNvPr id="67" name="テキスト ボックス 66">
                <a:extLst>
                  <a:ext uri="{FF2B5EF4-FFF2-40B4-BE49-F238E27FC236}">
                    <a16:creationId xmlns:a16="http://schemas.microsoft.com/office/drawing/2014/main" id="{8EAA652C-5C51-A9BD-A411-F667F83824A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13981" y="4869859"/>
                <a:ext cx="915361" cy="369332"/>
              </a:xfrm>
              <a:prstGeom prst="rect">
                <a:avLst/>
              </a:prstGeom>
              <a:blipFill>
                <a:blip r:embed="rId1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2" name="テキスト ボックス 91">
                <a:extLst>
                  <a:ext uri="{FF2B5EF4-FFF2-40B4-BE49-F238E27FC236}">
                    <a16:creationId xmlns:a16="http://schemas.microsoft.com/office/drawing/2014/main" id="{ECE0AA0A-7353-27A7-B5CB-F3623054B23E}"/>
                  </a:ext>
                </a:extLst>
              </p:cNvPr>
              <p:cNvSpPr txBox="1"/>
              <p:nvPr/>
            </p:nvSpPr>
            <p:spPr>
              <a:xfrm rot="18989606">
                <a:off x="2862356" y="4068439"/>
                <a:ext cx="286938" cy="215444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ja-JP" sz="14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kumimoji="1" lang="en-US" altLang="ja-JP" sz="1400" b="0" i="1" smtClean="0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kumimoji="1" lang="en-US" altLang="ja-JP" sz="1400" b="0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5</m:t>
                      </m:r>
                    </m:oMath>
                  </m:oMathPara>
                </a14:m>
                <a:endParaRPr kumimoji="1" lang="ja-JP" altLang="en-US" sz="1400"/>
              </a:p>
            </p:txBody>
          </p:sp>
        </mc:Choice>
        <mc:Fallback xmlns="">
          <p:sp>
            <p:nvSpPr>
              <p:cNvPr id="92" name="テキスト ボックス 91">
                <a:extLst>
                  <a:ext uri="{FF2B5EF4-FFF2-40B4-BE49-F238E27FC236}">
                    <a16:creationId xmlns:a16="http://schemas.microsoft.com/office/drawing/2014/main" id="{ECE0AA0A-7353-27A7-B5CB-F3623054B23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18989606">
                <a:off x="2862356" y="4068439"/>
                <a:ext cx="286938" cy="215444"/>
              </a:xfrm>
              <a:prstGeom prst="rect">
                <a:avLst/>
              </a:prstGeom>
              <a:blipFill>
                <a:blip r:embed="rId17"/>
                <a:stretch>
                  <a:fillRect l="-3333" t="-6667" r="-6667" b="-6667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3" name="テキスト ボックス 92">
                <a:extLst>
                  <a:ext uri="{FF2B5EF4-FFF2-40B4-BE49-F238E27FC236}">
                    <a16:creationId xmlns:a16="http://schemas.microsoft.com/office/drawing/2014/main" id="{2239DD29-119E-D709-5247-7E85FFF083A4}"/>
                  </a:ext>
                </a:extLst>
              </p:cNvPr>
              <p:cNvSpPr txBox="1"/>
              <p:nvPr/>
            </p:nvSpPr>
            <p:spPr>
              <a:xfrm>
                <a:off x="2637472" y="4988967"/>
                <a:ext cx="286937" cy="215444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ja-JP" sz="14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0</m:t>
                      </m:r>
                      <m:r>
                        <a:rPr kumimoji="1" lang="en-US" altLang="ja-JP" sz="1400" b="0" i="1" smtClean="0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kumimoji="1" lang="en-US" altLang="ja-JP" sz="1400" b="0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kumimoji="1" lang="ja-JP" altLang="en-US" sz="1400"/>
              </a:p>
            </p:txBody>
          </p:sp>
        </mc:Choice>
        <mc:Fallback xmlns="">
          <p:sp>
            <p:nvSpPr>
              <p:cNvPr id="93" name="テキスト ボックス 92">
                <a:extLst>
                  <a:ext uri="{FF2B5EF4-FFF2-40B4-BE49-F238E27FC236}">
                    <a16:creationId xmlns:a16="http://schemas.microsoft.com/office/drawing/2014/main" id="{2239DD29-119E-D709-5247-7E85FFF083A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37472" y="4988967"/>
                <a:ext cx="286937" cy="215444"/>
              </a:xfrm>
              <a:prstGeom prst="rect">
                <a:avLst/>
              </a:prstGeom>
              <a:blipFill>
                <a:blip r:embed="rId18"/>
                <a:stretch>
                  <a:fillRect l="-12500" r="-8333" b="-5556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4" name="テキスト ボックス 93">
                <a:extLst>
                  <a:ext uri="{FF2B5EF4-FFF2-40B4-BE49-F238E27FC236}">
                    <a16:creationId xmlns:a16="http://schemas.microsoft.com/office/drawing/2014/main" id="{BB22CEA2-1678-4E27-6920-212C294DA8E0}"/>
                  </a:ext>
                </a:extLst>
              </p:cNvPr>
              <p:cNvSpPr txBox="1"/>
              <p:nvPr/>
            </p:nvSpPr>
            <p:spPr>
              <a:xfrm rot="18176669">
                <a:off x="2330323" y="4005036"/>
                <a:ext cx="386324" cy="215444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ja-JP" sz="14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kumimoji="1" lang="en-US" altLang="ja-JP" sz="1400" b="0" i="1" smtClean="0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kumimoji="1" lang="en-US" altLang="ja-JP" sz="1400" b="0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10</m:t>
                      </m:r>
                    </m:oMath>
                  </m:oMathPara>
                </a14:m>
                <a:endParaRPr kumimoji="1" lang="ja-JP" altLang="en-US" sz="1400"/>
              </a:p>
            </p:txBody>
          </p:sp>
        </mc:Choice>
        <mc:Fallback xmlns="">
          <p:sp>
            <p:nvSpPr>
              <p:cNvPr id="94" name="テキスト ボックス 93">
                <a:extLst>
                  <a:ext uri="{FF2B5EF4-FFF2-40B4-BE49-F238E27FC236}">
                    <a16:creationId xmlns:a16="http://schemas.microsoft.com/office/drawing/2014/main" id="{BB22CEA2-1678-4E27-6920-212C294DA8E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18176669">
                <a:off x="2330323" y="4005036"/>
                <a:ext cx="386324" cy="215444"/>
              </a:xfrm>
              <a:prstGeom prst="rect">
                <a:avLst/>
              </a:prstGeom>
              <a:blipFill>
                <a:blip r:embed="rId19"/>
                <a:stretch>
                  <a:fillRect t="-2778" r="-6061" b="-5556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5" name="テキスト ボックス 94">
                <a:extLst>
                  <a:ext uri="{FF2B5EF4-FFF2-40B4-BE49-F238E27FC236}">
                    <a16:creationId xmlns:a16="http://schemas.microsoft.com/office/drawing/2014/main" id="{9FBC3E04-E6F9-7A27-9F0D-4F0549C43706}"/>
                  </a:ext>
                </a:extLst>
              </p:cNvPr>
              <p:cNvSpPr txBox="1"/>
              <p:nvPr/>
            </p:nvSpPr>
            <p:spPr>
              <a:xfrm>
                <a:off x="5092210" y="4987697"/>
                <a:ext cx="286937" cy="215444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ja-JP" sz="14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0</m:t>
                      </m:r>
                      <m:r>
                        <a:rPr kumimoji="1" lang="en-US" altLang="ja-JP" sz="1400" b="0" i="1" smtClean="0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kumimoji="1" lang="en-US" altLang="ja-JP" sz="1400" b="0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kumimoji="1" lang="ja-JP" altLang="en-US" sz="1400"/>
              </a:p>
            </p:txBody>
          </p:sp>
        </mc:Choice>
        <mc:Fallback xmlns="">
          <p:sp>
            <p:nvSpPr>
              <p:cNvPr id="95" name="テキスト ボックス 94">
                <a:extLst>
                  <a:ext uri="{FF2B5EF4-FFF2-40B4-BE49-F238E27FC236}">
                    <a16:creationId xmlns:a16="http://schemas.microsoft.com/office/drawing/2014/main" id="{9FBC3E04-E6F9-7A27-9F0D-4F0549C4370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92210" y="4987697"/>
                <a:ext cx="286937" cy="215444"/>
              </a:xfrm>
              <a:prstGeom prst="rect">
                <a:avLst/>
              </a:prstGeom>
              <a:blipFill>
                <a:blip r:embed="rId20"/>
                <a:stretch>
                  <a:fillRect l="-8333" r="-12500" b="-5556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9" name="テキスト ボックス 98">
                <a:extLst>
                  <a:ext uri="{FF2B5EF4-FFF2-40B4-BE49-F238E27FC236}">
                    <a16:creationId xmlns:a16="http://schemas.microsoft.com/office/drawing/2014/main" id="{8217E635-AD5C-B86D-02C2-06F1700D3A1C}"/>
                  </a:ext>
                </a:extLst>
              </p:cNvPr>
              <p:cNvSpPr txBox="1"/>
              <p:nvPr/>
            </p:nvSpPr>
            <p:spPr>
              <a:xfrm>
                <a:off x="4684077" y="3353784"/>
                <a:ext cx="286937" cy="215444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ja-JP" sz="14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0</m:t>
                      </m:r>
                      <m:r>
                        <a:rPr kumimoji="1" lang="en-US" altLang="ja-JP" sz="1400" b="0" i="1" smtClean="0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kumimoji="1" lang="en-US" altLang="ja-JP" sz="1400" b="0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kumimoji="1" lang="ja-JP" altLang="en-US" sz="1400"/>
              </a:p>
            </p:txBody>
          </p:sp>
        </mc:Choice>
        <mc:Fallback xmlns="">
          <p:sp>
            <p:nvSpPr>
              <p:cNvPr id="99" name="テキスト ボックス 98">
                <a:extLst>
                  <a:ext uri="{FF2B5EF4-FFF2-40B4-BE49-F238E27FC236}">
                    <a16:creationId xmlns:a16="http://schemas.microsoft.com/office/drawing/2014/main" id="{8217E635-AD5C-B86D-02C2-06F1700D3A1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84077" y="3353784"/>
                <a:ext cx="286937" cy="215444"/>
              </a:xfrm>
              <a:prstGeom prst="rect">
                <a:avLst/>
              </a:prstGeom>
              <a:blipFill>
                <a:blip r:embed="rId21"/>
                <a:stretch>
                  <a:fillRect l="-8333" r="-12500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0" name="テキスト ボックス 99">
                <a:extLst>
                  <a:ext uri="{FF2B5EF4-FFF2-40B4-BE49-F238E27FC236}">
                    <a16:creationId xmlns:a16="http://schemas.microsoft.com/office/drawing/2014/main" id="{F253A6ED-C3E4-C6F3-4BDC-E6B5166C0B4A}"/>
                  </a:ext>
                </a:extLst>
              </p:cNvPr>
              <p:cNvSpPr txBox="1"/>
              <p:nvPr/>
            </p:nvSpPr>
            <p:spPr>
              <a:xfrm>
                <a:off x="5027031" y="1795609"/>
                <a:ext cx="286937" cy="215444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ja-JP" sz="14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0</m:t>
                      </m:r>
                      <m:r>
                        <a:rPr kumimoji="1" lang="en-US" altLang="ja-JP" sz="1400" b="0" i="1" smtClean="0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kumimoji="1" lang="en-US" altLang="ja-JP" sz="1400" b="0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kumimoji="1" lang="ja-JP" altLang="en-US" sz="1400"/>
              </a:p>
            </p:txBody>
          </p:sp>
        </mc:Choice>
        <mc:Fallback xmlns="">
          <p:sp>
            <p:nvSpPr>
              <p:cNvPr id="100" name="テキスト ボックス 99">
                <a:extLst>
                  <a:ext uri="{FF2B5EF4-FFF2-40B4-BE49-F238E27FC236}">
                    <a16:creationId xmlns:a16="http://schemas.microsoft.com/office/drawing/2014/main" id="{F253A6ED-C3E4-C6F3-4BDC-E6B5166C0B4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27031" y="1795609"/>
                <a:ext cx="286937" cy="215444"/>
              </a:xfrm>
              <a:prstGeom prst="rect">
                <a:avLst/>
              </a:prstGeom>
              <a:blipFill>
                <a:blip r:embed="rId22"/>
                <a:stretch>
                  <a:fillRect l="-13043" r="-8696" b="-5556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2" name="テキスト ボックス 101">
                <a:extLst>
                  <a:ext uri="{FF2B5EF4-FFF2-40B4-BE49-F238E27FC236}">
                    <a16:creationId xmlns:a16="http://schemas.microsoft.com/office/drawing/2014/main" id="{526CE767-84C8-0EBF-465F-5600468E471F}"/>
                  </a:ext>
                </a:extLst>
              </p:cNvPr>
              <p:cNvSpPr txBox="1"/>
              <p:nvPr/>
            </p:nvSpPr>
            <p:spPr>
              <a:xfrm rot="2429845">
                <a:off x="4722131" y="2248433"/>
                <a:ext cx="286937" cy="215444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ja-JP" sz="14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0</m:t>
                      </m:r>
                      <m:r>
                        <a:rPr kumimoji="1" lang="en-US" altLang="ja-JP" sz="1400" b="0" i="1" smtClean="0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kumimoji="1" lang="en-US" altLang="ja-JP" sz="1400" b="0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kumimoji="1" lang="ja-JP" altLang="en-US" sz="1400"/>
              </a:p>
            </p:txBody>
          </p:sp>
        </mc:Choice>
        <mc:Fallback xmlns="">
          <p:sp>
            <p:nvSpPr>
              <p:cNvPr id="102" name="テキスト ボックス 101">
                <a:extLst>
                  <a:ext uri="{FF2B5EF4-FFF2-40B4-BE49-F238E27FC236}">
                    <a16:creationId xmlns:a16="http://schemas.microsoft.com/office/drawing/2014/main" id="{526CE767-84C8-0EBF-465F-5600468E471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2429845">
                <a:off x="4722131" y="2248433"/>
                <a:ext cx="286937" cy="215444"/>
              </a:xfrm>
              <a:prstGeom prst="rect">
                <a:avLst/>
              </a:prstGeom>
              <a:blipFill>
                <a:blip r:embed="rId23"/>
                <a:stretch>
                  <a:fillRect l="-6667" b="-6897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3" name="テキスト ボックス 102">
                <a:extLst>
                  <a:ext uri="{FF2B5EF4-FFF2-40B4-BE49-F238E27FC236}">
                    <a16:creationId xmlns:a16="http://schemas.microsoft.com/office/drawing/2014/main" id="{195502A6-7967-EB31-BA31-BA2628A7474D}"/>
                  </a:ext>
                </a:extLst>
              </p:cNvPr>
              <p:cNvSpPr txBox="1"/>
              <p:nvPr/>
            </p:nvSpPr>
            <p:spPr>
              <a:xfrm rot="3542106">
                <a:off x="4639468" y="2646932"/>
                <a:ext cx="286937" cy="215444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ja-JP" sz="14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0</m:t>
                      </m:r>
                      <m:r>
                        <a:rPr kumimoji="1" lang="en-US" altLang="ja-JP" sz="1400" b="0" i="1" smtClean="0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kumimoji="1" lang="en-US" altLang="ja-JP" sz="1400" b="0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kumimoji="1" lang="ja-JP" altLang="en-US" sz="1400"/>
              </a:p>
            </p:txBody>
          </p:sp>
        </mc:Choice>
        <mc:Fallback xmlns="">
          <p:sp>
            <p:nvSpPr>
              <p:cNvPr id="103" name="テキスト ボックス 102">
                <a:extLst>
                  <a:ext uri="{FF2B5EF4-FFF2-40B4-BE49-F238E27FC236}">
                    <a16:creationId xmlns:a16="http://schemas.microsoft.com/office/drawing/2014/main" id="{195502A6-7967-EB31-BA31-BA2628A7474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3542106">
                <a:off x="4639468" y="2646932"/>
                <a:ext cx="286937" cy="215444"/>
              </a:xfrm>
              <a:prstGeom prst="rect">
                <a:avLst/>
              </a:prstGeom>
              <a:blipFill>
                <a:blip r:embed="rId24"/>
                <a:stretch>
                  <a:fillRect l="-7407" t="-3333" b="-6667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4" name="テキスト ボックス 103">
                <a:extLst>
                  <a:ext uri="{FF2B5EF4-FFF2-40B4-BE49-F238E27FC236}">
                    <a16:creationId xmlns:a16="http://schemas.microsoft.com/office/drawing/2014/main" id="{B2A19577-4E6E-6EE6-063B-46A9211B219B}"/>
                  </a:ext>
                </a:extLst>
              </p:cNvPr>
              <p:cNvSpPr txBox="1"/>
              <p:nvPr/>
            </p:nvSpPr>
            <p:spPr>
              <a:xfrm rot="2161500">
                <a:off x="5386499" y="4428147"/>
                <a:ext cx="286937" cy="215444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ja-JP" sz="14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0</m:t>
                      </m:r>
                      <m:r>
                        <a:rPr kumimoji="1" lang="en-US" altLang="ja-JP" sz="1400" b="0" i="1" smtClean="0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kumimoji="1" lang="en-US" altLang="ja-JP" sz="1400" b="0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kumimoji="1" lang="ja-JP" altLang="en-US" sz="1400"/>
              </a:p>
            </p:txBody>
          </p:sp>
        </mc:Choice>
        <mc:Fallback xmlns="">
          <p:sp>
            <p:nvSpPr>
              <p:cNvPr id="104" name="テキスト ボックス 103">
                <a:extLst>
                  <a:ext uri="{FF2B5EF4-FFF2-40B4-BE49-F238E27FC236}">
                    <a16:creationId xmlns:a16="http://schemas.microsoft.com/office/drawing/2014/main" id="{B2A19577-4E6E-6EE6-063B-46A9211B219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2161500">
                <a:off x="5386499" y="4428147"/>
                <a:ext cx="286937" cy="215444"/>
              </a:xfrm>
              <a:prstGeom prst="rect">
                <a:avLst/>
              </a:prstGeom>
              <a:blipFill>
                <a:blip r:embed="rId25"/>
                <a:stretch>
                  <a:fillRect l="-6667" r="-3333" b="-3448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5" name="テキスト ボックス 104">
                <a:extLst>
                  <a:ext uri="{FF2B5EF4-FFF2-40B4-BE49-F238E27FC236}">
                    <a16:creationId xmlns:a16="http://schemas.microsoft.com/office/drawing/2014/main" id="{8C82AE40-D289-999A-69B3-A38484F6B179}"/>
                  </a:ext>
                </a:extLst>
              </p:cNvPr>
              <p:cNvSpPr txBox="1"/>
              <p:nvPr/>
            </p:nvSpPr>
            <p:spPr>
              <a:xfrm rot="19209458">
                <a:off x="5361527" y="2310023"/>
                <a:ext cx="286937" cy="215444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ja-JP" sz="14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kumimoji="1" lang="en-US" altLang="ja-JP" sz="1400" b="0" i="1" smtClean="0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kumimoji="1" lang="en-US" altLang="ja-JP" sz="1400" b="0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kumimoji="1" lang="ja-JP" altLang="en-US" sz="1400"/>
              </a:p>
            </p:txBody>
          </p:sp>
        </mc:Choice>
        <mc:Fallback xmlns="">
          <p:sp>
            <p:nvSpPr>
              <p:cNvPr id="105" name="テキスト ボックス 104">
                <a:extLst>
                  <a:ext uri="{FF2B5EF4-FFF2-40B4-BE49-F238E27FC236}">
                    <a16:creationId xmlns:a16="http://schemas.microsoft.com/office/drawing/2014/main" id="{8C82AE40-D289-999A-69B3-A38484F6B17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19209458">
                <a:off x="5361527" y="2310023"/>
                <a:ext cx="286937" cy="215444"/>
              </a:xfrm>
              <a:prstGeom prst="rect">
                <a:avLst/>
              </a:prstGeom>
              <a:blipFill>
                <a:blip r:embed="rId26"/>
                <a:stretch>
                  <a:fillRect l="-3448" r="-6897" b="-6897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6" name="テキスト ボックス 105">
                <a:extLst>
                  <a:ext uri="{FF2B5EF4-FFF2-40B4-BE49-F238E27FC236}">
                    <a16:creationId xmlns:a16="http://schemas.microsoft.com/office/drawing/2014/main" id="{EB09F4A6-A408-7CD4-763F-DCF6572D9E24}"/>
                  </a:ext>
                </a:extLst>
              </p:cNvPr>
              <p:cNvSpPr txBox="1"/>
              <p:nvPr/>
            </p:nvSpPr>
            <p:spPr>
              <a:xfrm rot="19209458">
                <a:off x="4781738" y="4434974"/>
                <a:ext cx="286937" cy="215444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ja-JP" sz="14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kumimoji="1" lang="en-US" altLang="ja-JP" sz="1400" b="0" i="1" smtClean="0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kumimoji="1" lang="en-US" altLang="ja-JP" sz="1400" b="0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kumimoji="1" lang="ja-JP" altLang="en-US" sz="1400"/>
              </a:p>
            </p:txBody>
          </p:sp>
        </mc:Choice>
        <mc:Fallback xmlns="">
          <p:sp>
            <p:nvSpPr>
              <p:cNvPr id="106" name="テキスト ボックス 105">
                <a:extLst>
                  <a:ext uri="{FF2B5EF4-FFF2-40B4-BE49-F238E27FC236}">
                    <a16:creationId xmlns:a16="http://schemas.microsoft.com/office/drawing/2014/main" id="{EB09F4A6-A408-7CD4-763F-DCF6572D9E2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19209458">
                <a:off x="4781738" y="4434974"/>
                <a:ext cx="286937" cy="215444"/>
              </a:xfrm>
              <a:prstGeom prst="rect">
                <a:avLst/>
              </a:prstGeom>
              <a:blipFill>
                <a:blip r:embed="rId27"/>
                <a:stretch>
                  <a:fillRect l="-3333" r="-6667" b="-6897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7" name="テキスト ボックス 106">
                <a:extLst>
                  <a:ext uri="{FF2B5EF4-FFF2-40B4-BE49-F238E27FC236}">
                    <a16:creationId xmlns:a16="http://schemas.microsoft.com/office/drawing/2014/main" id="{9F519218-0A64-4176-C660-C364D04BBBAC}"/>
                  </a:ext>
                </a:extLst>
              </p:cNvPr>
              <p:cNvSpPr txBox="1"/>
              <p:nvPr/>
            </p:nvSpPr>
            <p:spPr>
              <a:xfrm rot="18037376">
                <a:off x="5245050" y="3075923"/>
                <a:ext cx="286937" cy="215444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ja-JP" sz="1400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kumimoji="1" lang="en-US" altLang="ja-JP" sz="1400" b="0" i="1" smtClean="0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altLang="ja-JP" sz="1400" i="1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2</m:t>
                      </m:r>
                    </m:oMath>
                  </m:oMathPara>
                </a14:m>
                <a:endParaRPr kumimoji="1" lang="ja-JP" altLang="en-US" sz="1400"/>
              </a:p>
            </p:txBody>
          </p:sp>
        </mc:Choice>
        <mc:Fallback xmlns="">
          <p:sp>
            <p:nvSpPr>
              <p:cNvPr id="107" name="テキスト ボックス 106">
                <a:extLst>
                  <a:ext uri="{FF2B5EF4-FFF2-40B4-BE49-F238E27FC236}">
                    <a16:creationId xmlns:a16="http://schemas.microsoft.com/office/drawing/2014/main" id="{9F519218-0A64-4176-C660-C364D04BBBA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18037376">
                <a:off x="5245050" y="3075923"/>
                <a:ext cx="286937" cy="215444"/>
              </a:xfrm>
              <a:prstGeom prst="rect">
                <a:avLst/>
              </a:prstGeom>
              <a:blipFill>
                <a:blip r:embed="rId28"/>
                <a:stretch>
                  <a:fillRect t="-3448" r="-7143" b="-10345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09" name="直線コネクタ 108">
            <a:extLst>
              <a:ext uri="{FF2B5EF4-FFF2-40B4-BE49-F238E27FC236}">
                <a16:creationId xmlns:a16="http://schemas.microsoft.com/office/drawing/2014/main" id="{99F4FE78-4936-CBAF-A104-7091B1D7765B}"/>
              </a:ext>
            </a:extLst>
          </p:cNvPr>
          <p:cNvCxnSpPr>
            <a:cxnSpLocks/>
          </p:cNvCxnSpPr>
          <p:nvPr/>
        </p:nvCxnSpPr>
        <p:spPr>
          <a:xfrm flipV="1">
            <a:off x="6554192" y="5061518"/>
            <a:ext cx="1928500" cy="7233"/>
          </a:xfrm>
          <a:prstGeom prst="line">
            <a:avLst/>
          </a:prstGeom>
          <a:ln w="190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13" name="直線コネクタ 112">
            <a:extLst>
              <a:ext uri="{FF2B5EF4-FFF2-40B4-BE49-F238E27FC236}">
                <a16:creationId xmlns:a16="http://schemas.microsoft.com/office/drawing/2014/main" id="{13522D19-5144-2185-C2F8-A929EDF0B6AA}"/>
              </a:ext>
            </a:extLst>
          </p:cNvPr>
          <p:cNvCxnSpPr>
            <a:cxnSpLocks/>
          </p:cNvCxnSpPr>
          <p:nvPr/>
        </p:nvCxnSpPr>
        <p:spPr>
          <a:xfrm flipV="1">
            <a:off x="6554192" y="3420188"/>
            <a:ext cx="1928500" cy="7233"/>
          </a:xfrm>
          <a:prstGeom prst="line">
            <a:avLst/>
          </a:prstGeom>
          <a:ln w="190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14" name="直線コネクタ 113">
            <a:extLst>
              <a:ext uri="{FF2B5EF4-FFF2-40B4-BE49-F238E27FC236}">
                <a16:creationId xmlns:a16="http://schemas.microsoft.com/office/drawing/2014/main" id="{C49F43CF-489C-D85A-070A-8ACED58DB2BE}"/>
              </a:ext>
            </a:extLst>
          </p:cNvPr>
          <p:cNvCxnSpPr>
            <a:cxnSpLocks/>
          </p:cNvCxnSpPr>
          <p:nvPr/>
        </p:nvCxnSpPr>
        <p:spPr>
          <a:xfrm flipV="1">
            <a:off x="6565767" y="1868156"/>
            <a:ext cx="1928500" cy="7233"/>
          </a:xfrm>
          <a:prstGeom prst="line">
            <a:avLst/>
          </a:prstGeom>
          <a:ln w="571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15" name="直線コネクタ 114">
            <a:extLst>
              <a:ext uri="{FF2B5EF4-FFF2-40B4-BE49-F238E27FC236}">
                <a16:creationId xmlns:a16="http://schemas.microsoft.com/office/drawing/2014/main" id="{4E93A487-AE1F-709E-8143-A8E726228FE2}"/>
              </a:ext>
            </a:extLst>
          </p:cNvPr>
          <p:cNvCxnSpPr>
            <a:cxnSpLocks/>
          </p:cNvCxnSpPr>
          <p:nvPr/>
        </p:nvCxnSpPr>
        <p:spPr>
          <a:xfrm>
            <a:off x="6565767" y="1875389"/>
            <a:ext cx="1916925" cy="1537325"/>
          </a:xfrm>
          <a:prstGeom prst="line">
            <a:avLst/>
          </a:prstGeom>
          <a:ln w="190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18" name="直線コネクタ 117">
            <a:extLst>
              <a:ext uri="{FF2B5EF4-FFF2-40B4-BE49-F238E27FC236}">
                <a16:creationId xmlns:a16="http://schemas.microsoft.com/office/drawing/2014/main" id="{CE0FDDCA-34F8-2E60-453C-4A1C36CE5AC4}"/>
              </a:ext>
            </a:extLst>
          </p:cNvPr>
          <p:cNvCxnSpPr>
            <a:cxnSpLocks/>
          </p:cNvCxnSpPr>
          <p:nvPr/>
        </p:nvCxnSpPr>
        <p:spPr>
          <a:xfrm>
            <a:off x="6554192" y="1875069"/>
            <a:ext cx="1928500" cy="3179880"/>
          </a:xfrm>
          <a:prstGeom prst="line">
            <a:avLst/>
          </a:prstGeom>
          <a:ln w="190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20" name="直線コネクタ 119">
            <a:extLst>
              <a:ext uri="{FF2B5EF4-FFF2-40B4-BE49-F238E27FC236}">
                <a16:creationId xmlns:a16="http://schemas.microsoft.com/office/drawing/2014/main" id="{6476BBA2-87EB-7F44-783F-1D09A3DF484B}"/>
              </a:ext>
            </a:extLst>
          </p:cNvPr>
          <p:cNvCxnSpPr>
            <a:cxnSpLocks/>
          </p:cNvCxnSpPr>
          <p:nvPr/>
        </p:nvCxnSpPr>
        <p:spPr>
          <a:xfrm flipV="1">
            <a:off x="6564536" y="3427101"/>
            <a:ext cx="1918156" cy="1645266"/>
          </a:xfrm>
          <a:prstGeom prst="line">
            <a:avLst/>
          </a:prstGeom>
          <a:ln w="190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21" name="直線コネクタ 120">
            <a:extLst>
              <a:ext uri="{FF2B5EF4-FFF2-40B4-BE49-F238E27FC236}">
                <a16:creationId xmlns:a16="http://schemas.microsoft.com/office/drawing/2014/main" id="{D5185A32-5506-ACEC-1FD2-C553FB7B7B58}"/>
              </a:ext>
            </a:extLst>
          </p:cNvPr>
          <p:cNvCxnSpPr>
            <a:cxnSpLocks/>
          </p:cNvCxnSpPr>
          <p:nvPr/>
        </p:nvCxnSpPr>
        <p:spPr>
          <a:xfrm flipV="1">
            <a:off x="6577647" y="1826705"/>
            <a:ext cx="1926752" cy="3233443"/>
          </a:xfrm>
          <a:prstGeom prst="line">
            <a:avLst/>
          </a:prstGeom>
          <a:ln w="190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22" name="直線コネクタ 121">
            <a:extLst>
              <a:ext uri="{FF2B5EF4-FFF2-40B4-BE49-F238E27FC236}">
                <a16:creationId xmlns:a16="http://schemas.microsoft.com/office/drawing/2014/main" id="{A97B466A-2444-1E0B-F49A-4697E2CFFCBB}"/>
              </a:ext>
            </a:extLst>
          </p:cNvPr>
          <p:cNvCxnSpPr>
            <a:cxnSpLocks/>
          </p:cNvCxnSpPr>
          <p:nvPr/>
        </p:nvCxnSpPr>
        <p:spPr>
          <a:xfrm flipV="1">
            <a:off x="6578178" y="1874019"/>
            <a:ext cx="1904514" cy="1563128"/>
          </a:xfrm>
          <a:prstGeom prst="line">
            <a:avLst/>
          </a:prstGeom>
          <a:ln w="190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23" name="直線コネクタ 122">
            <a:extLst>
              <a:ext uri="{FF2B5EF4-FFF2-40B4-BE49-F238E27FC236}">
                <a16:creationId xmlns:a16="http://schemas.microsoft.com/office/drawing/2014/main" id="{D4B95DD6-213F-7303-4DF5-9CD6A935B701}"/>
              </a:ext>
            </a:extLst>
          </p:cNvPr>
          <p:cNvCxnSpPr>
            <a:cxnSpLocks/>
          </p:cNvCxnSpPr>
          <p:nvPr/>
        </p:nvCxnSpPr>
        <p:spPr>
          <a:xfrm>
            <a:off x="6588583" y="3434840"/>
            <a:ext cx="1915816" cy="1643390"/>
          </a:xfrm>
          <a:prstGeom prst="line">
            <a:avLst/>
          </a:prstGeom>
          <a:ln w="190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24" name="円/楕円 123">
            <a:extLst>
              <a:ext uri="{FF2B5EF4-FFF2-40B4-BE49-F238E27FC236}">
                <a16:creationId xmlns:a16="http://schemas.microsoft.com/office/drawing/2014/main" id="{B48CDD5E-72E7-84B3-283B-A5FFDCCD7519}"/>
              </a:ext>
            </a:extLst>
          </p:cNvPr>
          <p:cNvSpPr/>
          <p:nvPr/>
        </p:nvSpPr>
        <p:spPr>
          <a:xfrm>
            <a:off x="8493622" y="1656276"/>
            <a:ext cx="360000" cy="360000"/>
          </a:xfrm>
          <a:prstGeom prst="ellipse">
            <a:avLst/>
          </a:prstGeom>
          <a:noFill/>
          <a:ln w="571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25" name="円/楕円 124">
            <a:extLst>
              <a:ext uri="{FF2B5EF4-FFF2-40B4-BE49-F238E27FC236}">
                <a16:creationId xmlns:a16="http://schemas.microsoft.com/office/drawing/2014/main" id="{495BAF40-7CE4-D85F-584B-56E4FC536FEE}"/>
              </a:ext>
            </a:extLst>
          </p:cNvPr>
          <p:cNvSpPr/>
          <p:nvPr/>
        </p:nvSpPr>
        <p:spPr>
          <a:xfrm>
            <a:off x="8493622" y="3208747"/>
            <a:ext cx="360000" cy="360000"/>
          </a:xfrm>
          <a:prstGeom prst="ellipse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26" name="円/楕円 125">
            <a:extLst>
              <a:ext uri="{FF2B5EF4-FFF2-40B4-BE49-F238E27FC236}">
                <a16:creationId xmlns:a16="http://schemas.microsoft.com/office/drawing/2014/main" id="{C514765E-EC25-51F0-44A4-FD12334F5C87}"/>
              </a:ext>
            </a:extLst>
          </p:cNvPr>
          <p:cNvSpPr/>
          <p:nvPr/>
        </p:nvSpPr>
        <p:spPr>
          <a:xfrm>
            <a:off x="8493622" y="4861976"/>
            <a:ext cx="360000" cy="360000"/>
          </a:xfrm>
          <a:prstGeom prst="ellipse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7" name="テキスト ボックス 126">
                <a:extLst>
                  <a:ext uri="{FF2B5EF4-FFF2-40B4-BE49-F238E27FC236}">
                    <a16:creationId xmlns:a16="http://schemas.microsoft.com/office/drawing/2014/main" id="{896F3F0B-FB4B-6820-A0BE-351DB6009940}"/>
                  </a:ext>
                </a:extLst>
              </p:cNvPr>
              <p:cNvSpPr txBox="1"/>
              <p:nvPr/>
            </p:nvSpPr>
            <p:spPr>
              <a:xfrm>
                <a:off x="8343743" y="1623475"/>
                <a:ext cx="659757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ja-JP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ja-JP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  <m:sub>
                          <m:r>
                            <a:rPr kumimoji="1" lang="en-US" altLang="ja-JP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kumimoji="1" lang="ja-JP" altLang="en-US"/>
              </a:p>
            </p:txBody>
          </p:sp>
        </mc:Choice>
        <mc:Fallback xmlns="">
          <p:sp>
            <p:nvSpPr>
              <p:cNvPr id="127" name="テキスト ボックス 126">
                <a:extLst>
                  <a:ext uri="{FF2B5EF4-FFF2-40B4-BE49-F238E27FC236}">
                    <a16:creationId xmlns:a16="http://schemas.microsoft.com/office/drawing/2014/main" id="{896F3F0B-FB4B-6820-A0BE-351DB600994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43743" y="1623475"/>
                <a:ext cx="659757" cy="369332"/>
              </a:xfrm>
              <a:prstGeom prst="rect">
                <a:avLst/>
              </a:prstGeom>
              <a:blipFill>
                <a:blip r:embed="rId2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8" name="テキスト ボックス 127">
                <a:extLst>
                  <a:ext uri="{FF2B5EF4-FFF2-40B4-BE49-F238E27FC236}">
                    <a16:creationId xmlns:a16="http://schemas.microsoft.com/office/drawing/2014/main" id="{341950BE-04DC-6FF1-61A7-DD4150947EEB}"/>
                  </a:ext>
                </a:extLst>
              </p:cNvPr>
              <p:cNvSpPr txBox="1"/>
              <p:nvPr/>
            </p:nvSpPr>
            <p:spPr>
              <a:xfrm>
                <a:off x="8352144" y="3168332"/>
                <a:ext cx="659757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ja-JP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ja-JP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  <m:sub>
                          <m:r>
                            <a:rPr kumimoji="1" lang="en-US" altLang="ja-JP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kumimoji="1" lang="ja-JP" altLang="en-US"/>
              </a:p>
            </p:txBody>
          </p:sp>
        </mc:Choice>
        <mc:Fallback xmlns="">
          <p:sp>
            <p:nvSpPr>
              <p:cNvPr id="128" name="テキスト ボックス 127">
                <a:extLst>
                  <a:ext uri="{FF2B5EF4-FFF2-40B4-BE49-F238E27FC236}">
                    <a16:creationId xmlns:a16="http://schemas.microsoft.com/office/drawing/2014/main" id="{341950BE-04DC-6FF1-61A7-DD4150947EE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52144" y="3168332"/>
                <a:ext cx="659757" cy="369332"/>
              </a:xfrm>
              <a:prstGeom prst="rect">
                <a:avLst/>
              </a:prstGeom>
              <a:blipFill>
                <a:blip r:embed="rId3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9" name="テキスト ボックス 128">
                <a:extLst>
                  <a:ext uri="{FF2B5EF4-FFF2-40B4-BE49-F238E27FC236}">
                    <a16:creationId xmlns:a16="http://schemas.microsoft.com/office/drawing/2014/main" id="{B44E5E33-070F-0C92-0764-7DC64A8372DC}"/>
                  </a:ext>
                </a:extLst>
              </p:cNvPr>
              <p:cNvSpPr txBox="1"/>
              <p:nvPr/>
            </p:nvSpPr>
            <p:spPr>
              <a:xfrm>
                <a:off x="8221330" y="4832392"/>
                <a:ext cx="915361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ja-JP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ja-JP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  <m:sub>
                          <m:r>
                            <a:rPr kumimoji="1" lang="en-US" altLang="ja-JP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</m:oMath>
                  </m:oMathPara>
                </a14:m>
                <a:endParaRPr kumimoji="1" lang="ja-JP" altLang="en-US"/>
              </a:p>
            </p:txBody>
          </p:sp>
        </mc:Choice>
        <mc:Fallback xmlns="">
          <p:sp>
            <p:nvSpPr>
              <p:cNvPr id="129" name="テキスト ボックス 128">
                <a:extLst>
                  <a:ext uri="{FF2B5EF4-FFF2-40B4-BE49-F238E27FC236}">
                    <a16:creationId xmlns:a16="http://schemas.microsoft.com/office/drawing/2014/main" id="{B44E5E33-070F-0C92-0764-7DC64A8372D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21330" y="4832392"/>
                <a:ext cx="915361" cy="369332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0" name="テキスト ボックス 129">
                <a:extLst>
                  <a:ext uri="{FF2B5EF4-FFF2-40B4-BE49-F238E27FC236}">
                    <a16:creationId xmlns:a16="http://schemas.microsoft.com/office/drawing/2014/main" id="{6810FF64-39D1-FA65-D035-85EE5F1DBA55}"/>
                  </a:ext>
                </a:extLst>
              </p:cNvPr>
              <p:cNvSpPr txBox="1"/>
              <p:nvPr/>
            </p:nvSpPr>
            <p:spPr>
              <a:xfrm>
                <a:off x="7402570" y="4975148"/>
                <a:ext cx="286937" cy="215444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ja-JP" sz="14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5</m:t>
                      </m:r>
                      <m:r>
                        <a:rPr kumimoji="1" lang="en-US" altLang="ja-JP" sz="1400" b="0" i="1" smtClean="0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kumimoji="1" lang="en-US" altLang="ja-JP" sz="1400" b="0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5</m:t>
                      </m:r>
                    </m:oMath>
                  </m:oMathPara>
                </a14:m>
                <a:endParaRPr kumimoji="1" lang="ja-JP" altLang="en-US" sz="1400"/>
              </a:p>
            </p:txBody>
          </p:sp>
        </mc:Choice>
        <mc:Fallback xmlns="">
          <p:sp>
            <p:nvSpPr>
              <p:cNvPr id="130" name="テキスト ボックス 129">
                <a:extLst>
                  <a:ext uri="{FF2B5EF4-FFF2-40B4-BE49-F238E27FC236}">
                    <a16:creationId xmlns:a16="http://schemas.microsoft.com/office/drawing/2014/main" id="{6810FF64-39D1-FA65-D035-85EE5F1DBA5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02570" y="4975148"/>
                <a:ext cx="286937" cy="215444"/>
              </a:xfrm>
              <a:prstGeom prst="rect">
                <a:avLst/>
              </a:prstGeom>
              <a:blipFill>
                <a:blip r:embed="rId31"/>
                <a:stretch>
                  <a:fillRect l="-12500" r="-12500" b="-5556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2" name="テキスト ボックス 131">
                <a:extLst>
                  <a:ext uri="{FF2B5EF4-FFF2-40B4-BE49-F238E27FC236}">
                    <a16:creationId xmlns:a16="http://schemas.microsoft.com/office/drawing/2014/main" id="{BF12D05A-314A-C859-742B-83656752A884}"/>
                  </a:ext>
                </a:extLst>
              </p:cNvPr>
              <p:cNvSpPr txBox="1"/>
              <p:nvPr/>
            </p:nvSpPr>
            <p:spPr>
              <a:xfrm>
                <a:off x="6994437" y="3341235"/>
                <a:ext cx="286937" cy="215444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ja-JP" sz="14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5</m:t>
                      </m:r>
                      <m:r>
                        <a:rPr kumimoji="1" lang="en-US" altLang="ja-JP" sz="1400" b="0" i="1" smtClean="0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kumimoji="1" lang="en-US" altLang="ja-JP" sz="1400" b="0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5</m:t>
                      </m:r>
                    </m:oMath>
                  </m:oMathPara>
                </a14:m>
                <a:endParaRPr kumimoji="1" lang="ja-JP" altLang="en-US" sz="1400"/>
              </a:p>
            </p:txBody>
          </p:sp>
        </mc:Choice>
        <mc:Fallback xmlns="">
          <p:sp>
            <p:nvSpPr>
              <p:cNvPr id="132" name="テキスト ボックス 131">
                <a:extLst>
                  <a:ext uri="{FF2B5EF4-FFF2-40B4-BE49-F238E27FC236}">
                    <a16:creationId xmlns:a16="http://schemas.microsoft.com/office/drawing/2014/main" id="{BF12D05A-314A-C859-742B-83656752A88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94437" y="3341235"/>
                <a:ext cx="286937" cy="215444"/>
              </a:xfrm>
              <a:prstGeom prst="rect">
                <a:avLst/>
              </a:prstGeom>
              <a:blipFill>
                <a:blip r:embed="rId32"/>
                <a:stretch>
                  <a:fillRect l="-12500" r="-12500" b="-11765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3" name="テキスト ボックス 132">
                <a:extLst>
                  <a:ext uri="{FF2B5EF4-FFF2-40B4-BE49-F238E27FC236}">
                    <a16:creationId xmlns:a16="http://schemas.microsoft.com/office/drawing/2014/main" id="{F4C07D6C-1AB1-6E66-AA29-83B2C60D8E31}"/>
                  </a:ext>
                </a:extLst>
              </p:cNvPr>
              <p:cNvSpPr txBox="1"/>
              <p:nvPr/>
            </p:nvSpPr>
            <p:spPr>
              <a:xfrm>
                <a:off x="7337391" y="1783060"/>
                <a:ext cx="286937" cy="215444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ja-JP" sz="14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5</m:t>
                      </m:r>
                      <m:r>
                        <a:rPr kumimoji="1" lang="en-US" altLang="ja-JP" sz="1400" b="0" i="1" smtClean="0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kumimoji="1" lang="en-US" altLang="ja-JP" sz="1400" b="0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5</m:t>
                      </m:r>
                    </m:oMath>
                  </m:oMathPara>
                </a14:m>
                <a:endParaRPr kumimoji="1" lang="ja-JP" altLang="en-US" sz="1400"/>
              </a:p>
            </p:txBody>
          </p:sp>
        </mc:Choice>
        <mc:Fallback xmlns="">
          <p:sp>
            <p:nvSpPr>
              <p:cNvPr id="133" name="テキスト ボックス 132">
                <a:extLst>
                  <a:ext uri="{FF2B5EF4-FFF2-40B4-BE49-F238E27FC236}">
                    <a16:creationId xmlns:a16="http://schemas.microsoft.com/office/drawing/2014/main" id="{F4C07D6C-1AB1-6E66-AA29-83B2C60D8E3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37391" y="1783060"/>
                <a:ext cx="286937" cy="215444"/>
              </a:xfrm>
              <a:prstGeom prst="rect">
                <a:avLst/>
              </a:prstGeom>
              <a:blipFill>
                <a:blip r:embed="rId33"/>
                <a:stretch>
                  <a:fillRect l="-12500" r="-12500" b="-5556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5" name="テキスト ボックス 134">
                <a:extLst>
                  <a:ext uri="{FF2B5EF4-FFF2-40B4-BE49-F238E27FC236}">
                    <a16:creationId xmlns:a16="http://schemas.microsoft.com/office/drawing/2014/main" id="{5C56CDE7-A8F5-5ACF-2E56-474F27DE3289}"/>
                  </a:ext>
                </a:extLst>
              </p:cNvPr>
              <p:cNvSpPr txBox="1"/>
              <p:nvPr/>
            </p:nvSpPr>
            <p:spPr>
              <a:xfrm rot="2429845">
                <a:off x="7032491" y="2235884"/>
                <a:ext cx="286937" cy="215444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ja-JP" sz="14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4</m:t>
                      </m:r>
                      <m:r>
                        <a:rPr kumimoji="1" lang="en-US" altLang="ja-JP" sz="1400" b="0" i="1" smtClean="0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kumimoji="1" lang="en-US" altLang="ja-JP" sz="1400" b="0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4</m:t>
                      </m:r>
                    </m:oMath>
                  </m:oMathPara>
                </a14:m>
                <a:endParaRPr kumimoji="1" lang="ja-JP" altLang="en-US" sz="1400"/>
              </a:p>
            </p:txBody>
          </p:sp>
        </mc:Choice>
        <mc:Fallback xmlns="">
          <p:sp>
            <p:nvSpPr>
              <p:cNvPr id="135" name="テキスト ボックス 134">
                <a:extLst>
                  <a:ext uri="{FF2B5EF4-FFF2-40B4-BE49-F238E27FC236}">
                    <a16:creationId xmlns:a16="http://schemas.microsoft.com/office/drawing/2014/main" id="{5C56CDE7-A8F5-5ACF-2E56-474F27DE328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2429845">
                <a:off x="7032491" y="2235884"/>
                <a:ext cx="286937" cy="215444"/>
              </a:xfrm>
              <a:prstGeom prst="rect">
                <a:avLst/>
              </a:prstGeom>
              <a:blipFill>
                <a:blip r:embed="rId34"/>
                <a:stretch>
                  <a:fillRect l="-6667" b="-6897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6" name="テキスト ボックス 135">
                <a:extLst>
                  <a:ext uri="{FF2B5EF4-FFF2-40B4-BE49-F238E27FC236}">
                    <a16:creationId xmlns:a16="http://schemas.microsoft.com/office/drawing/2014/main" id="{8D2B65B2-60D4-5A00-BAD2-0C31D7F71373}"/>
                  </a:ext>
                </a:extLst>
              </p:cNvPr>
              <p:cNvSpPr txBox="1"/>
              <p:nvPr/>
            </p:nvSpPr>
            <p:spPr>
              <a:xfrm rot="3542106">
                <a:off x="6949828" y="2634383"/>
                <a:ext cx="286937" cy="215444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ja-JP" sz="14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3</m:t>
                      </m:r>
                      <m:r>
                        <a:rPr kumimoji="1" lang="en-US" altLang="ja-JP" sz="1400" b="0" i="1" smtClean="0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kumimoji="1" lang="en-US" altLang="ja-JP" sz="1400" b="0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3</m:t>
                      </m:r>
                    </m:oMath>
                  </m:oMathPara>
                </a14:m>
                <a:endParaRPr kumimoji="1" lang="ja-JP" altLang="en-US" sz="1400"/>
              </a:p>
            </p:txBody>
          </p:sp>
        </mc:Choice>
        <mc:Fallback xmlns="">
          <p:sp>
            <p:nvSpPr>
              <p:cNvPr id="136" name="テキスト ボックス 135">
                <a:extLst>
                  <a:ext uri="{FF2B5EF4-FFF2-40B4-BE49-F238E27FC236}">
                    <a16:creationId xmlns:a16="http://schemas.microsoft.com/office/drawing/2014/main" id="{8D2B65B2-60D4-5A00-BAD2-0C31D7F7137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3542106">
                <a:off x="6949828" y="2634383"/>
                <a:ext cx="286937" cy="215444"/>
              </a:xfrm>
              <a:prstGeom prst="rect">
                <a:avLst/>
              </a:prstGeom>
              <a:blipFill>
                <a:blip r:embed="rId35"/>
                <a:stretch>
                  <a:fillRect l="-7407" t="-3333" b="-6667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7" name="テキスト ボックス 136">
                <a:extLst>
                  <a:ext uri="{FF2B5EF4-FFF2-40B4-BE49-F238E27FC236}">
                    <a16:creationId xmlns:a16="http://schemas.microsoft.com/office/drawing/2014/main" id="{DF0272E6-2E43-F7BA-5CBA-13C8B156E349}"/>
                  </a:ext>
                </a:extLst>
              </p:cNvPr>
              <p:cNvSpPr txBox="1"/>
              <p:nvPr/>
            </p:nvSpPr>
            <p:spPr>
              <a:xfrm rot="2161500">
                <a:off x="7696859" y="4415598"/>
                <a:ext cx="286937" cy="215444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ja-JP" sz="140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4</m:t>
                      </m:r>
                      <m:r>
                        <a:rPr kumimoji="1" lang="en-US" altLang="ja-JP" sz="1400" b="0" i="1" smtClean="0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kumimoji="1" lang="en-US" altLang="ja-JP" sz="1400" b="0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4</m:t>
                      </m:r>
                    </m:oMath>
                  </m:oMathPara>
                </a14:m>
                <a:endParaRPr kumimoji="1" lang="ja-JP" altLang="en-US" sz="1400"/>
              </a:p>
            </p:txBody>
          </p:sp>
        </mc:Choice>
        <mc:Fallback xmlns="">
          <p:sp>
            <p:nvSpPr>
              <p:cNvPr id="137" name="テキスト ボックス 136">
                <a:extLst>
                  <a:ext uri="{FF2B5EF4-FFF2-40B4-BE49-F238E27FC236}">
                    <a16:creationId xmlns:a16="http://schemas.microsoft.com/office/drawing/2014/main" id="{DF0272E6-2E43-F7BA-5CBA-13C8B156E34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2161500">
                <a:off x="7696859" y="4415598"/>
                <a:ext cx="286937" cy="215444"/>
              </a:xfrm>
              <a:prstGeom prst="rect">
                <a:avLst/>
              </a:prstGeom>
              <a:blipFill>
                <a:blip r:embed="rId36"/>
                <a:stretch>
                  <a:fillRect l="-6667" r="-3333" b="-3448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8" name="テキスト ボックス 137">
                <a:extLst>
                  <a:ext uri="{FF2B5EF4-FFF2-40B4-BE49-F238E27FC236}">
                    <a16:creationId xmlns:a16="http://schemas.microsoft.com/office/drawing/2014/main" id="{EC95E5F3-0B32-7A2B-C81E-4FC8B3202687}"/>
                  </a:ext>
                </a:extLst>
              </p:cNvPr>
              <p:cNvSpPr txBox="1"/>
              <p:nvPr/>
            </p:nvSpPr>
            <p:spPr>
              <a:xfrm rot="19209458">
                <a:off x="7671887" y="2297474"/>
                <a:ext cx="286937" cy="215444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ja-JP" sz="14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6</m:t>
                      </m:r>
                      <m:r>
                        <a:rPr kumimoji="1" lang="en-US" altLang="ja-JP" sz="1400" b="0" i="1" smtClean="0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kumimoji="1" lang="en-US" altLang="ja-JP" sz="1400" b="0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6</m:t>
                      </m:r>
                    </m:oMath>
                  </m:oMathPara>
                </a14:m>
                <a:endParaRPr kumimoji="1" lang="ja-JP" altLang="en-US" sz="1400"/>
              </a:p>
            </p:txBody>
          </p:sp>
        </mc:Choice>
        <mc:Fallback xmlns="">
          <p:sp>
            <p:nvSpPr>
              <p:cNvPr id="138" name="テキスト ボックス 137">
                <a:extLst>
                  <a:ext uri="{FF2B5EF4-FFF2-40B4-BE49-F238E27FC236}">
                    <a16:creationId xmlns:a16="http://schemas.microsoft.com/office/drawing/2014/main" id="{EC95E5F3-0B32-7A2B-C81E-4FC8B320268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19209458">
                <a:off x="7671887" y="2297474"/>
                <a:ext cx="286937" cy="215444"/>
              </a:xfrm>
              <a:prstGeom prst="rect">
                <a:avLst/>
              </a:prstGeom>
              <a:blipFill>
                <a:blip r:embed="rId37"/>
                <a:stretch>
                  <a:fillRect r="-6667" b="-6897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9" name="テキスト ボックス 138">
                <a:extLst>
                  <a:ext uri="{FF2B5EF4-FFF2-40B4-BE49-F238E27FC236}">
                    <a16:creationId xmlns:a16="http://schemas.microsoft.com/office/drawing/2014/main" id="{E327B5D3-6933-14F8-BD2D-1D0D6E3B7763}"/>
                  </a:ext>
                </a:extLst>
              </p:cNvPr>
              <p:cNvSpPr txBox="1"/>
              <p:nvPr/>
            </p:nvSpPr>
            <p:spPr>
              <a:xfrm rot="19209458">
                <a:off x="7092098" y="4422425"/>
                <a:ext cx="286937" cy="215444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ja-JP" sz="14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6</m:t>
                      </m:r>
                      <m:r>
                        <a:rPr kumimoji="1" lang="en-US" altLang="ja-JP" sz="1400" b="0" i="1" smtClean="0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kumimoji="1" lang="en-US" altLang="ja-JP" sz="1400" b="0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6</m:t>
                      </m:r>
                    </m:oMath>
                  </m:oMathPara>
                </a14:m>
                <a:endParaRPr kumimoji="1" lang="ja-JP" altLang="en-US" sz="1400"/>
              </a:p>
            </p:txBody>
          </p:sp>
        </mc:Choice>
        <mc:Fallback xmlns="">
          <p:sp>
            <p:nvSpPr>
              <p:cNvPr id="139" name="テキスト ボックス 138">
                <a:extLst>
                  <a:ext uri="{FF2B5EF4-FFF2-40B4-BE49-F238E27FC236}">
                    <a16:creationId xmlns:a16="http://schemas.microsoft.com/office/drawing/2014/main" id="{E327B5D3-6933-14F8-BD2D-1D0D6E3B776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19209458">
                <a:off x="7092098" y="4422425"/>
                <a:ext cx="286937" cy="215444"/>
              </a:xfrm>
              <a:prstGeom prst="rect">
                <a:avLst/>
              </a:prstGeom>
              <a:blipFill>
                <a:blip r:embed="rId38"/>
                <a:stretch>
                  <a:fillRect l="-3333" r="-6667" b="-6897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0" name="テキスト ボックス 139">
                <a:extLst>
                  <a:ext uri="{FF2B5EF4-FFF2-40B4-BE49-F238E27FC236}">
                    <a16:creationId xmlns:a16="http://schemas.microsoft.com/office/drawing/2014/main" id="{03BEE34D-CA7F-B7E4-3159-F1F073DED288}"/>
                  </a:ext>
                </a:extLst>
              </p:cNvPr>
              <p:cNvSpPr txBox="1"/>
              <p:nvPr/>
            </p:nvSpPr>
            <p:spPr>
              <a:xfrm rot="18037376">
                <a:off x="7555410" y="3063374"/>
                <a:ext cx="286937" cy="215444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ja-JP" sz="14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7</m:t>
                      </m:r>
                      <m:r>
                        <a:rPr kumimoji="1" lang="en-US" altLang="ja-JP" sz="1400" b="0" i="1" smtClean="0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altLang="ja-JP" sz="1400" b="0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7</m:t>
                      </m:r>
                    </m:oMath>
                  </m:oMathPara>
                </a14:m>
                <a:endParaRPr kumimoji="1" lang="ja-JP" altLang="en-US" sz="1400"/>
              </a:p>
            </p:txBody>
          </p:sp>
        </mc:Choice>
        <mc:Fallback xmlns="">
          <p:sp>
            <p:nvSpPr>
              <p:cNvPr id="140" name="テキスト ボックス 139">
                <a:extLst>
                  <a:ext uri="{FF2B5EF4-FFF2-40B4-BE49-F238E27FC236}">
                    <a16:creationId xmlns:a16="http://schemas.microsoft.com/office/drawing/2014/main" id="{03BEE34D-CA7F-B7E4-3159-F1F073DED28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18037376">
                <a:off x="7555410" y="3063374"/>
                <a:ext cx="286937" cy="215444"/>
              </a:xfrm>
              <a:prstGeom prst="rect">
                <a:avLst/>
              </a:prstGeom>
              <a:blipFill>
                <a:blip r:embed="rId39"/>
                <a:stretch>
                  <a:fillRect t="-3448" r="-7143" b="-10345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1" name="テキスト ボックス 140">
            <a:extLst>
              <a:ext uri="{FF2B5EF4-FFF2-40B4-BE49-F238E27FC236}">
                <a16:creationId xmlns:a16="http://schemas.microsoft.com/office/drawing/2014/main" id="{25A0E0D9-02C8-C748-381B-800BCED9641A}"/>
              </a:ext>
            </a:extLst>
          </p:cNvPr>
          <p:cNvSpPr txBox="1"/>
          <p:nvPr/>
        </p:nvSpPr>
        <p:spPr>
          <a:xfrm>
            <a:off x="2754745" y="5631250"/>
            <a:ext cx="65" cy="184666"/>
          </a:xfrm>
          <a:prstGeom prst="rect">
            <a:avLst/>
          </a:prstGeom>
          <a:solidFill>
            <a:schemeClr val="bg1"/>
          </a:solidFill>
        </p:spPr>
        <p:txBody>
          <a:bodyPr wrap="none" lIns="0" tIns="0" rIns="0" bIns="0" rtlCol="0">
            <a:spAutoFit/>
          </a:bodyPr>
          <a:lstStyle/>
          <a:p>
            <a:endParaRPr kumimoji="1" lang="en-US" altLang="ja-JP" sz="1200" b="0" i="1" dirty="0">
              <a:latin typeface="Cambria Math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8282050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459</TotalTime>
  <Words>177</Words>
  <Application>Microsoft Macintosh PowerPoint</Application>
  <PresentationFormat>ワイド画面</PresentationFormat>
  <Paragraphs>129</Paragraphs>
  <Slides>3</Slides>
  <Notes>2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4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3</vt:i4>
      </vt:variant>
    </vt:vector>
  </HeadingPairs>
  <TitlesOfParts>
    <vt:vector size="8" baseType="lpstr">
      <vt:lpstr>游ゴシック</vt:lpstr>
      <vt:lpstr>游ゴシック Light</vt:lpstr>
      <vt:lpstr>Arial</vt:lpstr>
      <vt:lpstr>Cambria Math</vt:lpstr>
      <vt:lpstr>Office テーマ</vt:lpstr>
      <vt:lpstr>PowerPoint プレゼンテーション</vt:lpstr>
      <vt:lpstr>PowerPoint プレゼンテーション</vt:lpstr>
      <vt:lpstr>PowerPoint プレゼンテーション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プレゼンテーション</dc:title>
  <dc:creator>奥村　侑真</dc:creator>
  <cp:lastModifiedBy>奥村　侑真</cp:lastModifiedBy>
  <cp:revision>16</cp:revision>
  <dcterms:created xsi:type="dcterms:W3CDTF">2025-10-22T06:04:15Z</dcterms:created>
  <dcterms:modified xsi:type="dcterms:W3CDTF">2026-01-30T07:03:30Z</dcterms:modified>
</cp:coreProperties>
</file>